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e011e9cdff4b2b" /><Relationship Type="http://schemas.openxmlformats.org/officeDocument/2006/relationships/extended-properties" Target="/docProps/app.xml" Id="Rcd7e1a0c1d2e4396" /><Relationship Type="http://schemas.openxmlformats.org/officeDocument/2006/relationships/officeDocument" Target="/ppt/presentation.xml" Id="R8e3cd2b6eb854c84" /></Relationships>
</file>

<file path=ppt/presentation.xml><?xml version="1.0" encoding="utf-8"?>
<p:presentation xmlns:p="http://schemas.openxmlformats.org/presentationml/2006/main">
  <p:sldMasterIdLst>
    <p:sldMasterId xmlns:r="http://schemas.openxmlformats.org/officeDocument/2006/relationships" id="2147483648" r:id="R70815541d1454ec7"/>
  </p:sldMasterIdLst>
  <p:notesMasterIdLst>
    <p:notesMasterId xmlns:r="http://schemas.openxmlformats.org/officeDocument/2006/relationships" r:id="Rf4474c30458f4297"/>
  </p:notesMasterIdLst>
  <p:sldIdLst>
    <p:sldId xmlns:r="http://schemas.openxmlformats.org/officeDocument/2006/relationships" id="256" r:id="Rd536e13863324fb0"/>
    <p:sldId xmlns:r="http://schemas.openxmlformats.org/officeDocument/2006/relationships" id="257" r:id="Re687dc8b73ed4f6a"/>
    <p:sldId xmlns:r="http://schemas.openxmlformats.org/officeDocument/2006/relationships" id="258" r:id="Rad38167e6b5e44fe"/>
    <p:sldId xmlns:r="http://schemas.openxmlformats.org/officeDocument/2006/relationships" id="259" r:id="R882cad0f5bc84c48"/>
    <p:sldId xmlns:r="http://schemas.openxmlformats.org/officeDocument/2006/relationships" id="260" r:id="R40a3b7d9db974caf"/>
    <p:sldId xmlns:r="http://schemas.openxmlformats.org/officeDocument/2006/relationships" id="261" r:id="Rbb7ecf0063ae4b41"/>
    <p:sldId xmlns:r="http://schemas.openxmlformats.org/officeDocument/2006/relationships" id="262" r:id="R997faf62127047d2"/>
    <p:sldId xmlns:r="http://schemas.openxmlformats.org/officeDocument/2006/relationships" id="263" r:id="Rdaadc64c9e1846b2"/>
    <p:sldId xmlns:r="http://schemas.openxmlformats.org/officeDocument/2006/relationships" id="264" r:id="R3cb1cbe013924321"/>
    <p:sldId xmlns:r="http://schemas.openxmlformats.org/officeDocument/2006/relationships" id="265" r:id="R91b9770f96a246a0"/>
    <p:sldId xmlns:r="http://schemas.openxmlformats.org/officeDocument/2006/relationships" id="266" r:id="R4585c3dbb15f48ed"/>
    <p:sldId xmlns:r="http://schemas.openxmlformats.org/officeDocument/2006/relationships" id="267" r:id="R64cd6f6dbcde44ca"/>
    <p:sldId xmlns:r="http://schemas.openxmlformats.org/officeDocument/2006/relationships" id="268" r:id="R70771098db8940d1"/>
    <p:sldId xmlns:r="http://schemas.openxmlformats.org/officeDocument/2006/relationships" id="269" r:id="Re6d3597d924c4b37"/>
    <p:sldId xmlns:r="http://schemas.openxmlformats.org/officeDocument/2006/relationships" id="270" r:id="R15d9abbe7b274244"/>
    <p:sldId xmlns:r="http://schemas.openxmlformats.org/officeDocument/2006/relationships" id="271" r:id="Rd6163a68b61e4026"/>
    <p:sldId xmlns:r="http://schemas.openxmlformats.org/officeDocument/2006/relationships" id="272" r:id="R868e2edef11d4bd4"/>
    <p:sldId xmlns:r="http://schemas.openxmlformats.org/officeDocument/2006/relationships" id="273" r:id="Rd716048108114af6"/>
    <p:sldId xmlns:r="http://schemas.openxmlformats.org/officeDocument/2006/relationships" id="274" r:id="R1979e4fff91242c4"/>
    <p:sldId xmlns:r="http://schemas.openxmlformats.org/officeDocument/2006/relationships" id="275" r:id="Rbe955b347e7342e9"/>
    <p:sldId xmlns:r="http://schemas.openxmlformats.org/officeDocument/2006/relationships" id="276" r:id="R8390f0dbad484122"/>
    <p:sldId xmlns:r="http://schemas.openxmlformats.org/officeDocument/2006/relationships" id="277" r:id="R8661da0c5d6c4954"/>
    <p:sldId xmlns:r="http://schemas.openxmlformats.org/officeDocument/2006/relationships" id="278" r:id="R08c0e3dd2d134fed"/>
    <p:sldId xmlns:r="http://schemas.openxmlformats.org/officeDocument/2006/relationships" id="279" r:id="R6f7f45bd0dff48cc"/>
    <p:sldId xmlns:r="http://schemas.openxmlformats.org/officeDocument/2006/relationships" id="280" r:id="Ra6f472359e0640a7"/>
    <p:sldId xmlns:r="http://schemas.openxmlformats.org/officeDocument/2006/relationships" id="281" r:id="R582f91d306084db5"/>
    <p:sldId xmlns:r="http://schemas.openxmlformats.org/officeDocument/2006/relationships" id="282" r:id="R0f7843b88db74825"/>
    <p:sldId xmlns:r="http://schemas.openxmlformats.org/officeDocument/2006/relationships" id="283" r:id="R58e153a577944c26"/>
    <p:sldId xmlns:r="http://schemas.openxmlformats.org/officeDocument/2006/relationships" id="284" r:id="R4ab30ba42d834145"/>
    <p:sldId xmlns:r="http://schemas.openxmlformats.org/officeDocument/2006/relationships" id="285" r:id="Rabd7eacb446f4278"/>
    <p:sldId xmlns:r="http://schemas.openxmlformats.org/officeDocument/2006/relationships" id="286" r:id="R99400ba8e1b1432f"/>
    <p:sldId xmlns:r="http://schemas.openxmlformats.org/officeDocument/2006/relationships" id="287" r:id="R812ed651f29f461f"/>
    <p:sldId xmlns:r="http://schemas.openxmlformats.org/officeDocument/2006/relationships" id="288" r:id="R6c0a58aa7eb34c2f"/>
    <p:sldId xmlns:r="http://schemas.openxmlformats.org/officeDocument/2006/relationships" id="289" r:id="Rda5666c75e054346"/>
    <p:sldId xmlns:r="http://schemas.openxmlformats.org/officeDocument/2006/relationships" id="290" r:id="R61f1c8d21bbf418c"/>
    <p:sldId xmlns:r="http://schemas.openxmlformats.org/officeDocument/2006/relationships" id="291" r:id="Rdd2fe506d0d64b39"/>
    <p:sldId xmlns:r="http://schemas.openxmlformats.org/officeDocument/2006/relationships" id="292" r:id="R2366b072d34d4751"/>
    <p:sldId xmlns:r="http://schemas.openxmlformats.org/officeDocument/2006/relationships" id="293" r:id="R6ebe09b843904b23"/>
    <p:sldId xmlns:r="http://schemas.openxmlformats.org/officeDocument/2006/relationships" id="294" r:id="Rf5e55e19916247b6"/>
    <p:sldId xmlns:r="http://schemas.openxmlformats.org/officeDocument/2006/relationships" id="295" r:id="R24d0dff2d0904e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3d651760464240" /><Relationship Type="http://schemas.openxmlformats.org/officeDocument/2006/relationships/slideMaster" Target="/ppt/slideMasters/slideMaster1.xml" Id="R70815541d1454ec7" /><Relationship Type="http://schemas.openxmlformats.org/officeDocument/2006/relationships/notesMaster" Target="/ppt/notesMasters/notesMaster1.xml" Id="Rf4474c30458f4297" /><Relationship Type="http://schemas.openxmlformats.org/officeDocument/2006/relationships/presProps" Target="/ppt/presProps.xml" Id="R3993a416b9f64603" /><Relationship Type="http://schemas.openxmlformats.org/officeDocument/2006/relationships/tableStyles" Target="/ppt/tableStyles.xml" Id="Rf8c822bc43ae4873" /><Relationship Type="http://schemas.openxmlformats.org/officeDocument/2006/relationships/slide" Target="/ppt/slides/slide1.xml" Id="Rd536e13863324fb0" /><Relationship Type="http://schemas.openxmlformats.org/officeDocument/2006/relationships/slide" Target="/ppt/slides/slide2.xml" Id="Re687dc8b73ed4f6a" /><Relationship Type="http://schemas.openxmlformats.org/officeDocument/2006/relationships/slide" Target="/ppt/slides/slide3.xml" Id="Rad38167e6b5e44fe" /><Relationship Type="http://schemas.openxmlformats.org/officeDocument/2006/relationships/slide" Target="/ppt/slides/slide4.xml" Id="R882cad0f5bc84c48" /><Relationship Type="http://schemas.openxmlformats.org/officeDocument/2006/relationships/slide" Target="/ppt/slides/slide5.xml" Id="R40a3b7d9db974caf" /><Relationship Type="http://schemas.openxmlformats.org/officeDocument/2006/relationships/slide" Target="/ppt/slides/slide6.xml" Id="Rbb7ecf0063ae4b41" /><Relationship Type="http://schemas.openxmlformats.org/officeDocument/2006/relationships/slide" Target="/ppt/slides/slide7.xml" Id="R997faf62127047d2" /><Relationship Type="http://schemas.openxmlformats.org/officeDocument/2006/relationships/slide" Target="/ppt/slides/slide8.xml" Id="Rdaadc64c9e1846b2" /><Relationship Type="http://schemas.openxmlformats.org/officeDocument/2006/relationships/slide" Target="/ppt/slides/slide9.xml" Id="R3cb1cbe013924321" /><Relationship Type="http://schemas.openxmlformats.org/officeDocument/2006/relationships/slide" Target="/ppt/slides/slide10.xml" Id="R91b9770f96a246a0" /><Relationship Type="http://schemas.openxmlformats.org/officeDocument/2006/relationships/slide" Target="/ppt/slides/slide11.xml" Id="R4585c3dbb15f48ed" /><Relationship Type="http://schemas.openxmlformats.org/officeDocument/2006/relationships/slide" Target="/ppt/slides/slide12.xml" Id="R64cd6f6dbcde44ca" /><Relationship Type="http://schemas.openxmlformats.org/officeDocument/2006/relationships/slide" Target="/ppt/slides/slide13.xml" Id="R70771098db8940d1" /><Relationship Type="http://schemas.openxmlformats.org/officeDocument/2006/relationships/slide" Target="/ppt/slides/slide14.xml" Id="Re6d3597d924c4b37" /><Relationship Type="http://schemas.openxmlformats.org/officeDocument/2006/relationships/slide" Target="/ppt/slides/slide15.xml" Id="R15d9abbe7b274244" /><Relationship Type="http://schemas.openxmlformats.org/officeDocument/2006/relationships/slide" Target="/ppt/slides/slide16.xml" Id="Rd6163a68b61e4026" /><Relationship Type="http://schemas.openxmlformats.org/officeDocument/2006/relationships/slide" Target="/ppt/slides/slide17.xml" Id="R868e2edef11d4bd4" /><Relationship Type="http://schemas.openxmlformats.org/officeDocument/2006/relationships/slide" Target="/ppt/slides/slide18.xml" Id="Rd716048108114af6" /><Relationship Type="http://schemas.openxmlformats.org/officeDocument/2006/relationships/slide" Target="/ppt/slides/slide19.xml" Id="R1979e4fff91242c4" /><Relationship Type="http://schemas.openxmlformats.org/officeDocument/2006/relationships/slide" Target="/ppt/slides/slide20.xml" Id="Rbe955b347e7342e9" /><Relationship Type="http://schemas.openxmlformats.org/officeDocument/2006/relationships/slide" Target="/ppt/slides/slide21.xml" Id="R8390f0dbad484122" /><Relationship Type="http://schemas.openxmlformats.org/officeDocument/2006/relationships/slide" Target="/ppt/slides/slide22.xml" Id="R8661da0c5d6c4954" /><Relationship Type="http://schemas.openxmlformats.org/officeDocument/2006/relationships/slide" Target="/ppt/slides/slide23.xml" Id="R08c0e3dd2d134fed" /><Relationship Type="http://schemas.openxmlformats.org/officeDocument/2006/relationships/slide" Target="/ppt/slides/slide24.xml" Id="R6f7f45bd0dff48cc" /><Relationship Type="http://schemas.openxmlformats.org/officeDocument/2006/relationships/slide" Target="/ppt/slides/slide25.xml" Id="Ra6f472359e0640a7" /><Relationship Type="http://schemas.openxmlformats.org/officeDocument/2006/relationships/slide" Target="/ppt/slides/slide26.xml" Id="R582f91d306084db5" /><Relationship Type="http://schemas.openxmlformats.org/officeDocument/2006/relationships/slide" Target="/ppt/slides/slide27.xml" Id="R0f7843b88db74825" /><Relationship Type="http://schemas.openxmlformats.org/officeDocument/2006/relationships/slide" Target="/ppt/slides/slide28.xml" Id="R58e153a577944c26" /><Relationship Type="http://schemas.openxmlformats.org/officeDocument/2006/relationships/slide" Target="/ppt/slides/slide29.xml" Id="R4ab30ba42d834145" /><Relationship Type="http://schemas.openxmlformats.org/officeDocument/2006/relationships/slide" Target="/ppt/slides/slide30.xml" Id="Rabd7eacb446f4278" /><Relationship Type="http://schemas.openxmlformats.org/officeDocument/2006/relationships/slide" Target="/ppt/slides/slide31.xml" Id="R99400ba8e1b1432f" /><Relationship Type="http://schemas.openxmlformats.org/officeDocument/2006/relationships/slide" Target="/ppt/slides/slide32.xml" Id="R812ed651f29f461f" /><Relationship Type="http://schemas.openxmlformats.org/officeDocument/2006/relationships/slide" Target="/ppt/slides/slide33.xml" Id="R6c0a58aa7eb34c2f" /><Relationship Type="http://schemas.openxmlformats.org/officeDocument/2006/relationships/slide" Target="/ppt/slides/slide34.xml" Id="Rda5666c75e054346" /><Relationship Type="http://schemas.openxmlformats.org/officeDocument/2006/relationships/slide" Target="/ppt/slides/slide35.xml" Id="R61f1c8d21bbf418c" /><Relationship Type="http://schemas.openxmlformats.org/officeDocument/2006/relationships/slide" Target="/ppt/slides/slide36.xml" Id="Rdd2fe506d0d64b39" /><Relationship Type="http://schemas.openxmlformats.org/officeDocument/2006/relationships/slide" Target="/ppt/slides/slide37.xml" Id="R2366b072d34d4751" /><Relationship Type="http://schemas.openxmlformats.org/officeDocument/2006/relationships/slide" Target="/ppt/slides/slide38.xml" Id="R6ebe09b843904b23" /><Relationship Type="http://schemas.openxmlformats.org/officeDocument/2006/relationships/slide" Target="/ppt/slides/slide39.xml" Id="Rf5e55e19916247b6" /><Relationship Type="http://schemas.openxmlformats.org/officeDocument/2006/relationships/slide" Target="/ppt/slides/slide40.xml" Id="R24d0dff2d0904e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90bfab3f1346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73ecdebcdc4c56" /><Relationship Type="http://schemas.openxmlformats.org/officeDocument/2006/relationships/notesMaster" Target="/ppt/notesMasters/notesMaster1.xml" Id="Rfdccc41539924e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415400257b462e" /><Relationship Type="http://schemas.openxmlformats.org/officeDocument/2006/relationships/notesMaster" Target="/ppt/notesMasters/notesMaster1.xml" Id="Re902eb49992e42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e912dc722a4378" /><Relationship Type="http://schemas.openxmlformats.org/officeDocument/2006/relationships/notesMaster" Target="/ppt/notesMasters/notesMaster1.xml" Id="R9fe0a5a2e55f44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5e4cf6e3564892" /><Relationship Type="http://schemas.openxmlformats.org/officeDocument/2006/relationships/notesMaster" Target="/ppt/notesMasters/notesMaster1.xml" Id="Ra505c379dfcb46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599d50aef94039" /><Relationship Type="http://schemas.openxmlformats.org/officeDocument/2006/relationships/notesMaster" Target="/ppt/notesMasters/notesMaster1.xml" Id="R6ddaebc822514c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f4e25cd57540d1" /><Relationship Type="http://schemas.openxmlformats.org/officeDocument/2006/relationships/notesMaster" Target="/ppt/notesMasters/notesMaster1.xml" Id="Rabe58b68f7db4b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209d047f404a6d" /><Relationship Type="http://schemas.openxmlformats.org/officeDocument/2006/relationships/notesMaster" Target="/ppt/notesMasters/notesMaster1.xml" Id="R6e1c2898b58f44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17424e962449b8" /><Relationship Type="http://schemas.openxmlformats.org/officeDocument/2006/relationships/notesMaster" Target="/ppt/notesMasters/notesMaster1.xml" Id="Rbe08b9008d0e43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acc9ff3a95441b" /><Relationship Type="http://schemas.openxmlformats.org/officeDocument/2006/relationships/notesMaster" Target="/ppt/notesMasters/notesMaster1.xml" Id="Rc2bc423f9a9446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f715ef26c4413b" /><Relationship Type="http://schemas.openxmlformats.org/officeDocument/2006/relationships/notesMaster" Target="/ppt/notesMasters/notesMaster1.xml" Id="R24061164cb4f44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f47010f2cd4123" /><Relationship Type="http://schemas.openxmlformats.org/officeDocument/2006/relationships/notesMaster" Target="/ppt/notesMasters/notesMaster1.xml" Id="R0b19aac1b27340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a9bdbff3d448ec" /><Relationship Type="http://schemas.openxmlformats.org/officeDocument/2006/relationships/notesMaster" Target="/ppt/notesMasters/notesMaster1.xml" Id="R98ab956963fa40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d87c8c70a54059" /><Relationship Type="http://schemas.openxmlformats.org/officeDocument/2006/relationships/notesMaster" Target="/ppt/notesMasters/notesMaster1.xml" Id="R05f9b5f4ea974d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7bba8281344d13" /><Relationship Type="http://schemas.openxmlformats.org/officeDocument/2006/relationships/notesMaster" Target="/ppt/notesMasters/notesMaster1.xml" Id="Rcd4afc24cd2341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01edf99808486b" /><Relationship Type="http://schemas.openxmlformats.org/officeDocument/2006/relationships/notesMaster" Target="/ppt/notesMasters/notesMaster1.xml" Id="Rcadd0b3a1c214d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50b3b9701344a41" /><Relationship Type="http://schemas.openxmlformats.org/officeDocument/2006/relationships/notesMaster" Target="/ppt/notesMasters/notesMaster1.xml" Id="Rf023ddf4ea5041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6e0fd31a144b25" /><Relationship Type="http://schemas.openxmlformats.org/officeDocument/2006/relationships/notesMaster" Target="/ppt/notesMasters/notesMaster1.xml" Id="Rf7f8c348af2e4a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315a53995d4424" /><Relationship Type="http://schemas.openxmlformats.org/officeDocument/2006/relationships/notesMaster" Target="/ppt/notesMasters/notesMaster1.xml" Id="Ref5211db264341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9d40a63b0443a6" /><Relationship Type="http://schemas.openxmlformats.org/officeDocument/2006/relationships/notesMaster" Target="/ppt/notesMasters/notesMaster1.xml" Id="R7202fb090f834e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9b9bd46d6ba4236" /><Relationship Type="http://schemas.openxmlformats.org/officeDocument/2006/relationships/notesMaster" Target="/ppt/notesMasters/notesMaster1.xml" Id="R300ac5d5b49a41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339b23ae364bc4" /><Relationship Type="http://schemas.openxmlformats.org/officeDocument/2006/relationships/notesMaster" Target="/ppt/notesMasters/notesMaster1.xml" Id="R1d90a64ac2d84c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c90685134845f8" /><Relationship Type="http://schemas.openxmlformats.org/officeDocument/2006/relationships/notesMaster" Target="/ppt/notesMasters/notesMaster1.xml" Id="Raed51dbc87f3477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1f4cc1038e499f" /><Relationship Type="http://schemas.openxmlformats.org/officeDocument/2006/relationships/notesMaster" Target="/ppt/notesMasters/notesMaster1.xml" Id="Rc86bc9c0738e45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7b710d44e374284" /><Relationship Type="http://schemas.openxmlformats.org/officeDocument/2006/relationships/notesMaster" Target="/ppt/notesMasters/notesMaster1.xml" Id="R50ff4c2e52a347b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61506e378a84595" /><Relationship Type="http://schemas.openxmlformats.org/officeDocument/2006/relationships/notesMaster" Target="/ppt/notesMasters/notesMaster1.xml" Id="R2b613a1aaae340e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4efaa8b9ab04b98" /><Relationship Type="http://schemas.openxmlformats.org/officeDocument/2006/relationships/notesMaster" Target="/ppt/notesMasters/notesMaster1.xml" Id="R1c5ed2d4240a465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a22cd39daa14287" /><Relationship Type="http://schemas.openxmlformats.org/officeDocument/2006/relationships/notesMaster" Target="/ppt/notesMasters/notesMaster1.xml" Id="R54cc68d722ed4b5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50489d843e54a0b" /><Relationship Type="http://schemas.openxmlformats.org/officeDocument/2006/relationships/notesMaster" Target="/ppt/notesMasters/notesMaster1.xml" Id="Reecb522c2dd0494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e911a33532a48f1" /><Relationship Type="http://schemas.openxmlformats.org/officeDocument/2006/relationships/notesMaster" Target="/ppt/notesMasters/notesMaster1.xml" Id="R616e76c33ad044a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4e5001a96364c3c" /><Relationship Type="http://schemas.openxmlformats.org/officeDocument/2006/relationships/notesMaster" Target="/ppt/notesMasters/notesMaster1.xml" Id="Rb5043054cd0a424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2864b57b94847f7" /><Relationship Type="http://schemas.openxmlformats.org/officeDocument/2006/relationships/notesMaster" Target="/ppt/notesMasters/notesMaster1.xml" Id="R957134f144b5454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5ad6686b7b44a76" /><Relationship Type="http://schemas.openxmlformats.org/officeDocument/2006/relationships/notesMaster" Target="/ppt/notesMasters/notesMaster1.xml" Id="R21f06a4f22ca40e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8b57c51e9b441bf" /><Relationship Type="http://schemas.openxmlformats.org/officeDocument/2006/relationships/notesMaster" Target="/ppt/notesMasters/notesMaster1.xml" Id="R6fec9de655364de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86721e13fd54cdb" /><Relationship Type="http://schemas.openxmlformats.org/officeDocument/2006/relationships/notesMaster" Target="/ppt/notesMasters/notesMaster1.xml" Id="Rc758fc615d3847e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2af81ecd76b40c8" /><Relationship Type="http://schemas.openxmlformats.org/officeDocument/2006/relationships/notesMaster" Target="/ppt/notesMasters/notesMaster1.xml" Id="Rdf342bfa0e7f4b0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f84f1c3789f4f82" /><Relationship Type="http://schemas.openxmlformats.org/officeDocument/2006/relationships/notesMaster" Target="/ppt/notesMasters/notesMaster1.xml" Id="Ra47dca6a6c914b6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745b00b445f4d21" /><Relationship Type="http://schemas.openxmlformats.org/officeDocument/2006/relationships/notesMaster" Target="/ppt/notesMasters/notesMaster1.xml" Id="R52ee543806d7455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236b1a74a804409" /><Relationship Type="http://schemas.openxmlformats.org/officeDocument/2006/relationships/notesMaster" Target="/ppt/notesMasters/notesMaster1.xml" Id="Re9c5d900cdb8432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7cd05c579c7404d" /><Relationship Type="http://schemas.openxmlformats.org/officeDocument/2006/relationships/notesMaster" Target="/ppt/notesMasters/notesMaster1.xml" Id="R83bc5149c83846a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bc2c79a908e4167" /><Relationship Type="http://schemas.openxmlformats.org/officeDocument/2006/relationships/notesMaster" Target="/ppt/notesMasters/notesMaster1.xml" Id="R6a97ad9af5a244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turns organizational reporting into one standardized, governed and traceable business process.</a:t>
            </a:r>
          </a:p>
          <a:p xmlns:a="http://schemas.openxmlformats.org/drawingml/2006/main">
            <a:r>
              <a:t/>
            </a:r>
          </a:p>
          <a:p xmlns:a="http://schemas.openxmlformats.org/drawingml/2006/main">
            <a:r>
              <a:t>VISUAL / LAYOUT DIRECTION</a:t>
            </a:r>
          </a:p>
          <a:p xmlns:a="http://schemas.openxmlformats.org/drawingml/2006/main">
            <a:r>
              <a:t>Minimal dark cover with the repository-owned layered product motif and a concise lifecycle promise.</a:t>
            </a:r>
          </a:p>
          <a:p xmlns:a="http://schemas.openxmlformats.org/drawingml/2006/main">
            <a:r>
              <a:t/>
            </a:r>
          </a:p>
          <a:p xmlns:a="http://schemas.openxmlformats.org/drawingml/2006/main">
            <a:r>
              <a:t>PRESENTER TALK TRACK</a:t>
            </a:r>
          </a:p>
          <a:p xmlns:a="http://schemas.openxmlformats.org/drawingml/2006/main">
            <a:r>
              <a:t>WidgetFlow is designed for organizations that want reporting to operate as a controlled business process—not as a collection of disconnected files, spreadsheets and email chains. It brings template design, governance, report completion, review, collaboration, finalization and administration into one experience.</a:t>
            </a:r>
          </a:p>
          <a:p xmlns:a="http://schemas.openxmlformats.org/drawingml/2006/main">
            <a:r>
              <a:t/>
            </a:r>
          </a:p>
          <a:p xmlns:a="http://schemas.openxmlformats.org/drawingml/2006/main">
            <a:r>
              <a:t>FEATURES REPRESENTED</a:t>
            </a:r>
          </a:p>
          <a:p xmlns:a="http://schemas.openxmlformats.org/drawingml/2006/main">
            <a:r>
              <a:t>Overall product promise; templates; reports; governance; review; finalization.</a:t>
            </a:r>
          </a:p>
          <a:p xmlns:a="http://schemas.openxmlformats.org/drawingml/2006/main">
            <a:r>
              <a:t/>
            </a:r>
          </a:p>
          <a:p xmlns:a="http://schemas.openxmlformats.org/drawingml/2006/main">
            <a:r>
              <a:t>[Sources]</a:t>
            </a:r>
          </a:p>
          <a:p xmlns:a="http://schemas.openxmlformats.org/drawingml/2006/main">
            <a:r>
              <a:t>- docs/WIDGETFLOW_MASTER_SPECIFICATION.md</a:t>
            </a:r>
          </a:p>
          <a:p xmlns:a="http://schemas.openxmlformats.org/drawingml/2006/main">
            <a:r>
              <a:t>- docs/PRODUCT_AND_FEATURES.md</a:t>
            </a:r>
          </a:p>
          <a:p xmlns:a="http://schemas.openxmlformats.org/drawingml/2006/main">
            <a:r>
              <a:t>- src/assets/hero.png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The reporting problem is operational fragmentation, not a lack of files.</a:t>
            </a:r>
          </a:p>
          <a:p xmlns:a="http://schemas.openxmlformats.org/drawingml/2006/main">
            <a:r>
              <a:t/>
            </a:r>
          </a:p>
          <a:p xmlns:a="http://schemas.openxmlformats.org/drawingml/2006/main">
            <a:r>
              <a:t>VISUAL / LAYOUT DIRECTION</a:t>
            </a:r>
          </a:p>
          <a:p xmlns:a="http://schemas.openxmlformats.org/drawingml/2006/main">
            <a:r>
              <a:t>Five progressively connected pain statements create a clear business tension without fake metrics.</a:t>
            </a:r>
          </a:p>
          <a:p xmlns:a="http://schemas.openxmlformats.org/drawingml/2006/main">
            <a:r>
              <a:t/>
            </a:r>
          </a:p>
          <a:p xmlns:a="http://schemas.openxmlformats.org/drawingml/2006/main">
            <a:r>
              <a:t>PRESENTER TALK TRACK</a:t>
            </a:r>
          </a:p>
          <a:p xmlns:a="http://schemas.openxmlformats.org/drawingml/2006/main">
            <a:r>
              <a:t>Most organizations already have reporting tools. The gap is control. Teams recreate formats, reviewers chase context, and decisions scatter across channels. WidgetFlow addresses the process around the report: structure, governance, responsibility, revision and evidence.</a:t>
            </a:r>
          </a:p>
          <a:p xmlns:a="http://schemas.openxmlformats.org/drawingml/2006/main">
            <a:r>
              <a:t/>
            </a:r>
          </a:p>
          <a:p xmlns:a="http://schemas.openxmlformats.org/drawingml/2006/main">
            <a:r>
              <a:t>FEATURES REPRESENTED</a:t>
            </a:r>
          </a:p>
          <a:p xmlns:a="http://schemas.openxmlformats.org/drawingml/2006/main">
            <a:r>
              <a:t>Problem framing for standardization, governance, collaboration and auditability.</a:t>
            </a:r>
          </a:p>
          <a:p xmlns:a="http://schemas.openxmlformats.org/drawingml/2006/main">
            <a:r>
              <a:t/>
            </a:r>
          </a:p>
          <a:p xmlns:a="http://schemas.openxmlformats.org/drawingml/2006/main">
            <a:r>
              <a:t>[Sources]</a:t>
            </a:r>
          </a:p>
          <a:p xmlns:a="http://schemas.openxmlformats.org/drawingml/2006/main">
            <a:r>
              <a:t>- docs/WIDGETFLOW_MASTER_SPECIFICATION.md</a:t>
            </a:r>
          </a:p>
          <a:p xmlns:a="http://schemas.openxmlformats.org/drawingml/2006/main">
            <a:r>
              <a:t>- docs/PRODUCT_AND_FEATURES.md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connects the reusable standard to the live business workflow.</a:t>
            </a:r>
          </a:p>
          <a:p xmlns:a="http://schemas.openxmlformats.org/drawingml/2006/main">
            <a:r>
              <a:t/>
            </a:r>
          </a:p>
          <a:p xmlns:a="http://schemas.openxmlformats.org/drawingml/2006/main">
            <a:r>
              <a:t>VISUAL / LAYOUT DIRECTION</a:t>
            </a:r>
          </a:p>
          <a:p xmlns:a="http://schemas.openxmlformats.org/drawingml/2006/main">
            <a:r>
              <a:t>Four lifecycle verbs form a single horizontal operating system.</a:t>
            </a:r>
          </a:p>
          <a:p xmlns:a="http://schemas.openxmlformats.org/drawingml/2006/main">
            <a:r>
              <a:t/>
            </a:r>
          </a:p>
          <a:p xmlns:a="http://schemas.openxmlformats.org/drawingml/2006/main">
            <a:r>
              <a:t>PRESENTER TALK TRACK</a:t>
            </a:r>
          </a:p>
          <a:p xmlns:a="http://schemas.openxmlformats.org/drawingml/2006/main">
            <a:r>
              <a:t>WidgetFlow is not simply a form builder or a report archive. It begins with how reports should be structured, controls how those standards become available, guides people through completing real reports, and keeps the review and decision trail connected.</a:t>
            </a:r>
          </a:p>
          <a:p xmlns:a="http://schemas.openxmlformats.org/drawingml/2006/main">
            <a:r>
              <a:t/>
            </a:r>
          </a:p>
          <a:p xmlns:a="http://schemas.openxmlformats.org/drawingml/2006/main">
            <a:r>
              <a:t>FEATURES REPRESENTED</a:t>
            </a:r>
          </a:p>
          <a:p xmlns:a="http://schemas.openxmlformats.org/drawingml/2006/main">
            <a:r>
              <a:t>Template Studio, governance, reports, review, signatures, audit.</a:t>
            </a:r>
          </a:p>
          <a:p xmlns:a="http://schemas.openxmlformats.org/drawingml/2006/main">
            <a:r>
              <a:t/>
            </a:r>
          </a:p>
          <a:p xmlns:a="http://schemas.openxmlformats.org/drawingml/2006/main">
            <a:r>
              <a:t>[Sources]</a:t>
            </a:r>
          </a:p>
          <a:p xmlns:a="http://schemas.openxmlformats.org/drawingml/2006/main">
            <a:r>
              <a:t>- docs/WIDGETFLOW_MASTER_SPECIFICATION.md</a:t>
            </a:r>
          </a:p>
          <a:p xmlns:a="http://schemas.openxmlformats.org/drawingml/2006/main">
            <a:r>
              <a:t>- docs/PRODUCT_AND_FEATURES.md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separates operational participation from platform control.</a:t>
            </a:r>
          </a:p>
          <a:p xmlns:a="http://schemas.openxmlformats.org/drawingml/2006/main">
            <a:r>
              <a:t/>
            </a:r>
          </a:p>
          <a:p xmlns:a="http://schemas.openxmlformats.org/drawingml/2006/main">
            <a:r>
              <a:t>VISUAL / LAYOUT DIRECTION</a:t>
            </a:r>
          </a:p>
          <a:p xmlns:a="http://schemas.openxmlformats.org/drawingml/2006/main">
            <a:r>
              <a:t>Five-stage lifecycle with a single Admin control plane underneath.</a:t>
            </a:r>
          </a:p>
          <a:p xmlns:a="http://schemas.openxmlformats.org/drawingml/2006/main">
            <a:r>
              <a:t/>
            </a:r>
          </a:p>
          <a:p xmlns:a="http://schemas.openxmlformats.org/drawingml/2006/main">
            <a:r>
              <a:t>PRESENTER TALK TRACK</a:t>
            </a:r>
          </a:p>
          <a:p xmlns:a="http://schemas.openxmlformats.org/drawingml/2006/main">
            <a:r>
              <a:t>Users move through a clear lifecycle, while administrators control which capabilities and standards are available. This separation is important: Admin is not another reviewer. Admin governs the platform; business roles govern templates and reports.</a:t>
            </a:r>
          </a:p>
          <a:p xmlns:a="http://schemas.openxmlformats.org/drawingml/2006/main">
            <a:r>
              <a:t/>
            </a:r>
          </a:p>
          <a:p xmlns:a="http://schemas.openxmlformats.org/drawingml/2006/main">
            <a:r>
              <a:t>FEATURES REPRESENTED</a:t>
            </a:r>
          </a:p>
          <a:p xmlns:a="http://schemas.openxmlformats.org/drawingml/2006/main">
            <a:r>
              <a:t>End-to-end lifecycle; Admin Control Center; policy reflection.</a:t>
            </a:r>
          </a:p>
          <a:p xmlns:a="http://schemas.openxmlformats.org/drawingml/2006/main">
            <a:r>
              <a:t/>
            </a:r>
          </a:p>
          <a:p xmlns:a="http://schemas.openxmlformats.org/drawingml/2006/main">
            <a:r>
              <a:t>[Sources]</a:t>
            </a:r>
          </a:p>
          <a:p xmlns:a="http://schemas.openxmlformats.org/drawingml/2006/main">
            <a:r>
              <a:t>- docs/WIDGETFLOW_MASTER_SPECIFICATION.md</a:t>
            </a:r>
          </a:p>
          <a:p xmlns:a="http://schemas.openxmlformats.org/drawingml/2006/main">
            <a:r>
              <a:t>- docs/ADMIN_CONTROL_CENTER.md</a:t>
            </a:r>
          </a:p>
          <a:p xmlns:a="http://schemas.openxmlformats.org/drawingml/2006/main">
            <a:r>
              <a:t>- docs/WORKFLOWS_AND_STATE_MACHINES.md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gives each role a focused experience and a clear decision boundary.</a:t>
            </a:r>
          </a:p>
          <a:p xmlns:a="http://schemas.openxmlformats.org/drawingml/2006/main">
            <a:r>
              <a:t/>
            </a:r>
          </a:p>
          <a:p xmlns:a="http://schemas.openxmlformats.org/drawingml/2006/main">
            <a:r>
              <a:t>VISUAL / LAYOUT DIRECTION</a:t>
            </a:r>
          </a:p>
          <a:p xmlns:a="http://schemas.openxmlformats.org/drawingml/2006/main">
            <a:r>
              <a:t>Four role portraits with responsibilities and outcomes; Admin is explicitly separated.</a:t>
            </a:r>
          </a:p>
          <a:p xmlns:a="http://schemas.openxmlformats.org/drawingml/2006/main">
            <a:r>
              <a:t/>
            </a:r>
          </a:p>
          <a:p xmlns:a="http://schemas.openxmlformats.org/drawingml/2006/main">
            <a:r>
              <a:t>PRESENTER TALK TRACK</a:t>
            </a:r>
          </a:p>
          <a:p xmlns:a="http://schemas.openxmlformats.org/drawingml/2006/main">
            <a:r>
              <a:t>Employees build and complete work. Managers add team-level governance and report review. Directors provide executive oversight and can publish their own standards directly. Admin configures the platform and does not sit inside the business approval chain.</a:t>
            </a:r>
          </a:p>
          <a:p xmlns:a="http://schemas.openxmlformats.org/drawingml/2006/main">
            <a:r>
              <a:t/>
            </a:r>
          </a:p>
          <a:p xmlns:a="http://schemas.openxmlformats.org/drawingml/2006/main">
            <a:r>
              <a:t>FEATURES REPRESENTED</a:t>
            </a:r>
          </a:p>
          <a:p xmlns:a="http://schemas.openxmlformats.org/drawingml/2006/main">
            <a:r>
              <a:t>Employee, Manager, Director, Admin; role navigation; role dashboards and actions.</a:t>
            </a:r>
          </a:p>
          <a:p xmlns:a="http://schemas.openxmlformats.org/drawingml/2006/main">
            <a:r>
              <a:t/>
            </a:r>
          </a:p>
          <a:p xmlns:a="http://schemas.openxmlformats.org/drawingml/2006/main">
            <a:r>
              <a:t>[Sources]</a:t>
            </a:r>
          </a:p>
          <a:p xmlns:a="http://schemas.openxmlformats.org/drawingml/2006/main">
            <a:r>
              <a:t>- docs/USER_ROLES_AND_PERMISSIONS.md</a:t>
            </a:r>
          </a:p>
          <a:p xmlns:a="http://schemas.openxmlformats.org/drawingml/2006/main">
            <a:r>
              <a:t>- docs/ADMIN_CONTROL_CENTER.md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Templates and reports solve different problems and are connected by design.</a:t>
            </a:r>
          </a:p>
          <a:p xmlns:a="http://schemas.openxmlformats.org/drawingml/2006/main">
            <a:r>
              <a:t/>
            </a:r>
          </a:p>
          <a:p xmlns:a="http://schemas.openxmlformats.org/drawingml/2006/main">
            <a:r>
              <a:t>VISUAL / LAYOUT DIRECTION</a:t>
            </a:r>
          </a:p>
          <a:p xmlns:a="http://schemas.openxmlformats.org/drawingml/2006/main">
            <a:r>
              <a:t>A two-stage comparison makes the distinction unmistakable.</a:t>
            </a:r>
          </a:p>
          <a:p xmlns:a="http://schemas.openxmlformats.org/drawingml/2006/main">
            <a:r>
              <a:t/>
            </a:r>
          </a:p>
          <a:p xmlns:a="http://schemas.openxmlformats.org/drawingml/2006/main">
            <a:r>
              <a:t>PRESENTER TALK TRACK</a:t>
            </a:r>
          </a:p>
          <a:p xmlns:a="http://schemas.openxmlformats.org/drawingml/2006/main">
            <a:r>
              <a:t>A template is the reusable standard. A report is the actual completed business record. One approved template can create many reports, and each report stays bound to the version of the standard used when it was created.</a:t>
            </a:r>
          </a:p>
          <a:p xmlns:a="http://schemas.openxmlformats.org/drawingml/2006/main">
            <a:r>
              <a:t/>
            </a:r>
          </a:p>
          <a:p xmlns:a="http://schemas.openxmlformats.org/drawingml/2006/main">
            <a:r>
              <a:t>FEATURES REPRESENTED</a:t>
            </a:r>
          </a:p>
          <a:p xmlns:a="http://schemas.openxmlformats.org/drawingml/2006/main">
            <a:r>
              <a:t>Templates, Approved status, report instances, version snapshots, report history.</a:t>
            </a:r>
          </a:p>
          <a:p xmlns:a="http://schemas.openxmlformats.org/drawingml/2006/main">
            <a:r>
              <a:t/>
            </a:r>
          </a:p>
          <a:p xmlns:a="http://schemas.openxmlformats.org/drawingml/2006/main">
            <a:r>
              <a:t>[Sources]</a:t>
            </a:r>
          </a:p>
          <a:p xmlns:a="http://schemas.openxmlformats.org/drawingml/2006/main">
            <a:r>
              <a:t>- docs/WIDGETFLOW_MASTER_SPECIFICATION.md</a:t>
            </a:r>
          </a:p>
          <a:p xmlns:a="http://schemas.openxmlformats.org/drawingml/2006/main">
            <a:r>
              <a:t>- docs/PRODUCT_AND_FEATURES.md</a:t>
            </a:r>
          </a:p>
          <a:p xmlns:a="http://schemas.openxmlformats.org/drawingml/2006/main">
            <a:r>
              <a:t>- docs/WORKFLOWS_AND_STATE_MACHINES.md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Template Studio is the workspace for building reusable, structured reporting standards.</a:t>
            </a:r>
          </a:p>
          <a:p xmlns:a="http://schemas.openxmlformats.org/drawingml/2006/main">
            <a:r>
              <a:t/>
            </a:r>
          </a:p>
          <a:p xmlns:a="http://schemas.openxmlformats.org/drawingml/2006/main">
            <a:r>
              <a:t>VISUAL / LAYOUT DIRECTION</a:t>
            </a:r>
          </a:p>
          <a:p xmlns:a="http://schemas.openxmlformats.org/drawingml/2006/main">
            <a:r>
              <a:t>Nine Studio areas shown as a flat capability landscape rather than a software menu dump.</a:t>
            </a:r>
          </a:p>
          <a:p xmlns:a="http://schemas.openxmlformats.org/drawingml/2006/main">
            <a:r>
              <a:t/>
            </a:r>
          </a:p>
          <a:p xmlns:a="http://schemas.openxmlformats.org/drawingml/2006/main">
            <a:r>
              <a:t>PRESENTER TALK TRACK</a:t>
            </a:r>
          </a:p>
          <a:p xmlns:a="http://schemas.openxmlformats.org/drawingml/2006/main">
            <a:r>
              <a:t>Creators can begin from approved templates, reusable packs or a blank structure. They organize sections, add fields and content, apply themes, preview the result and submit it into governance. The current build also contains workflow design and simulation tools; the reliable live customer story uses the established approval and report review paths.</a:t>
            </a:r>
          </a:p>
          <a:p xmlns:a="http://schemas.openxmlformats.org/drawingml/2006/main">
            <a:r>
              <a:t/>
            </a:r>
          </a:p>
          <a:p xmlns:a="http://schemas.openxmlformats.org/drawingml/2006/main">
            <a:r>
              <a:t>FEATURES REPRESENTED</a:t>
            </a:r>
          </a:p>
          <a:p xmlns:a="http://schemas.openxmlformats.org/drawingml/2006/main">
            <a:r>
              <a:t>Templates, Elements, Content Library, Packs, Text, Sections, Data Fields, Themes, workflow design/simulation surface, preview, save and submit.</a:t>
            </a:r>
          </a:p>
          <a:p xmlns:a="http://schemas.openxmlformats.org/drawingml/2006/main">
            <a:r>
              <a:t/>
            </a:r>
          </a:p>
          <a:p xmlns:a="http://schemas.openxmlformats.org/drawingml/2006/main">
            <a:r>
              <a:t>[Sources]</a:t>
            </a:r>
          </a:p>
          <a:p xmlns:a="http://schemas.openxmlformats.org/drawingml/2006/main">
            <a:r>
              <a:t>- docs/TEMPLATE_STUDIO.md</a:t>
            </a:r>
          </a:p>
          <a:p xmlns:a="http://schemas.openxmlformats.org/drawingml/2006/main">
            <a:r>
              <a:t>- docs/KNOWN_ISSUES_AND_TECHNICAL_DEBT.md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The element inventory covers everyday forms, financial reporting, rich document layout and advanced data capture.</a:t>
            </a:r>
          </a:p>
          <a:p xmlns:a="http://schemas.openxmlformats.org/drawingml/2006/main">
            <a:r>
              <a:t/>
            </a:r>
          </a:p>
          <a:p xmlns:a="http://schemas.openxmlformats.org/drawingml/2006/main">
            <a:r>
              <a:t>VISUAL / LAYOUT DIRECTION</a:t>
            </a:r>
          </a:p>
          <a:p xmlns:a="http://schemas.openxmlformats.org/drawingml/2006/main">
            <a:r>
              <a:t>Five clean horizontal families, grouping all 23 actual element types.</a:t>
            </a:r>
          </a:p>
          <a:p xmlns:a="http://schemas.openxmlformats.org/drawingml/2006/main">
            <a:r>
              <a:t/>
            </a:r>
          </a:p>
          <a:p xmlns:a="http://schemas.openxmlformats.org/drawingml/2006/main">
            <a:r>
              <a:t>PRESENTER TALK TRACK</a:t>
            </a:r>
          </a:p>
          <a:p xmlns:a="http://schemas.openxmlformats.org/drawingml/2006/main">
            <a:r>
              <a:t>WidgetFlow can stay simple for a weekly operational form or support richer reporting with tables, repeating records, file attachments, signatures and KPI blocks. Admin can shape which building blocks appear to creators.</a:t>
            </a:r>
          </a:p>
          <a:p xmlns:a="http://schemas.openxmlformats.org/drawingml/2006/main">
            <a:r>
              <a:t/>
            </a:r>
          </a:p>
          <a:p xmlns:a="http://schemas.openxmlformats.org/drawingml/2006/main">
            <a:r>
              <a:t>FEATURES REPRESENTED</a:t>
            </a:r>
          </a:p>
          <a:p xmlns:a="http://schemas.openxmlformats.org/drawingml/2006/main">
            <a:r>
              <a:t>All 23 element types; element grouping; Admin element availability.</a:t>
            </a:r>
          </a:p>
          <a:p xmlns:a="http://schemas.openxmlformats.org/drawingml/2006/main">
            <a:r>
              <a:t/>
            </a:r>
          </a:p>
          <a:p xmlns:a="http://schemas.openxmlformats.org/drawingml/2006/main">
            <a:r>
              <a:t>[Sources]</a:t>
            </a:r>
          </a:p>
          <a:p xmlns:a="http://schemas.openxmlformats.org/drawingml/2006/main">
            <a:r>
              <a:t>- docs/TEMPLATE_STUDIO.md</a:t>
            </a:r>
          </a:p>
          <a:p xmlns:a="http://schemas.openxmlformats.org/drawingml/2006/main">
            <a:r>
              <a:t>- docs/ADMIN_CONTROL_CENTER.md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Content Library standardizes language; Data Fields standardize information capture.</a:t>
            </a:r>
          </a:p>
          <a:p xmlns:a="http://schemas.openxmlformats.org/drawingml/2006/main">
            <a:r>
              <a:t/>
            </a:r>
          </a:p>
          <a:p xmlns:a="http://schemas.openxmlformats.org/drawingml/2006/main">
            <a:r>
              <a:t>VISUAL / LAYOUT DIRECTION</a:t>
            </a:r>
          </a:p>
          <a:p xmlns:a="http://schemas.openxmlformats.org/drawingml/2006/main">
            <a:r>
              <a:t>Side-by-side distinction with real supported examples.</a:t>
            </a:r>
          </a:p>
          <a:p xmlns:a="http://schemas.openxmlformats.org/drawingml/2006/main">
            <a:r>
              <a:t/>
            </a:r>
          </a:p>
          <a:p xmlns:a="http://schemas.openxmlformats.org/drawingml/2006/main">
            <a:r>
              <a:t>PRESENTER TALK TRACK</a:t>
            </a:r>
          </a:p>
          <a:p xmlns:a="http://schemas.openxmlformats.org/drawingml/2006/main">
            <a:r>
              <a:t>A confidentiality statement should not be rewritten every time. It belongs in the Content Library. A reporting date or amount changes with every report, so it belongs as a Data Field. WidgetFlow keeps those concepts separate while making both reusable.</a:t>
            </a:r>
          </a:p>
          <a:p xmlns:a="http://schemas.openxmlformats.org/drawingml/2006/main">
            <a:r>
              <a:t/>
            </a:r>
          </a:p>
          <a:p xmlns:a="http://schemas.openxmlformats.org/drawingml/2006/main">
            <a:r>
              <a:t>FEATURES REPRESENTED</a:t>
            </a:r>
          </a:p>
          <a:p xmlns:a="http://schemas.openxmlformats.org/drawingml/2006/main">
            <a:r>
              <a:t>Admin Content Library, six content types, Data Fields catalog, snapshot insertion.</a:t>
            </a:r>
          </a:p>
          <a:p xmlns:a="http://schemas.openxmlformats.org/drawingml/2006/main">
            <a:r>
              <a:t/>
            </a:r>
          </a:p>
          <a:p xmlns:a="http://schemas.openxmlformats.org/drawingml/2006/main">
            <a:r>
              <a:t>[Sources]</a:t>
            </a:r>
          </a:p>
          <a:p xmlns:a="http://schemas.openxmlformats.org/drawingml/2006/main">
            <a:r>
              <a:t>- docs/PACKS_AND_CONTENT_LIBRARY.md</a:t>
            </a:r>
          </a:p>
          <a:p xmlns:a="http://schemas.openxmlformats.org/drawingml/2006/main">
            <a:r>
              <a:t>- docs/TEMPLATE_STUDIO.md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supports centrally governed reuse and individual productivity without confusing Packs with Templates.</a:t>
            </a:r>
          </a:p>
          <a:p xmlns:a="http://schemas.openxmlformats.org/drawingml/2006/main">
            <a:r>
              <a:t/>
            </a:r>
          </a:p>
          <a:p xmlns:a="http://schemas.openxmlformats.org/drawingml/2006/main">
            <a:r>
              <a:t>VISUAL / LAYOUT DIRECTION</a:t>
            </a:r>
          </a:p>
          <a:p xmlns:a="http://schemas.openxmlformats.org/drawingml/2006/main">
            <a:r>
              <a:t>Three-level reuse model with distinct ownership and value.</a:t>
            </a:r>
          </a:p>
          <a:p xmlns:a="http://schemas.openxmlformats.org/drawingml/2006/main">
            <a:r>
              <a:t/>
            </a:r>
          </a:p>
          <a:p xmlns:a="http://schemas.openxmlformats.org/drawingml/2006/main">
            <a:r>
              <a:t>PRESENTER TALK TRACK</a:t>
            </a:r>
          </a:p>
          <a:p xmlns:a="http://schemas.openxmlformats.org/drawingml/2006/main">
            <a:r>
              <a:t>Standard Packs are organization-approved combinations. Built-in Packs provide ready-made section patterns. My Packs let individuals save recurring combinations for their own work. In every case, a Pack accelerates authoring; the governed Template remains the business standard.</a:t>
            </a:r>
          </a:p>
          <a:p xmlns:a="http://schemas.openxmlformats.org/drawingml/2006/main">
            <a:r>
              <a:t/>
            </a:r>
          </a:p>
          <a:p xmlns:a="http://schemas.openxmlformats.org/drawingml/2006/main">
            <a:r>
              <a:t>FEATURES REPRESENTED</a:t>
            </a:r>
          </a:p>
          <a:p xmlns:a="http://schemas.openxmlformats.org/drawingml/2006/main">
            <a:r>
              <a:t>Standard Packs, built-in Content Packs, My Packs, preview, insertion and ownership.</a:t>
            </a:r>
          </a:p>
          <a:p xmlns:a="http://schemas.openxmlformats.org/drawingml/2006/main">
            <a:r>
              <a:t/>
            </a:r>
          </a:p>
          <a:p xmlns:a="http://schemas.openxmlformats.org/drawingml/2006/main">
            <a:r>
              <a:t>[Sources]</a:t>
            </a:r>
          </a:p>
          <a:p xmlns:a="http://schemas.openxmlformats.org/drawingml/2006/main">
            <a:r>
              <a:t>- docs/PACKS_AND_CONTENT_LIBRARY.md</a:t>
            </a:r>
          </a:p>
          <a:p xmlns:a="http://schemas.openxmlformats.org/drawingml/2006/main">
            <a:r>
              <a:t>- docs/PRODUCT_AND_FEATURES.md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Snapshot insertion delivers reuse without breaking earlier templates.</a:t>
            </a:r>
          </a:p>
          <a:p xmlns:a="http://schemas.openxmlformats.org/drawingml/2006/main">
            <a:r>
              <a:t/>
            </a:r>
          </a:p>
          <a:p xmlns:a="http://schemas.openxmlformats.org/drawingml/2006/main">
            <a:r>
              <a:t>VISUAL / LAYOUT DIRECTION</a:t>
            </a:r>
          </a:p>
          <a:p xmlns:a="http://schemas.openxmlformats.org/drawingml/2006/main">
            <a:r>
              <a:t>Four-stage copy flow ending in stability.</a:t>
            </a:r>
          </a:p>
          <a:p xmlns:a="http://schemas.openxmlformats.org/drawingml/2006/main">
            <a:r>
              <a:t/>
            </a:r>
          </a:p>
          <a:p xmlns:a="http://schemas.openxmlformats.org/drawingml/2006/main">
            <a:r>
              <a:t>PRESENTER TALK TRACK</a:t>
            </a:r>
          </a:p>
          <a:p xmlns:a="http://schemas.openxmlformats.org/drawingml/2006/main">
            <a:r>
              <a:t>When a user inserts a Pack or Content Library item, the template receives a copy. If Admin later updates or disables the source, existing templates are not silently rewritten. That gives organizations controlled evolution and users predictable work.</a:t>
            </a:r>
          </a:p>
          <a:p xmlns:a="http://schemas.openxmlformats.org/drawingml/2006/main">
            <a:r>
              <a:t/>
            </a:r>
          </a:p>
          <a:p xmlns:a="http://schemas.openxmlformats.org/drawingml/2006/main">
            <a:r>
              <a:t>FEATURES REPRESENTED</a:t>
            </a:r>
          </a:p>
          <a:p xmlns:a="http://schemas.openxmlformats.org/drawingml/2006/main">
            <a:r>
              <a:t>Snapshot-copy behavior across Standard Packs, My Packs, built-in Packs and Content Library.</a:t>
            </a:r>
          </a:p>
          <a:p xmlns:a="http://schemas.openxmlformats.org/drawingml/2006/main">
            <a:r>
              <a:t/>
            </a:r>
          </a:p>
          <a:p xmlns:a="http://schemas.openxmlformats.org/drawingml/2006/main">
            <a:r>
              <a:t>[Sources]</a:t>
            </a:r>
          </a:p>
          <a:p xmlns:a="http://schemas.openxmlformats.org/drawingml/2006/main">
            <a:r>
              <a:t>- docs/PACKS_AND_CONTENT_LIBRARY.md</a:t>
            </a:r>
          </a:p>
          <a:p xmlns:a="http://schemas.openxmlformats.org/drawingml/2006/main">
            <a:r>
              <a:t>- docs/WIDGETFLOW_MASTER_SPECIFICATION.md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applies role-appropriate oversight before a template becomes an organizational standard.</a:t>
            </a:r>
          </a:p>
          <a:p xmlns:a="http://schemas.openxmlformats.org/drawingml/2006/main">
            <a:r>
              <a:t/>
            </a:r>
          </a:p>
          <a:p xmlns:a="http://schemas.openxmlformats.org/drawingml/2006/main">
            <a:r>
              <a:t>VISUAL / LAYOUT DIRECTION</a:t>
            </a:r>
          </a:p>
          <a:p xmlns:a="http://schemas.openxmlformats.org/drawingml/2006/main">
            <a:r>
              <a:t>Three explicit governance lanes: Employee to Manager, Manager to Director, Director direct publication.</a:t>
            </a:r>
          </a:p>
          <a:p xmlns:a="http://schemas.openxmlformats.org/drawingml/2006/main">
            <a:r>
              <a:t/>
            </a:r>
          </a:p>
          <a:p xmlns:a="http://schemas.openxmlformats.org/drawingml/2006/main">
            <a:r>
              <a:t>PRESENTER TALK TRACK</a:t>
            </a:r>
          </a:p>
          <a:p xmlns:a="http://schemas.openxmlformats.org/drawingml/2006/main">
            <a:r>
              <a:t>This hierarchy prevents uncontrolled standards from appearing across the organization. Employee-created templates receive Manager review. Manager-created templates receive Director review. Director-created templates publish directly. Admin can turn governance on or off, but Admin is not an approver.</a:t>
            </a:r>
          </a:p>
          <a:p xmlns:a="http://schemas.openxmlformats.org/drawingml/2006/main">
            <a:r>
              <a:t/>
            </a:r>
          </a:p>
          <a:p xmlns:a="http://schemas.openxmlformats.org/drawingml/2006/main">
            <a:r>
              <a:t>FEATURES REPRESENTED</a:t>
            </a:r>
          </a:p>
          <a:p xmlns:a="http://schemas.openxmlformats.org/drawingml/2006/main">
            <a:r>
              <a:t>Template submit, approval hierarchy, direct Director publication, governance system policy.</a:t>
            </a:r>
          </a:p>
          <a:p xmlns:a="http://schemas.openxmlformats.org/drawingml/2006/main">
            <a:r>
              <a:t/>
            </a:r>
          </a:p>
          <a:p xmlns:a="http://schemas.openxmlformats.org/drawingml/2006/main">
            <a:r>
              <a:t>[Sources]</a:t>
            </a:r>
          </a:p>
          <a:p xmlns:a="http://schemas.openxmlformats.org/drawingml/2006/main">
            <a:r>
              <a:t>- docs/USER_ROLES_AND_PERMISSIONS.md</a:t>
            </a:r>
          </a:p>
          <a:p xmlns:a="http://schemas.openxmlformats.org/drawingml/2006/main">
            <a:r>
              <a:t>- docs/WORKFLOWS_AND_STATE_MACHINES.md</a:t>
            </a:r>
          </a:p>
          <a:p xmlns:a="http://schemas.openxmlformats.org/drawingml/2006/main">
            <a:r>
              <a:t>- docs/ADMIN_CONTROL_CENTER.md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Governance includes controlled drafting, contextual decisions and safe version evolution.</a:t>
            </a:r>
          </a:p>
          <a:p xmlns:a="http://schemas.openxmlformats.org/drawingml/2006/main">
            <a:r>
              <a:t/>
            </a:r>
          </a:p>
          <a:p xmlns:a="http://schemas.openxmlformats.org/drawingml/2006/main">
            <a:r>
              <a:t>VISUAL / LAYOUT DIRECTION</a:t>
            </a:r>
          </a:p>
          <a:p xmlns:a="http://schemas.openxmlformats.org/drawingml/2006/main">
            <a:r>
              <a:t>Four governance commitments arranged as a balanced editorial grid.</a:t>
            </a:r>
          </a:p>
          <a:p xmlns:a="http://schemas.openxmlformats.org/drawingml/2006/main">
            <a:r>
              <a:t/>
            </a:r>
          </a:p>
          <a:p xmlns:a="http://schemas.openxmlformats.org/drawingml/2006/main">
            <a:r>
              <a:t>PRESENTER TALK TRACK</a:t>
            </a:r>
          </a:p>
          <a:p xmlns:a="http://schemas.openxmlformats.org/drawingml/2006/main">
            <a:r>
              <a:t>Approved templates are locked from normal overwrite. When the standard needs to evolve, a new draft version is created. Reports retain the version used at creation, so future template evolution does not erase the context of prior reporting.</a:t>
            </a:r>
          </a:p>
          <a:p xmlns:a="http://schemas.openxmlformats.org/drawingml/2006/main">
            <a:r>
              <a:t/>
            </a:r>
          </a:p>
          <a:p xmlns:a="http://schemas.openxmlformats.org/drawingml/2006/main">
            <a:r>
              <a:t>FEATURES REPRESENTED</a:t>
            </a:r>
          </a:p>
          <a:p xmlns:a="http://schemas.openxmlformats.org/drawingml/2006/main">
            <a:r>
              <a:t>Draft save, preview, template comments, approve/reject, immutable Approved state, versioning, archival replacement, report snapshot binding.</a:t>
            </a:r>
          </a:p>
          <a:p xmlns:a="http://schemas.openxmlformats.org/drawingml/2006/main">
            <a:r>
              <a:t/>
            </a:r>
          </a:p>
          <a:p xmlns:a="http://schemas.openxmlformats.org/drawingml/2006/main">
            <a:r>
              <a:t>[Sources]</a:t>
            </a:r>
          </a:p>
          <a:p xmlns:a="http://schemas.openxmlformats.org/drawingml/2006/main">
            <a:r>
              <a:t>- docs/PRODUCT_AND_FEATURES.md</a:t>
            </a:r>
          </a:p>
          <a:p xmlns:a="http://schemas.openxmlformats.org/drawingml/2006/main">
            <a:r>
              <a:t>- docs/WORKFLOWS_AND_STATE_MACHINES.md</a:t>
            </a:r>
          </a:p>
          <a:p xmlns:a="http://schemas.openxmlformats.org/drawingml/2006/main">
            <a:r>
              <a:t>- docs/NOTIFICATIONS_AND_AUDIT.md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An approved template becomes a guided reporting experience rather than another blank document.</a:t>
            </a:r>
          </a:p>
          <a:p xmlns:a="http://schemas.openxmlformats.org/drawingml/2006/main">
            <a:r>
              <a:t/>
            </a:r>
          </a:p>
          <a:p xmlns:a="http://schemas.openxmlformats.org/drawingml/2006/main">
            <a:r>
              <a:t>VISUAL / LAYOUT DIRECTION</a:t>
            </a:r>
          </a:p>
          <a:p xmlns:a="http://schemas.openxmlformats.org/drawingml/2006/main">
            <a:r>
              <a:t>Five-step report creation path plus three customer outcomes.</a:t>
            </a:r>
          </a:p>
          <a:p xmlns:a="http://schemas.openxmlformats.org/drawingml/2006/main">
            <a:r>
              <a:t/>
            </a:r>
          </a:p>
          <a:p xmlns:a="http://schemas.openxmlformats.org/drawingml/2006/main">
            <a:r>
              <a:t>PRESENTER TALK TRACK</a:t>
            </a:r>
          </a:p>
          <a:p xmlns:a="http://schemas.openxmlformats.org/drawingml/2006/main">
            <a:r>
              <a:t>Users begin with an approved standard, complete actual business data, and validate required information before sending the report forward. This makes reporting more repeatable and reduces missing data without forcing teams to rebuild formats.</a:t>
            </a:r>
          </a:p>
          <a:p xmlns:a="http://schemas.openxmlformats.org/drawingml/2006/main">
            <a:r>
              <a:t/>
            </a:r>
          </a:p>
          <a:p xmlns:a="http://schemas.openxmlformats.org/drawingml/2006/main">
            <a:r>
              <a:t>FEATURES REPRESENTED</a:t>
            </a:r>
          </a:p>
          <a:p xmlns:a="http://schemas.openxmlformats.org/drawingml/2006/main">
            <a:r>
              <a:t>Use Template, report creation, fields, required validation, calculations, completion, recipient selection and sending.</a:t>
            </a:r>
          </a:p>
          <a:p xmlns:a="http://schemas.openxmlformats.org/drawingml/2006/main">
            <a:r>
              <a:t/>
            </a:r>
          </a:p>
          <a:p xmlns:a="http://schemas.openxmlformats.org/drawingml/2006/main">
            <a:r>
              <a:t>[Sources]</a:t>
            </a:r>
          </a:p>
          <a:p xmlns:a="http://schemas.openxmlformats.org/drawingml/2006/main">
            <a:r>
              <a:t>- docs/PRODUCT_AND_FEATURES.md</a:t>
            </a:r>
          </a:p>
          <a:p xmlns:a="http://schemas.openxmlformats.org/drawingml/2006/main">
            <a:r>
              <a:t>- docs/WORKFLOWS_AND_STATE_MACHINES.md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turns review into explicit, traceable actions.</a:t>
            </a:r>
          </a:p>
          <a:p xmlns:a="http://schemas.openxmlformats.org/drawingml/2006/main">
            <a:r>
              <a:t/>
            </a:r>
          </a:p>
          <a:p xmlns:a="http://schemas.openxmlformats.org/drawingml/2006/main">
            <a:r>
              <a:t>VISUAL / LAYOUT DIRECTION</a:t>
            </a:r>
          </a:p>
          <a:p xmlns:a="http://schemas.openxmlformats.org/drawingml/2006/main">
            <a:r>
              <a:t>One assigned report branches into four supported reviewer outcomes.</a:t>
            </a:r>
          </a:p>
          <a:p xmlns:a="http://schemas.openxmlformats.org/drawingml/2006/main">
            <a:r>
              <a:t/>
            </a:r>
          </a:p>
          <a:p xmlns:a="http://schemas.openxmlformats.org/drawingml/2006/main">
            <a:r>
              <a:t>PRESENTER TALK TRACK</a:t>
            </a:r>
          </a:p>
          <a:p xmlns:a="http://schemas.openxmlformats.org/drawingml/2006/main">
            <a:r>
              <a:t>The reviewer works inside the report, not across disconnected channels. They can clarify through comments, return the report for correction, reject it with a reason, or sign it as final. Each action changes the state clearly and preserves context.</a:t>
            </a:r>
          </a:p>
          <a:p xmlns:a="http://schemas.openxmlformats.org/drawingml/2006/main">
            <a:r>
              <a:t/>
            </a:r>
          </a:p>
          <a:p xmlns:a="http://schemas.openxmlformats.org/drawingml/2006/main">
            <a:r>
              <a:t>FEATURES REPRESENTED</a:t>
            </a:r>
          </a:p>
          <a:p xmlns:a="http://schemas.openxmlformats.org/drawingml/2006/main">
            <a:r>
              <a:t>Received reports, report comments, Return for Changes, rejection, digital signature.</a:t>
            </a:r>
          </a:p>
          <a:p xmlns:a="http://schemas.openxmlformats.org/drawingml/2006/main">
            <a:r>
              <a:t/>
            </a:r>
          </a:p>
          <a:p xmlns:a="http://schemas.openxmlformats.org/drawingml/2006/main">
            <a:r>
              <a:t>[Sources]</a:t>
            </a:r>
          </a:p>
          <a:p xmlns:a="http://schemas.openxmlformats.org/drawingml/2006/main">
            <a:r>
              <a:t>- docs/PRODUCT_AND_FEATURES.md</a:t>
            </a:r>
          </a:p>
          <a:p xmlns:a="http://schemas.openxmlformats.org/drawingml/2006/main">
            <a:r>
              <a:t>- docs/WORKFLOWS_AND_STATE_MACHINES.md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separates revisable feedback from a terminal negative decision.</a:t>
            </a:r>
          </a:p>
          <a:p xmlns:a="http://schemas.openxmlformats.org/drawingml/2006/main">
            <a:r>
              <a:t/>
            </a:r>
          </a:p>
          <a:p xmlns:a="http://schemas.openxmlformats.org/drawingml/2006/main">
            <a:r>
              <a:t>VISUAL / LAYOUT DIRECTION</a:t>
            </a:r>
          </a:p>
          <a:p xmlns:a="http://schemas.openxmlformats.org/drawingml/2006/main">
            <a:r>
              <a:t>Side-by-side business comparison with the actual current state behavior.</a:t>
            </a:r>
          </a:p>
          <a:p xmlns:a="http://schemas.openxmlformats.org/drawingml/2006/main">
            <a:r>
              <a:t/>
            </a:r>
          </a:p>
          <a:p xmlns:a="http://schemas.openxmlformats.org/drawingml/2006/main">
            <a:r>
              <a:t>PRESENTER TALK TRACK</a:t>
            </a:r>
          </a:p>
          <a:p xmlns:a="http://schemas.openxmlformats.org/drawingml/2006/main">
            <a:r>
              <a:t>Return for Changes keeps the process alive: the creator edits, completes and resends. Rejection is final in the current classic workflow and requires a reason. That distinction prevents teams from treating every negative response as the same vague status.</a:t>
            </a:r>
          </a:p>
          <a:p xmlns:a="http://schemas.openxmlformats.org/drawingml/2006/main">
            <a:r>
              <a:t/>
            </a:r>
          </a:p>
          <a:p xmlns:a="http://schemas.openxmlformats.org/drawingml/2006/main">
            <a:r>
              <a:t>FEATURES REPRESENTED</a:t>
            </a:r>
          </a:p>
          <a:p xmlns:a="http://schemas.openxmlformats.org/drawingml/2006/main">
            <a:r>
              <a:t>Return reason, revision/resubmission loop, rejection reason, terminal Rejected state.</a:t>
            </a:r>
          </a:p>
          <a:p xmlns:a="http://schemas.openxmlformats.org/drawingml/2006/main">
            <a:r>
              <a:t/>
            </a:r>
          </a:p>
          <a:p xmlns:a="http://schemas.openxmlformats.org/drawingml/2006/main">
            <a:r>
              <a:t>[Sources]</a:t>
            </a:r>
          </a:p>
          <a:p xmlns:a="http://schemas.openxmlformats.org/drawingml/2006/main">
            <a:r>
              <a:t>- docs/WORKFLOWS_AND_STATE_MACHINES.md</a:t>
            </a:r>
          </a:p>
          <a:p xmlns:a="http://schemas.openxmlformats.org/drawingml/2006/main">
            <a:r>
              <a:t>- docs/PRODUCT_AND_FEATURES.md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provides a traceable finalization record and locks the finalized report.</a:t>
            </a:r>
          </a:p>
          <a:p xmlns:a="http://schemas.openxmlformats.org/drawingml/2006/main">
            <a:r>
              <a:t/>
            </a:r>
          </a:p>
          <a:p xmlns:a="http://schemas.openxmlformats.org/drawingml/2006/main">
            <a:r>
              <a:t>VISUAL / LAYOUT DIRECTION</a:t>
            </a:r>
          </a:p>
          <a:p xmlns:a="http://schemas.openxmlformats.org/drawingml/2006/main">
            <a:r>
              <a:t>Four-step signature evidence chain with the three supported profile methods.</a:t>
            </a:r>
          </a:p>
          <a:p xmlns:a="http://schemas.openxmlformats.org/drawingml/2006/main">
            <a:r>
              <a:t/>
            </a:r>
          </a:p>
          <a:p xmlns:a="http://schemas.openxmlformats.org/drawingml/2006/main">
            <a:r>
              <a:t>PRESENTER TALK TRACK</a:t>
            </a:r>
          </a:p>
          <a:p xmlns:a="http://schemas.openxmlformats.org/drawingml/2006/main">
            <a:r>
              <a:t>Authorized users can sign using typed, drawn or uploaded signature profiles. WidgetFlow records signer identity, role, method, time, verification ID and a content hash. A receiver signature moves the report to Signed and locks further editing. We position this as traceable workflow evidence—not as a legal compliance certification.</a:t>
            </a:r>
          </a:p>
          <a:p xmlns:a="http://schemas.openxmlformats.org/drawingml/2006/main">
            <a:r>
              <a:t/>
            </a:r>
          </a:p>
          <a:p xmlns:a="http://schemas.openxmlformats.org/drawingml/2006/main">
            <a:r>
              <a:t>FEATURES REPRESENTED</a:t>
            </a:r>
          </a:p>
          <a:p xmlns:a="http://schemas.openxmlformats.org/drawingml/2006/main">
            <a:r>
              <a:t>Signature profiles, uploaded/drawn/typed methods, sender/receiver roles, verification ID, hash, signature history, Signed lock.</a:t>
            </a:r>
          </a:p>
          <a:p xmlns:a="http://schemas.openxmlformats.org/drawingml/2006/main">
            <a:r>
              <a:t/>
            </a:r>
          </a:p>
          <a:p xmlns:a="http://schemas.openxmlformats.org/drawingml/2006/main">
            <a:r>
              <a:t>[Sources]</a:t>
            </a:r>
          </a:p>
          <a:p xmlns:a="http://schemas.openxmlformats.org/drawingml/2006/main">
            <a:r>
              <a:t>- docs/WORKFLOWS_AND_STATE_MACHINES.md</a:t>
            </a:r>
          </a:p>
          <a:p xmlns:a="http://schemas.openxmlformats.org/drawingml/2006/main">
            <a:r>
              <a:t>- docs/NOTIFICATIONS_AND_AUDIT.md</a:t>
            </a:r>
          </a:p>
          <a:p xmlns:a="http://schemas.openxmlformats.org/drawingml/2006/main">
            <a:r>
              <a:t>- docs/KNOWN_ISSUES_AND_TECHNICAL_DEBT.md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keeps collaboration contextual and makes required actions visible.</a:t>
            </a:r>
          </a:p>
          <a:p xmlns:a="http://schemas.openxmlformats.org/drawingml/2006/main">
            <a:r>
              <a:t/>
            </a:r>
          </a:p>
          <a:p xmlns:a="http://schemas.openxmlformats.org/drawingml/2006/main">
            <a:r>
              <a:t>VISUAL / LAYOUT DIRECTION</a:t>
            </a:r>
          </a:p>
          <a:p xmlns:a="http://schemas.openxmlformats.org/drawingml/2006/main">
            <a:r>
              <a:t>Two-part collaboration model with the complete eight-trigger notification set.</a:t>
            </a:r>
          </a:p>
          <a:p xmlns:a="http://schemas.openxmlformats.org/drawingml/2006/main">
            <a:r>
              <a:t/>
            </a:r>
          </a:p>
          <a:p xmlns:a="http://schemas.openxmlformats.org/drawingml/2006/main">
            <a:r>
              <a:t>PRESENTER TALK TRACK</a:t>
            </a:r>
          </a:p>
          <a:p xmlns:a="http://schemas.openxmlformats.org/drawingml/2006/main">
            <a:r>
              <a:t>Comments stay attached to the template request or report under discussion. Notifications then surface when a user needs to approve, review, revise, acknowledge a rejection, see a signature or respond to a comment. Users can manage read status from both a dropdown and full inbox.</a:t>
            </a:r>
          </a:p>
          <a:p xmlns:a="http://schemas.openxmlformats.org/drawingml/2006/main">
            <a:r>
              <a:t/>
            </a:r>
          </a:p>
          <a:p xmlns:a="http://schemas.openxmlformats.org/drawingml/2006/main">
            <a:r>
              <a:t>FEATURES REPRESENTED</a:t>
            </a:r>
          </a:p>
          <a:p xmlns:a="http://schemas.openxmlformats.org/drawingml/2006/main">
            <a:r>
              <a:t>Template comments, report comments, eight notification types, dropdown, inbox, read/read-all and entity navigation.</a:t>
            </a:r>
          </a:p>
          <a:p xmlns:a="http://schemas.openxmlformats.org/drawingml/2006/main">
            <a:r>
              <a:t/>
            </a:r>
          </a:p>
          <a:p xmlns:a="http://schemas.openxmlformats.org/drawingml/2006/main">
            <a:r>
              <a:t>[Sources]</a:t>
            </a:r>
          </a:p>
          <a:p xmlns:a="http://schemas.openxmlformats.org/drawingml/2006/main">
            <a:r>
              <a:t>- docs/NOTIFICATIONS_AND_AUDIT.md</a:t>
            </a:r>
          </a:p>
          <a:p xmlns:a="http://schemas.openxmlformats.org/drawingml/2006/main">
            <a:r>
              <a:t>- docs/PRODUCT_AND_FEATURES.md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makes workflow and configuration decisions reconstructable.</a:t>
            </a:r>
          </a:p>
          <a:p xmlns:a="http://schemas.openxmlformats.org/drawingml/2006/main">
            <a:r>
              <a:t/>
            </a:r>
          </a:p>
          <a:p xmlns:a="http://schemas.openxmlformats.org/drawingml/2006/main">
            <a:r>
              <a:t>VISUAL / LAYOUT DIRECTION</a:t>
            </a:r>
          </a:p>
          <a:p xmlns:a="http://schemas.openxmlformats.org/drawingml/2006/main">
            <a:r>
              <a:t>Four complementary audit layers form one accountability model.</a:t>
            </a:r>
          </a:p>
          <a:p xmlns:a="http://schemas.openxmlformats.org/drawingml/2006/main">
            <a:r>
              <a:t/>
            </a:r>
          </a:p>
          <a:p xmlns:a="http://schemas.openxmlformats.org/drawingml/2006/main">
            <a:r>
              <a:t>PRESENTER TALK TRACK</a:t>
            </a:r>
          </a:p>
          <a:p xmlns:a="http://schemas.openxmlformats.org/drawingml/2006/main">
            <a:r>
              <a:t>Different events need different evidence. Template history records governance. Report history records the operational lifecycle. Signature evidence records finalization details. The Admin audit log records changes to the organization’s configuration. Together they make follow-up and accountability substantially clearer.</a:t>
            </a:r>
          </a:p>
          <a:p xmlns:a="http://schemas.openxmlformats.org/drawingml/2006/main">
            <a:r>
              <a:t/>
            </a:r>
          </a:p>
          <a:p xmlns:a="http://schemas.openxmlformats.org/drawingml/2006/main">
            <a:r>
              <a:t>FEATURES REPRESENTED</a:t>
            </a:r>
          </a:p>
          <a:p xmlns:a="http://schemas.openxmlformats.org/drawingml/2006/main">
            <a:r>
              <a:t>Template audit, report audit, signature history, Admin audit log.</a:t>
            </a:r>
          </a:p>
          <a:p xmlns:a="http://schemas.openxmlformats.org/drawingml/2006/main">
            <a:r>
              <a:t/>
            </a:r>
          </a:p>
          <a:p xmlns:a="http://schemas.openxmlformats.org/drawingml/2006/main">
            <a:r>
              <a:t>[Sources]</a:t>
            </a:r>
          </a:p>
          <a:p xmlns:a="http://schemas.openxmlformats.org/drawingml/2006/main">
            <a:r>
              <a:t>- docs/NOTIFICATIONS_AND_AUDIT.md</a:t>
            </a:r>
          </a:p>
          <a:p xmlns:a="http://schemas.openxmlformats.org/drawingml/2006/main">
            <a:r>
              <a:t>- docs/ADMIN_CONTROL_CENTER.md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organizes the reporting workload around what each person needs to find and act on.</a:t>
            </a:r>
          </a:p>
          <a:p xmlns:a="http://schemas.openxmlformats.org/drawingml/2006/main">
            <a:r>
              <a:t/>
            </a:r>
          </a:p>
          <a:p xmlns:a="http://schemas.openxmlformats.org/drawingml/2006/main">
            <a:r>
              <a:t>VISUAL / LAYOUT DIRECTION</a:t>
            </a:r>
          </a:p>
          <a:p xmlns:a="http://schemas.openxmlformats.org/drawingml/2006/main">
            <a:r>
              <a:t>Four editorial zones covering dashboard, search, filters and categories.</a:t>
            </a:r>
          </a:p>
          <a:p xmlns:a="http://schemas.openxmlformats.org/drawingml/2006/main">
            <a:r>
              <a:t/>
            </a:r>
          </a:p>
          <a:p xmlns:a="http://schemas.openxmlformats.org/drawingml/2006/main">
            <a:r>
              <a:t>PRESENTER TALK TRACK</a:t>
            </a:r>
          </a:p>
          <a:p xmlns:a="http://schemas.openxmlformats.org/drawingml/2006/main">
            <a:r>
              <a:t>The normal dashboard is role-aware. It surfaces approved templates, personal reports, review items, approvals, returned work and unread notifications. Search, status tabs, categories and filters then help users navigate the broader library and workflow queues.</a:t>
            </a:r>
          </a:p>
          <a:p xmlns:a="http://schemas.openxmlformats.org/drawingml/2006/main">
            <a:r>
              <a:t/>
            </a:r>
          </a:p>
          <a:p xmlns:a="http://schemas.openxmlformats.org/drawingml/2006/main">
            <a:r>
              <a:t>FEATURES REPRESENTED</a:t>
            </a:r>
          </a:p>
          <a:p xmlns:a="http://schemas.openxmlformats.org/drawingml/2006/main">
            <a:r>
              <a:t>Role dashboards, global search, template/report/request/notification filters, categories, status tabs, badges and attention cards.</a:t>
            </a:r>
          </a:p>
          <a:p xmlns:a="http://schemas.openxmlformats.org/drawingml/2006/main">
            <a:r>
              <a:t/>
            </a:r>
          </a:p>
          <a:p xmlns:a="http://schemas.openxmlformats.org/drawingml/2006/main">
            <a:r>
              <a:t>[Sources]</a:t>
            </a:r>
          </a:p>
          <a:p xmlns:a="http://schemas.openxmlformats.org/drawingml/2006/main">
            <a:r>
              <a:t>- docs/USER_ROLES_AND_PERMISSIONS.md</a:t>
            </a:r>
          </a:p>
          <a:p xmlns:a="http://schemas.openxmlformats.org/drawingml/2006/main">
            <a:r>
              <a:t>- docs/PRODUCT_AND_FEATURES.md</a:t>
            </a:r>
          </a:p>
          <a:p xmlns:a="http://schemas.openxmlformats.org/drawingml/2006/main">
            <a:r>
              <a:t>- docs/FRONTEND_ARCHITECTURE.md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Admin can shape the organization-wide reporting environment without joining day-to-day approvals.</a:t>
            </a:r>
          </a:p>
          <a:p xmlns:a="http://schemas.openxmlformats.org/drawingml/2006/main">
            <a:r>
              <a:t/>
            </a:r>
          </a:p>
          <a:p xmlns:a="http://schemas.openxmlformats.org/drawingml/2006/main">
            <a:r>
              <a:t>VISUAL / LAYOUT DIRECTION</a:t>
            </a:r>
          </a:p>
          <a:p xmlns:a="http://schemas.openxmlformats.org/drawingml/2006/main">
            <a:r>
              <a:t>Complete ten-area Admin map presented as a control system.</a:t>
            </a:r>
          </a:p>
          <a:p xmlns:a="http://schemas.openxmlformats.org/drawingml/2006/main">
            <a:r>
              <a:t/>
            </a:r>
          </a:p>
          <a:p xmlns:a="http://schemas.openxmlformats.org/drawingml/2006/main">
            <a:r>
              <a:t>PRESENTER TALK TRACK</a:t>
            </a:r>
          </a:p>
          <a:p xmlns:a="http://schemas.openxmlformats.org/drawingml/2006/main">
            <a:r>
              <a:t>Lina’s role is platform governance. She can see the configuration posture, manage creator capabilities, prepare reusable standards, maintain users and categories, set workflow policies and review configuration history. That keeps organizational control separate from operational approvals.</a:t>
            </a:r>
          </a:p>
          <a:p xmlns:a="http://schemas.openxmlformats.org/drawingml/2006/main">
            <a:r>
              <a:t/>
            </a:r>
          </a:p>
          <a:p xmlns:a="http://schemas.openxmlformats.org/drawingml/2006/main">
            <a:r>
              <a:t>FEATURES REPRESENTED</a:t>
            </a:r>
          </a:p>
          <a:p xmlns:a="http://schemas.openxmlformats.org/drawingml/2006/main">
            <a:r>
              <a:t>All ten Admin pages and Admin role separation.</a:t>
            </a:r>
          </a:p>
          <a:p xmlns:a="http://schemas.openxmlformats.org/drawingml/2006/main">
            <a:r>
              <a:t/>
            </a:r>
          </a:p>
          <a:p xmlns:a="http://schemas.openxmlformats.org/drawingml/2006/main">
            <a:r>
              <a:t>[Sources]</a:t>
            </a:r>
          </a:p>
          <a:p xmlns:a="http://schemas.openxmlformats.org/drawingml/2006/main">
            <a:r>
              <a:t>- docs/ADMIN_CONTROL_CENTER.md</a:t>
            </a:r>
          </a:p>
          <a:p xmlns:a="http://schemas.openxmlformats.org/drawingml/2006/main">
            <a:r>
              <a:t>- docs/USER_ROLES_AND_PERMISSIONS.md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Admin configuration directly shapes the workforce experience while preserving historical work.</a:t>
            </a:r>
          </a:p>
          <a:p xmlns:a="http://schemas.openxmlformats.org/drawingml/2006/main">
            <a:r>
              <a:t/>
            </a:r>
          </a:p>
          <a:p xmlns:a="http://schemas.openxmlformats.org/drawingml/2006/main">
            <a:r>
              <a:t>VISUAL / LAYOUT DIRECTION</a:t>
            </a:r>
          </a:p>
          <a:p xmlns:a="http://schemas.openxmlformats.org/drawingml/2006/main">
            <a:r>
              <a:t>A four-step configuration-reflection flow using the actual Rating example.</a:t>
            </a:r>
          </a:p>
          <a:p xmlns:a="http://schemas.openxmlformats.org/drawingml/2006/main">
            <a:r>
              <a:t/>
            </a:r>
          </a:p>
          <a:p xmlns:a="http://schemas.openxmlformats.org/drawingml/2006/main">
            <a:r>
              <a:t>PRESENTER TALK TRACK</a:t>
            </a:r>
          </a:p>
          <a:p xmlns:a="http://schemas.openxmlformats.org/drawingml/2006/main">
            <a:r>
              <a:t>Administrators can disable Studio modules or specific elements. The option then disappears for creators after configuration refresh. Existing templates remain safe. In the current build, this is strongest as a managed user experience rather than a claim of universal backend policy enforcement.</a:t>
            </a:r>
          </a:p>
          <a:p xmlns:a="http://schemas.openxmlformats.org/drawingml/2006/main">
            <a:r>
              <a:t/>
            </a:r>
          </a:p>
          <a:p xmlns:a="http://schemas.openxmlformats.org/drawingml/2006/main">
            <a:r>
              <a:t>FEATURES REPRESENTED</a:t>
            </a:r>
          </a:p>
          <a:p xmlns:a="http://schemas.openxmlformats.org/drawingml/2006/main">
            <a:r>
              <a:t>Feature Management, Element Management, SystemConfig reflection, historical element safety.</a:t>
            </a:r>
          </a:p>
          <a:p xmlns:a="http://schemas.openxmlformats.org/drawingml/2006/main">
            <a:r>
              <a:t/>
            </a:r>
          </a:p>
          <a:p xmlns:a="http://schemas.openxmlformats.org/drawingml/2006/main">
            <a:r>
              <a:t>[Sources]</a:t>
            </a:r>
          </a:p>
          <a:p xmlns:a="http://schemas.openxmlformats.org/drawingml/2006/main">
            <a:r>
              <a:t>- docs/ADMIN_CONTROL_CENTER.md</a:t>
            </a:r>
          </a:p>
          <a:p xmlns:a="http://schemas.openxmlformats.org/drawingml/2006/main">
            <a:r>
              <a:t>- docs/TEMPLATE_STUDIO.md</a:t>
            </a:r>
          </a:p>
          <a:p xmlns:a="http://schemas.openxmlformats.org/drawingml/2006/main">
            <a:r>
              <a:t>- docs/KNOWN_ISSUES_AND_TECHNICAL_DEBT.md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combines content governance, access administration and workflow policy in one control layer.</a:t>
            </a:r>
          </a:p>
          <a:p xmlns:a="http://schemas.openxmlformats.org/drawingml/2006/main">
            <a:r>
              <a:t/>
            </a:r>
          </a:p>
          <a:p xmlns:a="http://schemas.openxmlformats.org/drawingml/2006/main">
            <a:r>
              <a:t>VISUAL / LAYOUT DIRECTION</a:t>
            </a:r>
          </a:p>
          <a:p xmlns:a="http://schemas.openxmlformats.org/drawingml/2006/main">
            <a:r>
              <a:t>Four flat control bands connect Admin actions to organizational outcomes.</a:t>
            </a:r>
          </a:p>
          <a:p xmlns:a="http://schemas.openxmlformats.org/drawingml/2006/main">
            <a:r>
              <a:t/>
            </a:r>
          </a:p>
          <a:p xmlns:a="http://schemas.openxmlformats.org/drawingml/2006/main">
            <a:r>
              <a:t>PRESENTER TALK TRACK</a:t>
            </a:r>
          </a:p>
          <a:p xmlns:a="http://schemas.openxmlformats.org/drawingml/2006/main">
            <a:r>
              <a:t>Admin can publish or disable Standard Packs, manage approved language, maintain users and categories, and choose whether the organization uses rejection, return, signatures and template governance. Existing historical records remain visible when a future action is disabled.</a:t>
            </a:r>
          </a:p>
          <a:p xmlns:a="http://schemas.openxmlformats.org/drawingml/2006/main">
            <a:r>
              <a:t/>
            </a:r>
          </a:p>
          <a:p xmlns:a="http://schemas.openxmlformats.org/drawingml/2006/main">
            <a:r>
              <a:t>FEATURES REPRESENTED</a:t>
            </a:r>
          </a:p>
          <a:p xmlns:a="http://schemas.openxmlformats.org/drawingml/2006/main">
            <a:r>
              <a:t>Pack Management, Content Library Management, Users &amp; Access, Categories, report rejection policy, return policy, signature policy, template governance policy.</a:t>
            </a:r>
          </a:p>
          <a:p xmlns:a="http://schemas.openxmlformats.org/drawingml/2006/main">
            <a:r>
              <a:t/>
            </a:r>
          </a:p>
          <a:p xmlns:a="http://schemas.openxmlformats.org/drawingml/2006/main">
            <a:r>
              <a:t>[Sources]</a:t>
            </a:r>
          </a:p>
          <a:p xmlns:a="http://schemas.openxmlformats.org/drawingml/2006/main">
            <a:r>
              <a:t>- docs/ADMIN_CONTROL_CENTER.md</a:t>
            </a:r>
          </a:p>
          <a:p xmlns:a="http://schemas.openxmlformats.org/drawingml/2006/main">
            <a:r>
              <a:t>- docs/PACKS_AND_CONTENT_LIBRARY.md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 connects template governance and report execution into one accountable journey.</a:t>
            </a:r>
          </a:p>
          <a:p xmlns:a="http://schemas.openxmlformats.org/drawingml/2006/main">
            <a:r>
              <a:t/>
            </a:r>
          </a:p>
          <a:p xmlns:a="http://schemas.openxmlformats.org/drawingml/2006/main">
            <a:r>
              <a:t>VISUAL / LAYOUT DIRECTION</a:t>
            </a:r>
          </a:p>
          <a:p xmlns:a="http://schemas.openxmlformats.org/drawingml/2006/main">
            <a:r>
              <a:t>A seven-stage role story using the seeded Ahmed and Sarah personas.</a:t>
            </a:r>
          </a:p>
          <a:p xmlns:a="http://schemas.openxmlformats.org/drawingml/2006/main">
            <a:r>
              <a:t/>
            </a:r>
          </a:p>
          <a:p xmlns:a="http://schemas.openxmlformats.org/drawingml/2006/main">
            <a:r>
              <a:t>PRESENTER TALK TRACK</a:t>
            </a:r>
          </a:p>
          <a:p xmlns:a="http://schemas.openxmlformats.org/drawingml/2006/main">
            <a:r>
              <a:t>Ahmed creates a reporting standard and submits it to Sarah. Once approved, he uses that standard to create a real report. Sarah reviews it. If correction is needed, she returns it with context; Ahmed edits and resends. When it is ready, Sarah signs, and the report becomes final and locked. Manager-created standards move to Omar for Director approval.</a:t>
            </a:r>
          </a:p>
          <a:p xmlns:a="http://schemas.openxmlformats.org/drawingml/2006/main">
            <a:r>
              <a:t/>
            </a:r>
          </a:p>
          <a:p xmlns:a="http://schemas.openxmlformats.org/drawingml/2006/main">
            <a:r>
              <a:t>FEATURES REPRESENTED</a:t>
            </a:r>
          </a:p>
          <a:p xmlns:a="http://schemas.openxmlformats.org/drawingml/2006/main">
            <a:r>
              <a:t>Complete Ahmed/Sarah journey; governance; report creation; review; return; resend; signature; notifications and audit.</a:t>
            </a:r>
          </a:p>
          <a:p xmlns:a="http://schemas.openxmlformats.org/drawingml/2006/main">
            <a:r>
              <a:t/>
            </a:r>
          </a:p>
          <a:p xmlns:a="http://schemas.openxmlformats.org/drawingml/2006/main">
            <a:r>
              <a:t>[Sources]</a:t>
            </a:r>
          </a:p>
          <a:p xmlns:a="http://schemas.openxmlformats.org/drawingml/2006/main">
            <a:r>
              <a:t>- docs/USER_ROLES_AND_PERMISSIONS.md</a:t>
            </a:r>
          </a:p>
          <a:p xmlns:a="http://schemas.openxmlformats.org/drawingml/2006/main">
            <a:r>
              <a:t>- docs/DEMO_AND_SEED_DATA.md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WidgetFlow’s value comes from combining standardization, speed, governance, collaboration, accountability and finalization.</a:t>
            </a:r>
          </a:p>
          <a:p xmlns:a="http://schemas.openxmlformats.org/drawingml/2006/main">
            <a:r>
              <a:t/>
            </a:r>
          </a:p>
          <a:p xmlns:a="http://schemas.openxmlformats.org/drawingml/2006/main">
            <a:r>
              <a:t>VISUAL / LAYOUT DIRECTION</a:t>
            </a:r>
          </a:p>
          <a:p xmlns:a="http://schemas.openxmlformats.org/drawingml/2006/main">
            <a:r>
              <a:t>Six value pillars, each tied directly to implemented capabilities.</a:t>
            </a:r>
          </a:p>
          <a:p xmlns:a="http://schemas.openxmlformats.org/drawingml/2006/main">
            <a:r>
              <a:t/>
            </a:r>
          </a:p>
          <a:p xmlns:a="http://schemas.openxmlformats.org/drawingml/2006/main">
            <a:r>
              <a:t>PRESENTER TALK TRACK</a:t>
            </a:r>
          </a:p>
          <a:p xmlns:a="http://schemas.openxmlformats.org/drawingml/2006/main">
            <a:r>
              <a:t>The value is not any single control. It is the connected operating model. Teams build faster through reuse, work within approved standards, collaborate in context, make explicit decisions and retain evidence. That is what makes WidgetFlow useful as a firm-wide reporting platform.</a:t>
            </a:r>
          </a:p>
          <a:p xmlns:a="http://schemas.openxmlformats.org/drawingml/2006/main">
            <a:r>
              <a:t/>
            </a:r>
          </a:p>
          <a:p xmlns:a="http://schemas.openxmlformats.org/drawingml/2006/main">
            <a:r>
              <a:t>FEATURES REPRESENTED</a:t>
            </a:r>
          </a:p>
          <a:p xmlns:a="http://schemas.openxmlformats.org/drawingml/2006/main">
            <a:r>
              <a:t>Complete value translation across the product.</a:t>
            </a:r>
          </a:p>
          <a:p xmlns:a="http://schemas.openxmlformats.org/drawingml/2006/main">
            <a:r>
              <a:t/>
            </a:r>
          </a:p>
          <a:p xmlns:a="http://schemas.openxmlformats.org/drawingml/2006/main">
            <a:r>
              <a:t>[Sources]</a:t>
            </a:r>
          </a:p>
          <a:p xmlns:a="http://schemas.openxmlformats.org/drawingml/2006/main">
            <a:r>
              <a:t>- docs/WIDGETFLOW_MASTER_SPECIFICATION.md</a:t>
            </a:r>
          </a:p>
          <a:p xmlns:a="http://schemas.openxmlformats.org/drawingml/2006/main">
            <a:r>
              <a:t>- docs/PRODUCT_AND_FEATURES.md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The next step is to map one real customer reporting process into WidgetFlow.</a:t>
            </a:r>
          </a:p>
          <a:p xmlns:a="http://schemas.openxmlformats.org/drawingml/2006/main">
            <a:r>
              <a:t/>
            </a:r>
          </a:p>
          <a:p xmlns:a="http://schemas.openxmlformats.org/drawingml/2006/main">
            <a:r>
              <a:t>VISUAL / LAYOUT DIRECTION</a:t>
            </a:r>
          </a:p>
          <a:p xmlns:a="http://schemas.openxmlformats.org/drawingml/2006/main">
            <a:r>
              <a:t>Strong purple close resolving the opening promise with a practical next conversation.</a:t>
            </a:r>
          </a:p>
          <a:p xmlns:a="http://schemas.openxmlformats.org/drawingml/2006/main">
            <a:r>
              <a:t/>
            </a:r>
          </a:p>
          <a:p xmlns:a="http://schemas.openxmlformats.org/drawingml/2006/main">
            <a:r>
              <a:t>PRESENTER TALK TRACK</a:t>
            </a:r>
          </a:p>
          <a:p xmlns:a="http://schemas.openxmlformats.org/drawingml/2006/main">
            <a:r>
              <a:t>The best next step is not a generic feature tour. Choose one recurring reporting workflow that currently creates inconsistency, delay or weak accountability. We can map the template, governance path, review outcomes and Admin controls that WidgetFlow would demonstrate for that process.</a:t>
            </a:r>
          </a:p>
          <a:p xmlns:a="http://schemas.openxmlformats.org/drawingml/2006/main">
            <a:r>
              <a:t/>
            </a:r>
          </a:p>
          <a:p xmlns:a="http://schemas.openxmlformats.org/drawingml/2006/main">
            <a:r>
              <a:t>FEATURES REPRESENTED</a:t>
            </a:r>
          </a:p>
          <a:p xmlns:a="http://schemas.openxmlformats.org/drawingml/2006/main">
            <a:r>
              <a:t>Closing product vision and customer call to action.</a:t>
            </a:r>
          </a:p>
          <a:p xmlns:a="http://schemas.openxmlformats.org/drawingml/2006/main">
            <a:r>
              <a:t/>
            </a:r>
          </a:p>
          <a:p xmlns:a="http://schemas.openxmlformats.org/drawingml/2006/main">
            <a:r>
              <a:t>[Sources]</a:t>
            </a:r>
          </a:p>
          <a:p xmlns:a="http://schemas.openxmlformats.org/drawingml/2006/main">
            <a:r>
              <a:t>- docs/WIDGETFLOW_MASTER_SPECIFICATION.md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The appendix confirms the complete Studio surface without overstating incomplete integration.</a:t>
            </a:r>
          </a:p>
          <a:p xmlns:a="http://schemas.openxmlformats.org/drawingml/2006/main">
            <a:r>
              <a:t/>
            </a:r>
          </a:p>
          <a:p xmlns:a="http://schemas.openxmlformats.org/drawingml/2006/main">
            <a:r>
              <a:t>VISUAL / LAYOUT DIRECTION</a:t>
            </a:r>
          </a:p>
          <a:p xmlns:a="http://schemas.openxmlformats.org/drawingml/2006/main">
            <a:r>
              <a:t>Twelve capability labels in a low-density three-column map.</a:t>
            </a:r>
          </a:p>
          <a:p xmlns:a="http://schemas.openxmlformats.org/drawingml/2006/main">
            <a:r>
              <a:t/>
            </a:r>
          </a:p>
          <a:p xmlns:a="http://schemas.openxmlformats.org/drawingml/2006/main">
            <a:r>
              <a:t>PRESENTER TALK TRACK</a:t>
            </a:r>
          </a:p>
          <a:p xmlns:a="http://schemas.openxmlformats.org/drawingml/2006/main">
            <a:r>
              <a:t>This is the complete current Studio capability surface. Workflow design and simulation are visible in the current build, while the recommended live story uses the fully connected classic governance and review paths. The visible import workflow is JSON-based; broader document import is not marketed.</a:t>
            </a:r>
          </a:p>
          <a:p xmlns:a="http://schemas.openxmlformats.org/drawingml/2006/main">
            <a:r>
              <a:t/>
            </a:r>
          </a:p>
          <a:p xmlns:a="http://schemas.openxmlformats.org/drawingml/2006/main">
            <a:r>
              <a:t>FEATURES REPRESENTED</a:t>
            </a:r>
          </a:p>
          <a:p xmlns:a="http://schemas.openxmlformats.org/drawingml/2006/main">
            <a:r>
              <a:t>All Studio modules, preview, JSON import, onboarding/help and validation.</a:t>
            </a:r>
          </a:p>
          <a:p xmlns:a="http://schemas.openxmlformats.org/drawingml/2006/main">
            <a:r>
              <a:t/>
            </a:r>
          </a:p>
          <a:p xmlns:a="http://schemas.openxmlformats.org/drawingml/2006/main">
            <a:r>
              <a:t>[Sources]</a:t>
            </a:r>
          </a:p>
          <a:p xmlns:a="http://schemas.openxmlformats.org/drawingml/2006/main">
            <a:r>
              <a:t>- docs/TEMPLATE_STUDIO.md</a:t>
            </a:r>
          </a:p>
          <a:p xmlns:a="http://schemas.openxmlformats.org/drawingml/2006/main">
            <a:r>
              <a:t>- docs/KNOWN_ISSUES_AND_TECHNICAL_DEBT.md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All 23 real element types are represented and grouped for customer comprehension.</a:t>
            </a:r>
          </a:p>
          <a:p xmlns:a="http://schemas.openxmlformats.org/drawingml/2006/main">
            <a:r>
              <a:t/>
            </a:r>
          </a:p>
          <a:p xmlns:a="http://schemas.openxmlformats.org/drawingml/2006/main">
            <a:r>
              <a:t>VISUAL / LAYOUT DIRECTION</a:t>
            </a:r>
          </a:p>
          <a:p xmlns:a="http://schemas.openxmlformats.org/drawingml/2006/main">
            <a:r>
              <a:t>Five element families on a dark appendix slide.</a:t>
            </a:r>
          </a:p>
          <a:p xmlns:a="http://schemas.openxmlformats.org/drawingml/2006/main">
            <a:r>
              <a:t/>
            </a:r>
          </a:p>
          <a:p xmlns:a="http://schemas.openxmlformats.org/drawingml/2006/main">
            <a:r>
              <a:t>PRESENTER TALK TRACK</a:t>
            </a:r>
          </a:p>
          <a:p xmlns:a="http://schemas.openxmlformats.org/drawingml/2006/main">
            <a:r>
              <a:t>This is the complete implemented element inventory. It spans basic capture, choice controls, financial values, document layout and advanced components. Table configuration supports columns, formulas and aggregates; repeating groups support repeatable record sets.</a:t>
            </a:r>
          </a:p>
          <a:p xmlns:a="http://schemas.openxmlformats.org/drawingml/2006/main">
            <a:r>
              <a:t/>
            </a:r>
          </a:p>
          <a:p xmlns:a="http://schemas.openxmlformats.org/drawingml/2006/main">
            <a:r>
              <a:t>FEATURES REPRESENTED</a:t>
            </a:r>
          </a:p>
          <a:p xmlns:a="http://schemas.openxmlformats.org/drawingml/2006/main">
            <a:r>
              <a:t>All 23 elements; tables; formulas/aggregates; repeating groups; file attachments; signatures; KPI.</a:t>
            </a:r>
          </a:p>
          <a:p xmlns:a="http://schemas.openxmlformats.org/drawingml/2006/main">
            <a:r>
              <a:t/>
            </a:r>
          </a:p>
          <a:p xmlns:a="http://schemas.openxmlformats.org/drawingml/2006/main">
            <a:r>
              <a:t>[Sources]</a:t>
            </a:r>
          </a:p>
          <a:p xmlns:a="http://schemas.openxmlformats.org/drawingml/2006/main">
            <a:r>
              <a:t>- docs/TEMPLATE_STUDIO.md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Roles determine responsibility, approval level and platform access.</a:t>
            </a:r>
          </a:p>
          <a:p xmlns:a="http://schemas.openxmlformats.org/drawingml/2006/main">
            <a:r>
              <a:t/>
            </a:r>
          </a:p>
          <a:p xmlns:a="http://schemas.openxmlformats.org/drawingml/2006/main">
            <a:r>
              <a:t>VISUAL / LAYOUT DIRECTION</a:t>
            </a:r>
          </a:p>
          <a:p xmlns:a="http://schemas.openxmlformats.org/drawingml/2006/main">
            <a:r>
              <a:t>A compact customer-readable role matrix.</a:t>
            </a:r>
          </a:p>
          <a:p xmlns:a="http://schemas.openxmlformats.org/drawingml/2006/main">
            <a:r>
              <a:t/>
            </a:r>
          </a:p>
          <a:p xmlns:a="http://schemas.openxmlformats.org/drawingml/2006/main">
            <a:r>
              <a:t>PRESENTER TALK TRACK</a:t>
            </a:r>
          </a:p>
          <a:p xmlns:a="http://schemas.openxmlformats.org/drawingml/2006/main">
            <a:r>
              <a:t>Employees, Managers and Directors share creator capabilities, with governance increasing by role. Admin is intentionally separate. Reviewer actions depend on assignment, report state and organization policy.</a:t>
            </a:r>
          </a:p>
          <a:p xmlns:a="http://schemas.openxmlformats.org/drawingml/2006/main">
            <a:r>
              <a:t/>
            </a:r>
          </a:p>
          <a:p xmlns:a="http://schemas.openxmlformats.org/drawingml/2006/main">
            <a:r>
              <a:t>FEATURES REPRESENTED</a:t>
            </a:r>
          </a:p>
          <a:p xmlns:a="http://schemas.openxmlformats.org/drawingml/2006/main">
            <a:r>
              <a:t>Detailed role matrix and conditional permissions.</a:t>
            </a:r>
          </a:p>
          <a:p xmlns:a="http://schemas.openxmlformats.org/drawingml/2006/main">
            <a:r>
              <a:t/>
            </a:r>
          </a:p>
          <a:p xmlns:a="http://schemas.openxmlformats.org/drawingml/2006/main">
            <a:r>
              <a:t>[Sources]</a:t>
            </a:r>
          </a:p>
          <a:p xmlns:a="http://schemas.openxmlformats.org/drawingml/2006/main">
            <a:r>
              <a:t>- docs/USER_ROLES_AND_PERMISSIONS.md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Admin capabilities translate into six organization-level control outcomes.</a:t>
            </a:r>
          </a:p>
          <a:p xmlns:a="http://schemas.openxmlformats.org/drawingml/2006/main">
            <a:r>
              <a:t/>
            </a:r>
          </a:p>
          <a:p xmlns:a="http://schemas.openxmlformats.org/drawingml/2006/main">
            <a:r>
              <a:t>VISUAL / LAYOUT DIRECTION</a:t>
            </a:r>
          </a:p>
          <a:p xmlns:a="http://schemas.openxmlformats.org/drawingml/2006/main">
            <a:r>
              <a:t>Six editorial control themes rather than a menu screenshot.</a:t>
            </a:r>
          </a:p>
          <a:p xmlns:a="http://schemas.openxmlformats.org/drawingml/2006/main">
            <a:r>
              <a:t/>
            </a:r>
          </a:p>
          <a:p xmlns:a="http://schemas.openxmlformats.org/drawingml/2006/main">
            <a:r>
              <a:t>PRESENTER TALK TRACK</a:t>
            </a:r>
          </a:p>
          <a:p xmlns:a="http://schemas.openxmlformats.org/drawingml/2006/main">
            <a:r>
              <a:t>The Admin Control Center is best understood through outcomes: see the configuration posture, shape the creator experience, standardize reusable content, organize people and reporting domains, set workflow policy and retain administrative accountability.</a:t>
            </a:r>
          </a:p>
          <a:p xmlns:a="http://schemas.openxmlformats.org/drawingml/2006/main">
            <a:r>
              <a:t/>
            </a:r>
          </a:p>
          <a:p xmlns:a="http://schemas.openxmlformats.org/drawingml/2006/main">
            <a:r>
              <a:t>FEATURES REPRESENTED</a:t>
            </a:r>
          </a:p>
          <a:p xmlns:a="http://schemas.openxmlformats.org/drawingml/2006/main">
            <a:r>
              <a:t>Overview, Feature Management, Studio Configuration, Pack/Element/Content management, Users, Categories, Settings and Audit.</a:t>
            </a:r>
          </a:p>
          <a:p xmlns:a="http://schemas.openxmlformats.org/drawingml/2006/main">
            <a:r>
              <a:t/>
            </a:r>
          </a:p>
          <a:p xmlns:a="http://schemas.openxmlformats.org/drawingml/2006/main">
            <a:r>
              <a:t>[Sources]</a:t>
            </a:r>
          </a:p>
          <a:p xmlns:a="http://schemas.openxmlformats.org/drawingml/2006/main">
            <a:r>
              <a:t>- docs/ADMIN_CONTROL_CENTER.md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Notification coverage aligns to the real actions people need to know about.</a:t>
            </a:r>
          </a:p>
          <a:p xmlns:a="http://schemas.openxmlformats.org/drawingml/2006/main">
            <a:r>
              <a:t/>
            </a:r>
          </a:p>
          <a:p xmlns:a="http://schemas.openxmlformats.org/drawingml/2006/main">
            <a:r>
              <a:t>VISUAL / LAYOUT DIRECTION</a:t>
            </a:r>
          </a:p>
          <a:p xmlns:a="http://schemas.openxmlformats.org/drawingml/2006/main">
            <a:r>
              <a:t>The complete eight-trigger list plus inbox controls.</a:t>
            </a:r>
          </a:p>
          <a:p xmlns:a="http://schemas.openxmlformats.org/drawingml/2006/main">
            <a:r>
              <a:t/>
            </a:r>
          </a:p>
          <a:p xmlns:a="http://schemas.openxmlformats.org/drawingml/2006/main">
            <a:r>
              <a:t>PRESENTER TALK TRACK</a:t>
            </a:r>
          </a:p>
          <a:p xmlns:a="http://schemas.openxmlformats.org/drawingml/2006/main">
            <a:r>
              <a:t>These are the eight actual notification types in the current product. Notifications are user-scoped and support both individual read actions and mark-all-read. Clicking navigates toward the related template or report when available.</a:t>
            </a:r>
          </a:p>
          <a:p xmlns:a="http://schemas.openxmlformats.org/drawingml/2006/main">
            <a:r>
              <a:t/>
            </a:r>
          </a:p>
          <a:p xmlns:a="http://schemas.openxmlformats.org/drawingml/2006/main">
            <a:r>
              <a:t>FEATURES REPRESENTED</a:t>
            </a:r>
          </a:p>
          <a:p xmlns:a="http://schemas.openxmlformats.org/drawingml/2006/main">
            <a:r>
              <a:t>All eight notification types and notification management.</a:t>
            </a:r>
          </a:p>
          <a:p xmlns:a="http://schemas.openxmlformats.org/drawingml/2006/main">
            <a:r>
              <a:t/>
            </a:r>
          </a:p>
          <a:p xmlns:a="http://schemas.openxmlformats.org/drawingml/2006/main">
            <a:r>
              <a:t>[Sources]</a:t>
            </a:r>
          </a:p>
          <a:p xmlns:a="http://schemas.openxmlformats.org/drawingml/2006/main">
            <a:r>
              <a:t>- docs/NOTIFICATIONS_AND_AUDIT.md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Explicit states give teams a shared understanding of where work stands.</a:t>
            </a:r>
          </a:p>
          <a:p xmlns:a="http://schemas.openxmlformats.org/drawingml/2006/main">
            <a:r>
              <a:t/>
            </a:r>
          </a:p>
          <a:p xmlns:a="http://schemas.openxmlformats.org/drawingml/2006/main">
            <a:r>
              <a:t>VISUAL / LAYOUT DIRECTION</a:t>
            </a:r>
          </a:p>
          <a:p xmlns:a="http://schemas.openxmlformats.org/drawingml/2006/main">
            <a:r>
              <a:t>Compact lifecycle bands for templates, reports, Packs, users and categories.</a:t>
            </a:r>
          </a:p>
          <a:p xmlns:a="http://schemas.openxmlformats.org/drawingml/2006/main">
            <a:r>
              <a:t/>
            </a:r>
          </a:p>
          <a:p xmlns:a="http://schemas.openxmlformats.org/drawingml/2006/main">
            <a:r>
              <a:t>PRESENTER TALK TRACK</a:t>
            </a:r>
          </a:p>
          <a:p xmlns:a="http://schemas.openxmlformats.org/drawingml/2006/main">
            <a:r>
              <a:t>The main business states are visible and meaningful. Templates progress from Draft through approval or rejection. Reports progress from Draft to completion, review and final outcomes. Standard Packs have a publish lifecycle, while users and categories can be made Active or Inactive.</a:t>
            </a:r>
          </a:p>
          <a:p xmlns:a="http://schemas.openxmlformats.org/drawingml/2006/main">
            <a:r>
              <a:t/>
            </a:r>
          </a:p>
          <a:p xmlns:a="http://schemas.openxmlformats.org/drawingml/2006/main">
            <a:r>
              <a:t>FEATURES REPRESENTED</a:t>
            </a:r>
          </a:p>
          <a:p xmlns:a="http://schemas.openxmlformats.org/drawingml/2006/main">
            <a:r>
              <a:t>Template lifecycle, report lifecycle, Standard Pack lifecycle, user/category status.</a:t>
            </a:r>
          </a:p>
          <a:p xmlns:a="http://schemas.openxmlformats.org/drawingml/2006/main">
            <a:r>
              <a:t/>
            </a:r>
          </a:p>
          <a:p xmlns:a="http://schemas.openxmlformats.org/drawingml/2006/main">
            <a:r>
              <a:t>[Sources]</a:t>
            </a:r>
          </a:p>
          <a:p xmlns:a="http://schemas.openxmlformats.org/drawingml/2006/main">
            <a:r>
              <a:t>- docs/WORKFLOWS_AND_STATE_MACHINES.md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Supporting navigation and feedback features make the broad capability set manageable.</a:t>
            </a:r>
          </a:p>
          <a:p xmlns:a="http://schemas.openxmlformats.org/drawingml/2006/main">
            <a:r>
              <a:t/>
            </a:r>
          </a:p>
          <a:p xmlns:a="http://schemas.openxmlformats.org/drawingml/2006/main">
            <a:r>
              <a:t>VISUAL / LAYOUT DIRECTION</a:t>
            </a:r>
          </a:p>
          <a:p xmlns:a="http://schemas.openxmlformats.org/drawingml/2006/main">
            <a:r>
              <a:t>Eight discovery/feedback areas plus evaluation-environment tools.</a:t>
            </a:r>
          </a:p>
          <a:p xmlns:a="http://schemas.openxmlformats.org/drawingml/2006/main">
            <a:r>
              <a:t/>
            </a:r>
          </a:p>
          <a:p xmlns:a="http://schemas.openxmlformats.org/drawingml/2006/main">
            <a:r>
              <a:t>PRESENTER TALK TRACK</a:t>
            </a:r>
          </a:p>
          <a:p xmlns:a="http://schemas.openxmlformats.org/drawingml/2006/main">
            <a:r>
              <a:t>WidgetFlow uses search, status tabs, categories, filters, badges, toasts and empty/loading states throughout the experience. The current evaluation build also includes role switching, profile/signature settings and Demo Reset to support guided demonstrations.</a:t>
            </a:r>
          </a:p>
          <a:p xmlns:a="http://schemas.openxmlformats.org/drawingml/2006/main">
            <a:r>
              <a:t/>
            </a:r>
          </a:p>
          <a:p xmlns:a="http://schemas.openxmlformats.org/drawingml/2006/main">
            <a:r>
              <a:t>FEATURES REPRESENTED</a:t>
            </a:r>
          </a:p>
          <a:p xmlns:a="http://schemas.openxmlformats.org/drawingml/2006/main">
            <a:r>
              <a:t>Complete search/filter inventory, UI feedback, profile, signature settings, demo role switching and reset.</a:t>
            </a:r>
          </a:p>
          <a:p xmlns:a="http://schemas.openxmlformats.org/drawingml/2006/main">
            <a:r>
              <a:t/>
            </a:r>
          </a:p>
          <a:p xmlns:a="http://schemas.openxmlformats.org/drawingml/2006/main">
            <a:r>
              <a:t>[Sources]</a:t>
            </a:r>
          </a:p>
          <a:p xmlns:a="http://schemas.openxmlformats.org/drawingml/2006/main">
            <a:r>
              <a:t>- docs/PRODUCT_AND_FEATURES.md</a:t>
            </a:r>
          </a:p>
          <a:p xmlns:a="http://schemas.openxmlformats.org/drawingml/2006/main">
            <a:r>
              <a:t>- docs/FRONTEND_ARCHITECTURE.md</a:t>
            </a:r>
          </a:p>
          <a:p xmlns:a="http://schemas.openxmlformats.org/drawingml/2006/main">
            <a:r>
              <a:t>- docs/DEMO_AND_SEED_DATA.md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The strongest live demo follows one coherent story and uses only proven connected functionality.</a:t>
            </a:r>
          </a:p>
          <a:p xmlns:a="http://schemas.openxmlformats.org/drawingml/2006/main">
            <a:r>
              <a:t/>
            </a:r>
          </a:p>
          <a:p xmlns:a="http://schemas.openxmlformats.org/drawingml/2006/main">
            <a:r>
              <a:t>VISUAL / LAYOUT DIRECTION</a:t>
            </a:r>
          </a:p>
          <a:p xmlns:a="http://schemas.openxmlformats.org/drawingml/2006/main">
            <a:r>
              <a:t>Six-stage presenter runbook with a seeded-data fallback.</a:t>
            </a:r>
          </a:p>
          <a:p xmlns:a="http://schemas.openxmlformats.org/drawingml/2006/main">
            <a:r>
              <a:t/>
            </a:r>
          </a:p>
          <a:p xmlns:a="http://schemas.openxmlformats.org/drawingml/2006/main">
            <a:r>
              <a:t>PRESENTER TALK TRACK</a:t>
            </a:r>
          </a:p>
          <a:p xmlns:a="http://schemas.openxmlformats.org/drawingml/2006/main">
            <a:r>
              <a:t>Start with Ahmed, not Admin. Establish everyday value, then show governance, then the report review loop, and finish with Admin control. Avoid the document import and dynamic workflow designer in the main demonstration because those areas are not fully connected in the current build.</a:t>
            </a:r>
          </a:p>
          <a:p xmlns:a="http://schemas.openxmlformats.org/drawingml/2006/main">
            <a:r>
              <a:t/>
            </a:r>
          </a:p>
          <a:p xmlns:a="http://schemas.openxmlformats.org/drawingml/2006/main">
            <a:r>
              <a:t>FEATURES REPRESENTED</a:t>
            </a:r>
          </a:p>
          <a:p xmlns:a="http://schemas.openxmlformats.org/drawingml/2006/main">
            <a:r>
              <a:t>Recommended demo flow; seeded fallback; safe demonstration boundary.</a:t>
            </a:r>
          </a:p>
          <a:p xmlns:a="http://schemas.openxmlformats.org/drawingml/2006/main">
            <a:r>
              <a:t/>
            </a:r>
          </a:p>
          <a:p xmlns:a="http://schemas.openxmlformats.org/drawingml/2006/main">
            <a:r>
              <a:t>[Sources]</a:t>
            </a:r>
          </a:p>
          <a:p xmlns:a="http://schemas.openxmlformats.org/drawingml/2006/main">
            <a:r>
              <a:t>- docs/DEMO_AND_SEED_DATA.md</a:t>
            </a:r>
          </a:p>
          <a:p xmlns:a="http://schemas.openxmlformats.org/drawingml/2006/main">
            <a:r>
              <a:t>- docs/KNOWN_ISSUES_AND_TECHNICAL_DEBT.md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Every meaningful implemented client-facing capability has a named place in the deck.</a:t>
            </a:r>
          </a:p>
          <a:p xmlns:a="http://schemas.openxmlformats.org/drawingml/2006/main">
            <a:r>
              <a:t/>
            </a:r>
          </a:p>
          <a:p xmlns:a="http://schemas.openxmlformats.org/drawingml/2006/main">
            <a:r>
              <a:t>VISUAL / LAYOUT DIRECTION</a:t>
            </a:r>
          </a:p>
          <a:p xmlns:a="http://schemas.openxmlformats.org/drawingml/2006/main">
            <a:r>
              <a:t>A concise, auditable feature-to-value-to-slide matrix.</a:t>
            </a:r>
          </a:p>
          <a:p xmlns:a="http://schemas.openxmlformats.org/drawingml/2006/main">
            <a:r>
              <a:t/>
            </a:r>
          </a:p>
          <a:p xmlns:a="http://schemas.openxmlformats.org/drawingml/2006/main">
            <a:r>
              <a:t>PRESENTER TALK TRACK</a:t>
            </a:r>
          </a:p>
          <a:p xmlns:a="http://schemas.openxmlformats.org/drawingml/2006/main">
            <a:r>
              <a:t>Use this appendix only when a buyer requests detailed capability confirmation. Every row maps the actual implemented behavior to the business benefit and the slide where it is explained.</a:t>
            </a:r>
          </a:p>
          <a:p xmlns:a="http://schemas.openxmlformats.org/drawingml/2006/main">
            <a:r>
              <a:t/>
            </a:r>
          </a:p>
          <a:p xmlns:a="http://schemas.openxmlformats.org/drawingml/2006/main">
            <a:r>
              <a:t>FEATURES REPRESENTED</a:t>
            </a:r>
          </a:p>
          <a:p xmlns:a="http://schemas.openxmlformats.org/drawingml/2006/main">
            <a:r>
              <a:t>Approved Template Library, Template search, category &amp; tags, Create and save Draft, Template preview, Sections and drag/drop, 23-element system, Data Fields Library, Themes, Rules and calculations, JSON template import, Workflow design &amp; simulation</a:t>
            </a:r>
          </a:p>
          <a:p xmlns:a="http://schemas.openxmlformats.org/drawingml/2006/main">
            <a:r>
              <a:t/>
            </a:r>
          </a:p>
          <a:p xmlns:a="http://schemas.openxmlformats.org/drawingml/2006/main">
            <a:r>
              <a:t>[Sources]</a:t>
            </a:r>
          </a:p>
          <a:p xmlns:a="http://schemas.openxmlformats.org/drawingml/2006/main">
            <a:r>
              <a:t>- docs/PRODUCT_AND_FEATURES.md</a:t>
            </a:r>
          </a:p>
          <a:p xmlns:a="http://schemas.openxmlformats.org/drawingml/2006/main">
            <a:r>
              <a:t>- docs/TEMPLATE_STUDIO.md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Every meaningful implemented client-facing capability has a named place in the deck.</a:t>
            </a:r>
          </a:p>
          <a:p xmlns:a="http://schemas.openxmlformats.org/drawingml/2006/main">
            <a:r>
              <a:t/>
            </a:r>
          </a:p>
          <a:p xmlns:a="http://schemas.openxmlformats.org/drawingml/2006/main">
            <a:r>
              <a:t>VISUAL / LAYOUT DIRECTION</a:t>
            </a:r>
          </a:p>
          <a:p xmlns:a="http://schemas.openxmlformats.org/drawingml/2006/main">
            <a:r>
              <a:t>A concise, auditable feature-to-value-to-slide matrix.</a:t>
            </a:r>
          </a:p>
          <a:p xmlns:a="http://schemas.openxmlformats.org/drawingml/2006/main">
            <a:r>
              <a:t/>
            </a:r>
          </a:p>
          <a:p xmlns:a="http://schemas.openxmlformats.org/drawingml/2006/main">
            <a:r>
              <a:t>PRESENTER TALK TRACK</a:t>
            </a:r>
          </a:p>
          <a:p xmlns:a="http://schemas.openxmlformats.org/drawingml/2006/main">
            <a:r>
              <a:t>Use this appendix only when a buyer requests detailed capability confirmation. Every row maps the actual implemented behavior to the business benefit and the slide where it is explained.</a:t>
            </a:r>
          </a:p>
          <a:p xmlns:a="http://schemas.openxmlformats.org/drawingml/2006/main">
            <a:r>
              <a:t/>
            </a:r>
          </a:p>
          <a:p xmlns:a="http://schemas.openxmlformats.org/drawingml/2006/main">
            <a:r>
              <a:t>FEATURES REPRESENTED</a:t>
            </a:r>
          </a:p>
          <a:p xmlns:a="http://schemas.openxmlformats.org/drawingml/2006/main">
            <a:r>
              <a:t>Template governance hierarchy, Template approval &amp; rejection, Template request tracking, Template versioning, Template discussions, Create Report from Approved Template, Fill, save and complete, Required-field validation, Report lists, tabs and search, Send and recipient selection</a:t>
            </a:r>
          </a:p>
          <a:p xmlns:a="http://schemas.openxmlformats.org/drawingml/2006/main">
            <a:r>
              <a:t/>
            </a:r>
          </a:p>
          <a:p xmlns:a="http://schemas.openxmlformats.org/drawingml/2006/main">
            <a:r>
              <a:t>[Sources]</a:t>
            </a:r>
          </a:p>
          <a:p xmlns:a="http://schemas.openxmlformats.org/drawingml/2006/main">
            <a:r>
              <a:t>- docs/PRODUCT_AND_FEATURES.md</a:t>
            </a:r>
          </a:p>
          <a:p xmlns:a="http://schemas.openxmlformats.org/drawingml/2006/main">
            <a:r>
              <a:t>- docs/WORKFLOWS_AND_STATE_MACHINES.md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Every meaningful implemented client-facing capability has a named place in the deck.</a:t>
            </a:r>
          </a:p>
          <a:p xmlns:a="http://schemas.openxmlformats.org/drawingml/2006/main">
            <a:r>
              <a:t/>
            </a:r>
          </a:p>
          <a:p xmlns:a="http://schemas.openxmlformats.org/drawingml/2006/main">
            <a:r>
              <a:t>VISUAL / LAYOUT DIRECTION</a:t>
            </a:r>
          </a:p>
          <a:p xmlns:a="http://schemas.openxmlformats.org/drawingml/2006/main">
            <a:r>
              <a:t>A concise, auditable feature-to-value-to-slide matrix.</a:t>
            </a:r>
          </a:p>
          <a:p xmlns:a="http://schemas.openxmlformats.org/drawingml/2006/main">
            <a:r>
              <a:t/>
            </a:r>
          </a:p>
          <a:p xmlns:a="http://schemas.openxmlformats.org/drawingml/2006/main">
            <a:r>
              <a:t>PRESENTER TALK TRACK</a:t>
            </a:r>
          </a:p>
          <a:p xmlns:a="http://schemas.openxmlformats.org/drawingml/2006/main">
            <a:r>
              <a:t>Use this appendix only when a buyer requests detailed capability confirmation. Every row maps the actual implemented behavior to the business benefit and the slide where it is explained.</a:t>
            </a:r>
          </a:p>
          <a:p xmlns:a="http://schemas.openxmlformats.org/drawingml/2006/main">
            <a:r>
              <a:t/>
            </a:r>
          </a:p>
          <a:p xmlns:a="http://schemas.openxmlformats.org/drawingml/2006/main">
            <a:r>
              <a:t>FEATURES REPRESENTED</a:t>
            </a:r>
          </a:p>
          <a:p xmlns:a="http://schemas.openxmlformats.org/drawingml/2006/main">
            <a:r>
              <a:t>Report comments, Return for Changes, Report rejection, Digital signatures, Signature profiles, Signed report locking, Standard Packs, Built-in Content Packs, My Packs, Content Library, Snapshot safety</a:t>
            </a:r>
          </a:p>
          <a:p xmlns:a="http://schemas.openxmlformats.org/drawingml/2006/main">
            <a:r>
              <a:t/>
            </a:r>
          </a:p>
          <a:p xmlns:a="http://schemas.openxmlformats.org/drawingml/2006/main">
            <a:r>
              <a:t>[Sources]</a:t>
            </a:r>
          </a:p>
          <a:p xmlns:a="http://schemas.openxmlformats.org/drawingml/2006/main">
            <a:r>
              <a:t>- docs/PACKS_AND_CONTENT_LIBRARY.md</a:t>
            </a:r>
          </a:p>
          <a:p xmlns:a="http://schemas.openxmlformats.org/drawingml/2006/main">
            <a:r>
              <a:t>- docs/NOTIFICATIONS_AND_AUDIT.md</a:t>
            </a:r>
          </a:p>
          <a:p xmlns:a="http://schemas.openxmlformats.org/drawingml/2006/main">
            <a:r>
              <a:t>- docs/WORKFLOWS_AND_STATE_MACHINES.md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Every meaningful implemented client-facing capability has a named place in the deck.</a:t>
            </a:r>
          </a:p>
          <a:p xmlns:a="http://schemas.openxmlformats.org/drawingml/2006/main">
            <a:r>
              <a:t/>
            </a:r>
          </a:p>
          <a:p xmlns:a="http://schemas.openxmlformats.org/drawingml/2006/main">
            <a:r>
              <a:t>VISUAL / LAYOUT DIRECTION</a:t>
            </a:r>
          </a:p>
          <a:p xmlns:a="http://schemas.openxmlformats.org/drawingml/2006/main">
            <a:r>
              <a:t>A concise, auditable feature-to-value-to-slide matrix.</a:t>
            </a:r>
          </a:p>
          <a:p xmlns:a="http://schemas.openxmlformats.org/drawingml/2006/main">
            <a:r>
              <a:t/>
            </a:r>
          </a:p>
          <a:p xmlns:a="http://schemas.openxmlformats.org/drawingml/2006/main">
            <a:r>
              <a:t>PRESENTER TALK TRACK</a:t>
            </a:r>
          </a:p>
          <a:p xmlns:a="http://schemas.openxmlformats.org/drawingml/2006/main">
            <a:r>
              <a:t>Use this appendix only when a buyer requests detailed capability confirmation. Every row maps the actual implemented behavior to the business benefit and the slide where it is explained.</a:t>
            </a:r>
          </a:p>
          <a:p xmlns:a="http://schemas.openxmlformats.org/drawingml/2006/main">
            <a:r>
              <a:t/>
            </a:r>
          </a:p>
          <a:p xmlns:a="http://schemas.openxmlformats.org/drawingml/2006/main">
            <a:r>
              <a:t>FEATURES REPRESENTED</a:t>
            </a:r>
          </a:p>
          <a:p xmlns:a="http://schemas.openxmlformats.org/drawingml/2006/main">
            <a:r>
              <a:t>Eight notification types, Read / unread notification control, Template and Report Audit, Admin Audit Log, Admin Overview, Feature Management, Element Management, Pack &amp; Content Management, Users &amp; Access, Categories, System policy settings</a:t>
            </a:r>
          </a:p>
          <a:p xmlns:a="http://schemas.openxmlformats.org/drawingml/2006/main">
            <a:r>
              <a:t/>
            </a:r>
          </a:p>
          <a:p xmlns:a="http://schemas.openxmlformats.org/drawingml/2006/main">
            <a:r>
              <a:t>[Sources]</a:t>
            </a:r>
          </a:p>
          <a:p xmlns:a="http://schemas.openxmlformats.org/drawingml/2006/main">
            <a:r>
              <a:t>- docs/ADMIN_CONTROL_CENTER.md</a:t>
            </a:r>
          </a:p>
          <a:p xmlns:a="http://schemas.openxmlformats.org/drawingml/2006/main">
            <a:r>
              <a:t>- docs/NOTIFICATIONS_AND_AUDIT.md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Provide ready-to-use concise and extended sales messaging.</a:t>
            </a:r>
          </a:p>
          <a:p xmlns:a="http://schemas.openxmlformats.org/drawingml/2006/main">
            <a:r>
              <a:t/>
            </a:r>
          </a:p>
          <a:p xmlns:a="http://schemas.openxmlformats.org/drawingml/2006/main">
            <a:r>
              <a:t>VISUAL / LAYOUT DIRECTION</a:t>
            </a:r>
          </a:p>
          <a:p xmlns:a="http://schemas.openxmlformats.org/drawingml/2006/main">
            <a:r>
              <a:t>Verbatim 30-second pitch beside the six-beat two-minute structure.</a:t>
            </a:r>
          </a:p>
          <a:p xmlns:a="http://schemas.openxmlformats.org/drawingml/2006/main">
            <a:r>
              <a:t/>
            </a:r>
          </a:p>
          <a:p xmlns:a="http://schemas.openxmlformats.org/drawingml/2006/main">
            <a:r>
              <a:t>PRESENTER TALK TRACK</a:t>
            </a:r>
          </a:p>
          <a:p xmlns:a="http://schemas.openxmlformats.org/drawingml/2006/main">
            <a:r>
              <a:t>Two-minute pitch:</a:t>
            </a:r>
          </a:p>
          <a:p xmlns:a="http://schemas.openxmlformats.org/drawingml/2006/main">
            <a:r>
              <a:t>Many organizations do not have a reporting-content problem; they have a reporting-process problem. Important reports are recreated in documents and spreadsheets, approvals happen in email, feedback is scattered, and it becomes difficult to know which standard was used or who made the final decision.</a:t>
            </a:r>
          </a:p>
          <a:p xmlns:a="http://schemas.openxmlformats.org/drawingml/2006/main">
            <a:r>
              <a:t/>
            </a:r>
          </a:p>
          <a:p xmlns:a="http://schemas.openxmlformats.org/drawingml/2006/main">
            <a:r>
              <a:t>WidgetFlow brings that process into one controlled environment. Teams design reusable Report Templates in Template Studio using configurable sections, data fields, elements, themes, approved content and reusable Packs. New standards move through role-based governance before they become available: Employee templates route to a Manager, Manager templates route to a Director, and Director-created templates can publish directly.</a:t>
            </a:r>
          </a:p>
          <a:p xmlns:a="http://schemas.openxmlformats.org/drawingml/2006/main">
            <a:r>
              <a:t/>
            </a:r>
          </a:p>
          <a:p xmlns:a="http://schemas.openxmlformats.org/drawingml/2006/main">
            <a:r>
              <a:t>Once approved, a Template becomes the trusted starting point for real Reports. Users complete required information, validate the report and send it to a reviewer. Reviewers can comment, return it for correction, reject it with a reason, or digitally sign it. A signed report receives a verification record and becomes locked, creating a clear final state.</a:t>
            </a:r>
          </a:p>
          <a:p xmlns:a="http://schemas.openxmlformats.org/drawingml/2006/main">
            <a:r>
              <a:t/>
            </a:r>
          </a:p>
          <a:p xmlns:a="http://schemas.openxmlformats.org/drawingml/2006/main">
            <a:r>
              <a:t>Administrators control the organization-wide experience: available Studio capabilities, the 23-element inventory, Standard Packs, approved corporate content, users, categories and workflow policies. Template, report, signature and Admin audit histories preserve accountability throughout.</a:t>
            </a:r>
          </a:p>
          <a:p xmlns:a="http://schemas.openxmlformats.org/drawingml/2006/main">
            <a:r>
              <a:t/>
            </a:r>
          </a:p>
          <a:p xmlns:a="http://schemas.openxmlformats.org/drawingml/2006/main">
            <a:r>
              <a:t>WidgetFlow helps organizations standardize reporting, reduce repeated work, govern publication, keep collaboration in context and make decisions easier to trace. The most useful next step is to choose one recurring reporting process and demonstrate how WidgetFlow would standardize it end to end.</a:t>
            </a:r>
          </a:p>
          <a:p xmlns:a="http://schemas.openxmlformats.org/drawingml/2006/main">
            <a:r>
              <a:t/>
            </a:r>
          </a:p>
          <a:p xmlns:a="http://schemas.openxmlformats.org/drawingml/2006/main">
            <a:r>
              <a:t>FEATURES REPRESENTED</a:t>
            </a:r>
          </a:p>
          <a:p xmlns:a="http://schemas.openxmlformats.org/drawingml/2006/main">
            <a:r>
              <a:t>30-second elevator pitch and full two-minute sales pitch.</a:t>
            </a:r>
          </a:p>
          <a:p xmlns:a="http://schemas.openxmlformats.org/drawingml/2006/main">
            <a:r>
              <a:t/>
            </a:r>
          </a:p>
          <a:p xmlns:a="http://schemas.openxmlformats.org/drawingml/2006/main">
            <a:r>
              <a:t>[Sources]</a:t>
            </a:r>
          </a:p>
          <a:p xmlns:a="http://schemas.openxmlformats.org/drawingml/2006/main">
            <a:r>
              <a:t>- docs/WIDGETFLOW_MASTER_SPECIFICATION.md</a:t>
            </a:r>
          </a:p>
          <a:p xmlns:a="http://schemas.openxmlformats.org/drawingml/2006/main">
            <a:r>
              <a:t>- docs/PRODUCT_AND_FEATURES.md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a:t>
            </a:r>
          </a:p>
          <a:p xmlns:a="http://schemas.openxmlformats.org/drawingml/2006/main">
            <a:r>
              <a:t>The build demonstrates real product behavior while maintaining an honest evaluation boundary.</a:t>
            </a:r>
          </a:p>
          <a:p xmlns:a="http://schemas.openxmlformats.org/drawingml/2006/main">
            <a:r>
              <a:t/>
            </a:r>
          </a:p>
          <a:p xmlns:a="http://schemas.openxmlformats.org/drawingml/2006/main">
            <a:r>
              <a:t>VISUAL / LAYOUT DIRECTION</a:t>
            </a:r>
          </a:p>
          <a:p xmlns:a="http://schemas.openxmlformats.org/drawingml/2006/main">
            <a:r>
              <a:t>Two high-level technology strengths followed by a concise evaluation boundary.</a:t>
            </a:r>
          </a:p>
          <a:p xmlns:a="http://schemas.openxmlformats.org/drawingml/2006/main">
            <a:r>
              <a:t/>
            </a:r>
          </a:p>
          <a:p xmlns:a="http://schemas.openxmlformats.org/drawingml/2006/main">
            <a:r>
              <a:t>PRESENTER TALK TRACK</a:t>
            </a:r>
          </a:p>
          <a:p xmlns:a="http://schemas.openxmlformats.org/drawingml/2006/main">
            <a:r>
              <a:t>This is not a developer architecture slide. It confirms that the experience is backed by real application and persistence behavior. The current repository is an evaluation/demo build with simulated identity, so production authentication and other incomplete areas are intentionally not marketed.</a:t>
            </a:r>
          </a:p>
          <a:p xmlns:a="http://schemas.openxmlformats.org/drawingml/2006/main">
            <a:r>
              <a:t/>
            </a:r>
          </a:p>
          <a:p xmlns:a="http://schemas.openxmlformats.org/drawingml/2006/main">
            <a:r>
              <a:t>FEATURES REPRESENTED</a:t>
            </a:r>
          </a:p>
          <a:p xmlns:a="http://schemas.openxmlformats.org/drawingml/2006/main">
            <a:r>
              <a:t>High-level technology foundation; demo identity boundary; avoided unsupported claims.</a:t>
            </a:r>
          </a:p>
          <a:p xmlns:a="http://schemas.openxmlformats.org/drawingml/2006/main">
            <a:r>
              <a:t/>
            </a:r>
          </a:p>
          <a:p xmlns:a="http://schemas.openxmlformats.org/drawingml/2006/main">
            <a:r>
              <a:t>[Sources]</a:t>
            </a:r>
          </a:p>
          <a:p xmlns:a="http://schemas.openxmlformats.org/drawingml/2006/main">
            <a:r>
              <a:t>- docs/FRONTEND_ARCHITECTURE.md</a:t>
            </a:r>
          </a:p>
          <a:p xmlns:a="http://schemas.openxmlformats.org/drawingml/2006/main">
            <a:r>
              <a:t>- docs/BACKEND_ARCHITECTURE.md</a:t>
            </a:r>
          </a:p>
          <a:p xmlns:a="http://schemas.openxmlformats.org/drawingml/2006/main">
            <a:r>
              <a:t>- docs/KNOWN_ISSUES_AND_TECHNICAL_DEBT.md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7eb54ee59141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09f6b60320470d" /><Relationship Type="http://schemas.openxmlformats.org/officeDocument/2006/relationships/slideLayout" Target="/ppt/slideLayouts/slideLayout1.xml" Id="R6831017f0c9945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31017f0c9945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f6632e661a4fa1" /><Relationship Type="http://schemas.openxmlformats.org/officeDocument/2006/relationships/image" Target="/ppt/media/image.png" Id="R609c2e58f8c342e2" /><Relationship Type="http://schemas.openxmlformats.org/officeDocument/2006/relationships/notesSlide" Target="/ppt/notesSlides/notesSlide1.xml" Id="Re67b06b7542646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2359ebb4e547e9" /><Relationship Type="http://schemas.openxmlformats.org/officeDocument/2006/relationships/notesSlide" Target="/ppt/notesSlides/notesSlide2.xml" Id="R7fa1602704ce44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b2bc1903014cf4" /><Relationship Type="http://schemas.openxmlformats.org/officeDocument/2006/relationships/notesSlide" Target="/ppt/notesSlides/notesSlide3.xml" Id="Red360187516642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29adad0b7b45bf" /><Relationship Type="http://schemas.openxmlformats.org/officeDocument/2006/relationships/notesSlide" Target="/ppt/notesSlides/notesSlide4.xml" Id="Red1c85dc5f5d4b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41c3663ced47f8" /><Relationship Type="http://schemas.openxmlformats.org/officeDocument/2006/relationships/notesSlide" Target="/ppt/notesSlides/notesSlide5.xml" Id="R602edf22ac954c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2a8fd0d6834928" /><Relationship Type="http://schemas.openxmlformats.org/officeDocument/2006/relationships/notesSlide" Target="/ppt/notesSlides/notesSlide6.xml" Id="Ra68bdac889c545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73b5de5cf74391" /><Relationship Type="http://schemas.openxmlformats.org/officeDocument/2006/relationships/notesSlide" Target="/ppt/notesSlides/notesSlide7.xml" Id="R05f51d5f715b43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5e5c4753b94266" /><Relationship Type="http://schemas.openxmlformats.org/officeDocument/2006/relationships/notesSlide" Target="/ppt/notesSlides/notesSlide8.xml" Id="R493eb1dbd22c41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58008aa9ee4999" /><Relationship Type="http://schemas.openxmlformats.org/officeDocument/2006/relationships/notesSlide" Target="/ppt/notesSlides/notesSlide9.xml" Id="R08fb693d560c48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8898d956e746b3" /><Relationship Type="http://schemas.openxmlformats.org/officeDocument/2006/relationships/notesSlide" Target="/ppt/notesSlides/notesSlide10.xml" Id="R925320a2d4f843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e4d7e504fe4e3d" /><Relationship Type="http://schemas.openxmlformats.org/officeDocument/2006/relationships/notesSlide" Target="/ppt/notesSlides/notesSlide11.xml" Id="Rf35a23738d474f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049e542f854091" /><Relationship Type="http://schemas.openxmlformats.org/officeDocument/2006/relationships/notesSlide" Target="/ppt/notesSlides/notesSlide12.xml" Id="R1d497c4678da45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dc8f4464088496a" /><Relationship Type="http://schemas.openxmlformats.org/officeDocument/2006/relationships/notesSlide" Target="/ppt/notesSlides/notesSlide13.xml" Id="R392d117ac66444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14a111bcc9f46a6" /><Relationship Type="http://schemas.openxmlformats.org/officeDocument/2006/relationships/notesSlide" Target="/ppt/notesSlides/notesSlide14.xml" Id="R0969f5b41f6742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e66e5ac2a9e40c1" /><Relationship Type="http://schemas.openxmlformats.org/officeDocument/2006/relationships/notesSlide" Target="/ppt/notesSlides/notesSlide15.xml" Id="Ra5e392a5136242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191dd917701479d" /><Relationship Type="http://schemas.openxmlformats.org/officeDocument/2006/relationships/notesSlide" Target="/ppt/notesSlides/notesSlide16.xml" Id="R3cebf6168be24a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a3304f3e3834756" /><Relationship Type="http://schemas.openxmlformats.org/officeDocument/2006/relationships/notesSlide" Target="/ppt/notesSlides/notesSlide17.xml" Id="Re01bee9a24b84c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577a5b08174b23" /><Relationship Type="http://schemas.openxmlformats.org/officeDocument/2006/relationships/notesSlide" Target="/ppt/notesSlides/notesSlide18.xml" Id="Ra652193e53da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7144cb0d3cc4504" /><Relationship Type="http://schemas.openxmlformats.org/officeDocument/2006/relationships/notesSlide" Target="/ppt/notesSlides/notesSlide19.xml" Id="Rf6892b1818f44bf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8fcc22dc6c64691" /><Relationship Type="http://schemas.openxmlformats.org/officeDocument/2006/relationships/notesSlide" Target="/ppt/notesSlides/notesSlide20.xml" Id="R319f4052ce6e466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ebaff70a5804149" /><Relationship Type="http://schemas.openxmlformats.org/officeDocument/2006/relationships/notesSlide" Target="/ppt/notesSlides/notesSlide21.xml" Id="R2a11a77920164d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869987a215c468f" /><Relationship Type="http://schemas.openxmlformats.org/officeDocument/2006/relationships/notesSlide" Target="/ppt/notesSlides/notesSlide22.xml" Id="Re584374c683c4e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c9aab527f4d432f" /><Relationship Type="http://schemas.openxmlformats.org/officeDocument/2006/relationships/notesSlide" Target="/ppt/notesSlides/notesSlide23.xml" Id="R702db8e587ff43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71dc2ceadb24438" /><Relationship Type="http://schemas.openxmlformats.org/officeDocument/2006/relationships/notesSlide" Target="/ppt/notesSlides/notesSlide24.xml" Id="Rf92dbf623bb5487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ca951a605cc44fb" /><Relationship Type="http://schemas.openxmlformats.org/officeDocument/2006/relationships/notesSlide" Target="/ppt/notesSlides/notesSlide25.xml" Id="R8a1e1f09d3fe4bd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1ea1e7e7ff84893" /><Relationship Type="http://schemas.openxmlformats.org/officeDocument/2006/relationships/notesSlide" Target="/ppt/notesSlides/notesSlide26.xml" Id="R6404fee9152e4a7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4de89f38dd24c39" /><Relationship Type="http://schemas.openxmlformats.org/officeDocument/2006/relationships/notesSlide" Target="/ppt/notesSlides/notesSlide27.xml" Id="R081634f406ad4c7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9cbc1638b684e87" /><Relationship Type="http://schemas.openxmlformats.org/officeDocument/2006/relationships/notesSlide" Target="/ppt/notesSlides/notesSlide28.xml" Id="Rd4a8de5c8a8241c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150f8c32ec14956" /><Relationship Type="http://schemas.openxmlformats.org/officeDocument/2006/relationships/notesSlide" Target="/ppt/notesSlides/notesSlide29.xml" Id="R059e35296b5c4b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9b096a7abe648c0" /><Relationship Type="http://schemas.openxmlformats.org/officeDocument/2006/relationships/notesSlide" Target="/ppt/notesSlides/notesSlide30.xml" Id="R16549bb93b7f401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ae638d26f9b4448" /><Relationship Type="http://schemas.openxmlformats.org/officeDocument/2006/relationships/notesSlide" Target="/ppt/notesSlides/notesSlide31.xml" Id="R548aa215b39a424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e0d45026f1945fc" /><Relationship Type="http://schemas.openxmlformats.org/officeDocument/2006/relationships/notesSlide" Target="/ppt/notesSlides/notesSlide32.xml" Id="Rafe18fbe5aa14ef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8e22857bc344f8c" /><Relationship Type="http://schemas.openxmlformats.org/officeDocument/2006/relationships/notesSlide" Target="/ppt/notesSlides/notesSlide33.xml" Id="R5167b91ee3d84b0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18b70e87df34c35" /><Relationship Type="http://schemas.openxmlformats.org/officeDocument/2006/relationships/notesSlide" Target="/ppt/notesSlides/notesSlide34.xml" Id="R56140b98b9924e1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fc1273e6dfd447e" /><Relationship Type="http://schemas.openxmlformats.org/officeDocument/2006/relationships/notesSlide" Target="/ppt/notesSlides/notesSlide35.xml" Id="R64fa66e9b7244d4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088843842374495" /><Relationship Type="http://schemas.openxmlformats.org/officeDocument/2006/relationships/notesSlide" Target="/ppt/notesSlides/notesSlide36.xml" Id="R12dc8b1e3c4440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d501c00d0f74503" /><Relationship Type="http://schemas.openxmlformats.org/officeDocument/2006/relationships/notesSlide" Target="/ppt/notesSlides/notesSlide37.xml" Id="Rd9312dba449748e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bb99d6962344fe5" /><Relationship Type="http://schemas.openxmlformats.org/officeDocument/2006/relationships/notesSlide" Target="/ppt/notesSlides/notesSlide38.xml" Id="R8e9a0c6a74d548c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111570d3a394318" /><Relationship Type="http://schemas.openxmlformats.org/officeDocument/2006/relationships/notesSlide" Target="/ppt/notesSlides/notesSlide39.xml" Id="Rd8335492e2e24ad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933575aee0a43a2" /><Relationship Type="http://schemas.openxmlformats.org/officeDocument/2006/relationships/notesSlide" Target="/ppt/notesSlides/notesSlide40.xml" Id="R23a0366f26274354"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1ECCA6-214C-4899-A2F3-E40DB91BE637}"/>
              </a:ext>
            </a:extLst>
          </p:cNvPr>
          <p:cNvSpPr>
            <a:spLocks xmlns:a="http://schemas.openxmlformats.org/drawingml/2006/main" noGrp="1"/>
          </p:cNvSpPr>
          <p:nvPr/>
        </p:nvSpPr>
        <p:spPr>
          <a:xfrm xmlns:a="http://schemas.openxmlformats.org/drawingml/2006/main">
            <a:off x="685800" y="6286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WIDGETFLOW</a:t>
            </a:r>
          </a:p>
        </p:txBody>
      </p:sp>
      <p:sp>
        <p:nvSpPr>
          <p:cNvPr id="2" name="">
            <a:extLst xmlns:a="http://schemas.openxmlformats.org/drawingml/2006/main">
              <a:ext uri="{FF2B5EF4-FFF2-40B4-BE49-F238E27FC236}">
                <a16:creationId xmlns:a16="http://schemas.microsoft.com/office/drawing/2014/main" id="{BD5A2A79-BD14-49FB-8362-F26A2AC2FF9F}"/>
              </a:ext>
            </a:extLst>
          </p:cNvPr>
          <p:cNvSpPr>
            <a:spLocks xmlns:a="http://schemas.openxmlformats.org/drawingml/2006/main" noGrp="1"/>
          </p:cNvSpPr>
          <p:nvPr/>
        </p:nvSpPr>
        <p:spPr>
          <a:xfrm xmlns:a="http://schemas.openxmlformats.org/drawingml/2006/main">
            <a:off x="685800" y="1581150"/>
            <a:ext cx="666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FFFFFF"/>
                </a:solidFill>
              </a:defRPr>
            </a:pPr>
            <a:r>
              <a:rPr sz="4650" b="1">
                <a:solidFill>
                  <a:srgbClr val="FFFFFF"/>
                </a:solidFill>
              </a:rPr>
              <a:t>Standardize reporting.</a:t>
            </a:r>
          </a:p>
          <a:p xmlns:a="http://schemas.openxmlformats.org/drawingml/2006/main">
            <a:pPr algn="l">
              <a:defRPr sz="4650" b="1">
                <a:solidFill>
                  <a:srgbClr val="FFFFFF"/>
                </a:solidFill>
              </a:defRPr>
            </a:pPr>
            <a:r>
              <a:rPr sz="4650" b="1">
                <a:solidFill>
                  <a:srgbClr val="FFFFFF"/>
                </a:solidFill>
              </a:rPr>
              <a:t>Govern every step.</a:t>
            </a:r>
          </a:p>
        </p:txBody>
      </p:sp>
      <p:sp>
        <p:nvSpPr>
          <p:cNvPr id="3" name="">
            <a:extLst xmlns:a="http://schemas.openxmlformats.org/drawingml/2006/main">
              <a:ext uri="{FF2B5EF4-FFF2-40B4-BE49-F238E27FC236}">
                <a16:creationId xmlns:a16="http://schemas.microsoft.com/office/drawing/2014/main" id="{08601CB3-842C-4FA4-9436-9A345ABDBE5E}"/>
              </a:ext>
            </a:extLst>
          </p:cNvPr>
          <p:cNvSpPr>
            <a:spLocks xmlns:a="http://schemas.openxmlformats.org/drawingml/2006/main" noGrp="1"/>
          </p:cNvSpPr>
          <p:nvPr/>
        </p:nvSpPr>
        <p:spPr>
          <a:xfrm xmlns:a="http://schemas.openxmlformats.org/drawingml/2006/main">
            <a:off x="723900" y="3524250"/>
            <a:ext cx="619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C8CEE0"/>
                </a:solidFill>
              </a:defRPr>
            </a:pPr>
            <a:r>
              <a:rPr sz="1800" b="0">
                <a:solidFill>
                  <a:srgbClr val="C8CEE0"/>
                </a:solidFill>
              </a:rPr>
              <a:t>A controlled platform for designing, publishing, completing, reviewing and finalizing organizational reports.</a:t>
            </a:r>
          </a:p>
        </p:txBody>
      </p:sp>
      <p:sp>
        <p:nvSpPr>
          <p:cNvPr id="4" name="">
            <a:extLst xmlns:a="http://schemas.openxmlformats.org/drawingml/2006/main">
              <a:ext uri="{FF2B5EF4-FFF2-40B4-BE49-F238E27FC236}">
                <a16:creationId xmlns:a16="http://schemas.microsoft.com/office/drawing/2014/main" id="{7923A5E4-62CD-430D-91C5-C80D9B9BD7DD}"/>
              </a:ext>
            </a:extLst>
          </p:cNvPr>
          <p:cNvSpPr>
            <a:spLocks xmlns:a="http://schemas.openxmlformats.org/drawingml/2006/main" noGrp="1"/>
          </p:cNvSpPr>
          <p:nvPr/>
        </p:nvSpPr>
        <p:spPr>
          <a:xfrm xmlns:a="http://schemas.openxmlformats.org/drawingml/2006/main">
            <a:off x="742950" y="5095875"/>
            <a:ext cx="3981450" cy="457200"/>
          </a:xfrm>
          <a:prstGeom xmlns:a="http://schemas.openxmlformats.org/drawingml/2006/main" prst="roundRect">
            <a:avLst>
              <a:gd name="adj" fmla="val 50000"/>
            </a:avLst>
          </a:prstGeom>
          <a:solidFill xmlns:a="http://schemas.openxmlformats.org/drawingml/2006/main">
            <a:srgbClr val="6D3CFF"/>
          </a:solidFill>
          <a:ln xmlns:a="http://schemas.openxmlformats.org/drawingml/2006/main" w="9525">
            <a:solidFill>
              <a:srgbClr val="6D3CFF"/>
            </a:solidFill>
            <a:prstDash val="solid"/>
          </a:ln>
        </p:spPr>
      </p:sp>
      <p:sp>
        <p:nvSpPr>
          <p:cNvPr id="5" name="">
            <a:extLst xmlns:a="http://schemas.openxmlformats.org/drawingml/2006/main">
              <a:ext uri="{FF2B5EF4-FFF2-40B4-BE49-F238E27FC236}">
                <a16:creationId xmlns:a16="http://schemas.microsoft.com/office/drawing/2014/main" id="{D668CE54-59B3-46F7-9875-619513485193}"/>
              </a:ext>
            </a:extLst>
          </p:cNvPr>
          <p:cNvSpPr>
            <a:spLocks xmlns:a="http://schemas.openxmlformats.org/drawingml/2006/main" noGrp="1"/>
          </p:cNvSpPr>
          <p:nvPr/>
        </p:nvSpPr>
        <p:spPr>
          <a:xfrm xmlns:a="http://schemas.openxmlformats.org/drawingml/2006/main">
            <a:off x="952500" y="5238750"/>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CLIENT PRODUCT PRESENTATION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9c2e58f8c342e2"/>
          <a:stretch xmlns:a="http://schemas.openxmlformats.org/drawingml/2006/main"/>
        </p:blipFill>
        <p:spPr>
          <a:xfrm xmlns:a="http://schemas.openxmlformats.org/drawingml/2006/main">
            <a:off x="8100788" y="1428750"/>
            <a:ext cx="3077024" cy="3238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6F92DCF-CEB5-4CBF-B2D6-28D986EEC08D}"/>
              </a:ext>
            </a:extLst>
          </p:cNvPr>
          <p:cNvSpPr>
            <a:spLocks xmlns:a="http://schemas.openxmlformats.org/drawingml/2006/main" noGrp="1"/>
          </p:cNvSpPr>
          <p:nvPr/>
        </p:nvSpPr>
        <p:spPr>
          <a:xfrm xmlns:a="http://schemas.openxmlformats.org/drawingml/2006/main">
            <a:off x="7924800" y="4914900"/>
            <a:ext cx="3429000" cy="0"/>
          </a:xfrm>
          <a:prstGeom xmlns:a="http://schemas.openxmlformats.org/drawingml/2006/main" prst="line">
            <a:avLst/>
          </a:prstGeom>
          <a:noFill xmlns:a="http://schemas.openxmlformats.org/drawingml/2006/main"/>
          <a:ln xmlns:a="http://schemas.openxmlformats.org/drawingml/2006/main" w="38100">
            <a:solidFill>
              <a:srgbClr val="20C7D9"/>
            </a:solidFill>
            <a:prstDash val="solid"/>
          </a:ln>
        </p:spPr>
      </p:sp>
      <p:sp>
        <p:nvSpPr>
          <p:cNvPr id="8" name="">
            <a:extLst xmlns:a="http://schemas.openxmlformats.org/drawingml/2006/main">
              <a:ext uri="{FF2B5EF4-FFF2-40B4-BE49-F238E27FC236}">
                <a16:creationId xmlns:a16="http://schemas.microsoft.com/office/drawing/2014/main" id="{56BF6B3F-27F8-4A8A-85E1-6BB19DE4E13B}"/>
              </a:ext>
            </a:extLst>
          </p:cNvPr>
          <p:cNvSpPr>
            <a:spLocks xmlns:a="http://schemas.openxmlformats.org/drawingml/2006/main" noGrp="1"/>
          </p:cNvSpPr>
          <p:nvPr/>
        </p:nvSpPr>
        <p:spPr>
          <a:xfrm xmlns:a="http://schemas.openxmlformats.org/drawingml/2006/main">
            <a:off x="7810500" y="51625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DESIGN  →  GOVERN  →  REPORT  →  REVIEW</a:t>
            </a:r>
          </a:p>
        </p:txBody>
      </p:sp>
      <p:sp>
        <p:nvSpPr>
          <p:cNvPr id="9" name="">
            <a:extLst xmlns:a="http://schemas.openxmlformats.org/drawingml/2006/main">
              <a:ext uri="{FF2B5EF4-FFF2-40B4-BE49-F238E27FC236}">
                <a16:creationId xmlns:a16="http://schemas.microsoft.com/office/drawing/2014/main" id="{0E54CE4C-DE18-4900-B66A-697ADC9999B5}"/>
              </a:ext>
            </a:extLst>
          </p:cNvPr>
          <p:cNvSpPr>
            <a:spLocks xmlns:a="http://schemas.openxmlformats.org/drawingml/2006/main" noGrp="1"/>
          </p:cNvSpPr>
          <p:nvPr/>
        </p:nvSpPr>
        <p:spPr>
          <a:xfrm xmlns:a="http://schemas.openxmlformats.org/drawingml/2006/main">
            <a:off x="685800" y="64770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a:t>
            </a:r>
          </a:p>
        </p:txBody>
      </p:sp>
    </p:spTree>
    <p:extLst>
      <p:ext uri="{BB962C8B-B14F-4D97-AF65-F5344CB8AC3E}">
        <p14:creationId xmlns:p14="http://schemas.microsoft.com/office/powerpoint/2010/main" val="2128977611"/>
      </p:ext>
    </p:extLst>
  </p:cSld>
</p:sld>
</file>

<file path=ppt/slides/slide2.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48645DE-BE63-477A-AB99-47F154CAE1DA}"/>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THE REPORTING PROBLEM</a:t>
            </a:r>
          </a:p>
        </p:txBody>
      </p:sp>
      <p:sp>
        <p:nvSpPr>
          <p:cNvPr id="2" name="slide-title-2">
            <a:extLst xmlns:a="http://schemas.openxmlformats.org/drawingml/2006/main">
              <a:ext uri="{FF2B5EF4-FFF2-40B4-BE49-F238E27FC236}">
                <a16:creationId xmlns:a16="http://schemas.microsoft.com/office/drawing/2014/main" id="{903A8C46-6968-4B57-AF5E-8D989BA96694}"/>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Important reporting is still managed like loose paperwork</a:t>
            </a:r>
          </a:p>
        </p:txBody>
      </p:sp>
      <p:sp>
        <p:nvSpPr>
          <p:cNvPr id="3" name="">
            <a:extLst xmlns:a="http://schemas.openxmlformats.org/drawingml/2006/main">
              <a:ext uri="{FF2B5EF4-FFF2-40B4-BE49-F238E27FC236}">
                <a16:creationId xmlns:a16="http://schemas.microsoft.com/office/drawing/2014/main" id="{B58406DE-11FC-46D7-870C-423B4F1004EF}"/>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02</a:t>
            </a:r>
          </a:p>
        </p:txBody>
      </p:sp>
      <p:sp>
        <p:nvSpPr>
          <p:cNvPr id="4" name="">
            <a:extLst xmlns:a="http://schemas.openxmlformats.org/drawingml/2006/main">
              <a:ext uri="{FF2B5EF4-FFF2-40B4-BE49-F238E27FC236}">
                <a16:creationId xmlns:a16="http://schemas.microsoft.com/office/drawing/2014/main" id="{EFA6DE5F-BE0E-4A67-BF13-170C1C1EEF1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0378A207-770D-4520-AE88-C6BF1E83AE3D}"/>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85A00EBE-705D-4929-A5E3-5FC9E45A0582}"/>
              </a:ext>
            </a:extLst>
          </p:cNvPr>
          <p:cNvSpPr>
            <a:spLocks xmlns:a="http://schemas.openxmlformats.org/drawingml/2006/main" noGrp="1"/>
          </p:cNvSpPr>
          <p:nvPr/>
        </p:nvSpPr>
        <p:spPr>
          <a:xfrm xmlns:a="http://schemas.openxmlformats.org/drawingml/2006/main">
            <a:off x="666750" y="156210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44054"/>
                </a:solidFill>
              </a:defRPr>
            </a:pPr>
            <a:r>
              <a:rPr sz="1800" b="0">
                <a:solidFill>
                  <a:srgbClr val="344054"/>
                </a:solidFill>
              </a:rPr>
              <a:t>When reporting lives across documents, spreadsheets and messages, the process becomes harder to control than the content itself.</a:t>
            </a:r>
          </a:p>
        </p:txBody>
      </p:sp>
      <p:sp>
        <p:nvSpPr>
          <p:cNvPr id="7" name="">
            <a:extLst xmlns:a="http://schemas.openxmlformats.org/drawingml/2006/main">
              <a:ext uri="{FF2B5EF4-FFF2-40B4-BE49-F238E27FC236}">
                <a16:creationId xmlns:a16="http://schemas.microsoft.com/office/drawing/2014/main" id="{44C7E7C0-3E11-4D1D-859A-FC31BCFDB6EC}"/>
              </a:ext>
            </a:extLst>
          </p:cNvPr>
          <p:cNvSpPr>
            <a:spLocks xmlns:a="http://schemas.openxmlformats.org/drawingml/2006/main" noGrp="1"/>
          </p:cNvSpPr>
          <p:nvPr/>
        </p:nvSpPr>
        <p:spPr>
          <a:xfrm xmlns:a="http://schemas.openxmlformats.org/drawingml/2006/main">
            <a:off x="762000" y="24765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84A5C"/>
                </a:solidFill>
              </a:defRPr>
            </a:pPr>
            <a:r>
              <a:rPr sz="1050" b="1">
                <a:solidFill>
                  <a:srgbClr val="D84A5C"/>
                </a:solidFill>
              </a:rPr>
              <a:t>01</a:t>
            </a:r>
          </a:p>
        </p:txBody>
      </p:sp>
      <p:sp>
        <p:nvSpPr>
          <p:cNvPr id="8" name="">
            <a:extLst xmlns:a="http://schemas.openxmlformats.org/drawingml/2006/main">
              <a:ext uri="{FF2B5EF4-FFF2-40B4-BE49-F238E27FC236}">
                <a16:creationId xmlns:a16="http://schemas.microsoft.com/office/drawing/2014/main" id="{D45AD3A9-0629-4B16-9C88-A4178503E130}"/>
              </a:ext>
            </a:extLst>
          </p:cNvPr>
          <p:cNvSpPr>
            <a:spLocks xmlns:a="http://schemas.openxmlformats.org/drawingml/2006/main" noGrp="1"/>
          </p:cNvSpPr>
          <p:nvPr/>
        </p:nvSpPr>
        <p:spPr>
          <a:xfrm xmlns:a="http://schemas.openxmlformats.org/drawingml/2006/main">
            <a:off x="1257300" y="24479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020"/>
                </a:solidFill>
              </a:defRPr>
            </a:pPr>
            <a:r>
              <a:rPr sz="1575" b="1">
                <a:solidFill>
                  <a:srgbClr val="0B1020"/>
                </a:solidFill>
              </a:rPr>
              <a:t>Inconsistent formats</a:t>
            </a:r>
          </a:p>
        </p:txBody>
      </p:sp>
      <p:sp>
        <p:nvSpPr>
          <p:cNvPr id="9" name="">
            <a:extLst xmlns:a="http://schemas.openxmlformats.org/drawingml/2006/main">
              <a:ext uri="{FF2B5EF4-FFF2-40B4-BE49-F238E27FC236}">
                <a16:creationId xmlns:a16="http://schemas.microsoft.com/office/drawing/2014/main" id="{734946B5-A805-45C9-8CA7-3DF767EFAD16}"/>
              </a:ext>
            </a:extLst>
          </p:cNvPr>
          <p:cNvSpPr>
            <a:spLocks xmlns:a="http://schemas.openxmlformats.org/drawingml/2006/main" noGrp="1"/>
          </p:cNvSpPr>
          <p:nvPr/>
        </p:nvSpPr>
        <p:spPr>
          <a:xfrm xmlns:a="http://schemas.openxmlformats.org/drawingml/2006/main">
            <a:off x="4286250" y="2457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67085"/>
                </a:solidFill>
              </a:defRPr>
            </a:pPr>
            <a:r>
              <a:rPr sz="1350" b="0">
                <a:solidFill>
                  <a:srgbClr val="667085"/>
                </a:solidFill>
              </a:rPr>
              <a:t>Every team rebuilds the same report differently.</a:t>
            </a:r>
          </a:p>
        </p:txBody>
      </p:sp>
      <p:sp>
        <p:nvSpPr>
          <p:cNvPr id="10" name="">
            <a:extLst xmlns:a="http://schemas.openxmlformats.org/drawingml/2006/main">
              <a:ext uri="{FF2B5EF4-FFF2-40B4-BE49-F238E27FC236}">
                <a16:creationId xmlns:a16="http://schemas.microsoft.com/office/drawing/2014/main" id="{5413B3CD-5510-4AD4-B1EF-F3633F464037}"/>
              </a:ext>
            </a:extLst>
          </p:cNvPr>
          <p:cNvSpPr>
            <a:spLocks xmlns:a="http://schemas.openxmlformats.org/drawingml/2006/main" noGrp="1"/>
          </p:cNvSpPr>
          <p:nvPr/>
        </p:nvSpPr>
        <p:spPr>
          <a:xfrm xmlns:a="http://schemas.openxmlformats.org/drawingml/2006/main">
            <a:off x="1257300" y="2886075"/>
            <a:ext cx="8953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1" name="">
            <a:extLst xmlns:a="http://schemas.openxmlformats.org/drawingml/2006/main">
              <a:ext uri="{FF2B5EF4-FFF2-40B4-BE49-F238E27FC236}">
                <a16:creationId xmlns:a16="http://schemas.microsoft.com/office/drawing/2014/main" id="{2302B84F-D8CB-4C93-BC76-6E3813ECD704}"/>
              </a:ext>
            </a:extLst>
          </p:cNvPr>
          <p:cNvSpPr>
            <a:spLocks xmlns:a="http://schemas.openxmlformats.org/drawingml/2006/main" noGrp="1"/>
          </p:cNvSpPr>
          <p:nvPr/>
        </p:nvSpPr>
        <p:spPr>
          <a:xfrm xmlns:a="http://schemas.openxmlformats.org/drawingml/2006/main">
            <a:off x="762000" y="31051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84A5C"/>
                </a:solidFill>
              </a:defRPr>
            </a:pPr>
            <a:r>
              <a:rPr sz="1050" b="1">
                <a:solidFill>
                  <a:srgbClr val="D84A5C"/>
                </a:solidFill>
              </a:rPr>
              <a:t>02</a:t>
            </a:r>
          </a:p>
        </p:txBody>
      </p:sp>
      <p:sp>
        <p:nvSpPr>
          <p:cNvPr id="12" name="">
            <a:extLst xmlns:a="http://schemas.openxmlformats.org/drawingml/2006/main">
              <a:ext uri="{FF2B5EF4-FFF2-40B4-BE49-F238E27FC236}">
                <a16:creationId xmlns:a16="http://schemas.microsoft.com/office/drawing/2014/main" id="{10FD07AE-6DD6-4122-96B7-FB33B8DAD59F}"/>
              </a:ext>
            </a:extLst>
          </p:cNvPr>
          <p:cNvSpPr>
            <a:spLocks xmlns:a="http://schemas.openxmlformats.org/drawingml/2006/main" noGrp="1"/>
          </p:cNvSpPr>
          <p:nvPr/>
        </p:nvSpPr>
        <p:spPr>
          <a:xfrm xmlns:a="http://schemas.openxmlformats.org/drawingml/2006/main">
            <a:off x="1257300" y="30765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020"/>
                </a:solidFill>
              </a:defRPr>
            </a:pPr>
            <a:r>
              <a:rPr sz="1575" b="1">
                <a:solidFill>
                  <a:srgbClr val="0B1020"/>
                </a:solidFill>
              </a:rPr>
              <a:t>Missing information</a:t>
            </a:r>
          </a:p>
        </p:txBody>
      </p:sp>
      <p:sp>
        <p:nvSpPr>
          <p:cNvPr id="13" name="">
            <a:extLst xmlns:a="http://schemas.openxmlformats.org/drawingml/2006/main">
              <a:ext uri="{FF2B5EF4-FFF2-40B4-BE49-F238E27FC236}">
                <a16:creationId xmlns:a16="http://schemas.microsoft.com/office/drawing/2014/main" id="{F0BFC59F-E5F3-4D7D-B08D-1DCC42BAC3BF}"/>
              </a:ext>
            </a:extLst>
          </p:cNvPr>
          <p:cNvSpPr>
            <a:spLocks xmlns:a="http://schemas.openxmlformats.org/drawingml/2006/main" noGrp="1"/>
          </p:cNvSpPr>
          <p:nvPr/>
        </p:nvSpPr>
        <p:spPr>
          <a:xfrm xmlns:a="http://schemas.openxmlformats.org/drawingml/2006/main">
            <a:off x="4286250" y="30861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67085"/>
                </a:solidFill>
              </a:defRPr>
            </a:pPr>
            <a:r>
              <a:rPr sz="1350" b="0">
                <a:solidFill>
                  <a:srgbClr val="667085"/>
                </a:solidFill>
              </a:rPr>
              <a:t>Critical fields and instructions are easy to overlook.</a:t>
            </a:r>
          </a:p>
        </p:txBody>
      </p:sp>
      <p:sp>
        <p:nvSpPr>
          <p:cNvPr id="14" name="">
            <a:extLst xmlns:a="http://schemas.openxmlformats.org/drawingml/2006/main">
              <a:ext uri="{FF2B5EF4-FFF2-40B4-BE49-F238E27FC236}">
                <a16:creationId xmlns:a16="http://schemas.microsoft.com/office/drawing/2014/main" id="{C18FEC06-14F0-47BB-B23F-AA8135F12396}"/>
              </a:ext>
            </a:extLst>
          </p:cNvPr>
          <p:cNvSpPr>
            <a:spLocks xmlns:a="http://schemas.openxmlformats.org/drawingml/2006/main" noGrp="1"/>
          </p:cNvSpPr>
          <p:nvPr/>
        </p:nvSpPr>
        <p:spPr>
          <a:xfrm xmlns:a="http://schemas.openxmlformats.org/drawingml/2006/main">
            <a:off x="1257300" y="3514725"/>
            <a:ext cx="8953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5" name="">
            <a:extLst xmlns:a="http://schemas.openxmlformats.org/drawingml/2006/main">
              <a:ext uri="{FF2B5EF4-FFF2-40B4-BE49-F238E27FC236}">
                <a16:creationId xmlns:a16="http://schemas.microsoft.com/office/drawing/2014/main" id="{CE9C60B0-1BEC-4772-8A3B-C0F587D1BEC1}"/>
              </a:ext>
            </a:extLst>
          </p:cNvPr>
          <p:cNvSpPr>
            <a:spLocks xmlns:a="http://schemas.openxmlformats.org/drawingml/2006/main" noGrp="1"/>
          </p:cNvSpPr>
          <p:nvPr/>
        </p:nvSpPr>
        <p:spPr>
          <a:xfrm xmlns:a="http://schemas.openxmlformats.org/drawingml/2006/main">
            <a:off x="762000" y="37338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03</a:t>
            </a:r>
          </a:p>
        </p:txBody>
      </p:sp>
      <p:sp>
        <p:nvSpPr>
          <p:cNvPr id="16" name="">
            <a:extLst xmlns:a="http://schemas.openxmlformats.org/drawingml/2006/main">
              <a:ext uri="{FF2B5EF4-FFF2-40B4-BE49-F238E27FC236}">
                <a16:creationId xmlns:a16="http://schemas.microsoft.com/office/drawing/2014/main" id="{2CBC373B-3EB8-42F3-A6E1-89743FDDBEDF}"/>
              </a:ext>
            </a:extLst>
          </p:cNvPr>
          <p:cNvSpPr>
            <a:spLocks xmlns:a="http://schemas.openxmlformats.org/drawingml/2006/main" noGrp="1"/>
          </p:cNvSpPr>
          <p:nvPr/>
        </p:nvSpPr>
        <p:spPr>
          <a:xfrm xmlns:a="http://schemas.openxmlformats.org/drawingml/2006/main">
            <a:off x="1257300" y="37052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020"/>
                </a:solidFill>
              </a:defRPr>
            </a:pPr>
            <a:r>
              <a:rPr sz="1575" b="1">
                <a:solidFill>
                  <a:srgbClr val="0B1020"/>
                </a:solidFill>
              </a:rPr>
              <a:t>Approval delays</a:t>
            </a:r>
          </a:p>
        </p:txBody>
      </p:sp>
      <p:sp>
        <p:nvSpPr>
          <p:cNvPr id="17" name="">
            <a:extLst xmlns:a="http://schemas.openxmlformats.org/drawingml/2006/main">
              <a:ext uri="{FF2B5EF4-FFF2-40B4-BE49-F238E27FC236}">
                <a16:creationId xmlns:a16="http://schemas.microsoft.com/office/drawing/2014/main" id="{D44A5BB9-6BAB-45B4-A757-DA98B358B733}"/>
              </a:ext>
            </a:extLst>
          </p:cNvPr>
          <p:cNvSpPr>
            <a:spLocks xmlns:a="http://schemas.openxmlformats.org/drawingml/2006/main" noGrp="1"/>
          </p:cNvSpPr>
          <p:nvPr/>
        </p:nvSpPr>
        <p:spPr>
          <a:xfrm xmlns:a="http://schemas.openxmlformats.org/drawingml/2006/main">
            <a:off x="4286250" y="37147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67085"/>
                </a:solidFill>
              </a:defRPr>
            </a:pPr>
            <a:r>
              <a:rPr sz="1350" b="0">
                <a:solidFill>
                  <a:srgbClr val="667085"/>
                </a:solidFill>
              </a:rPr>
              <a:t>Ownership and next actions become unclear.</a:t>
            </a:r>
          </a:p>
        </p:txBody>
      </p:sp>
      <p:sp>
        <p:nvSpPr>
          <p:cNvPr id="18" name="">
            <a:extLst xmlns:a="http://schemas.openxmlformats.org/drawingml/2006/main">
              <a:ext uri="{FF2B5EF4-FFF2-40B4-BE49-F238E27FC236}">
                <a16:creationId xmlns:a16="http://schemas.microsoft.com/office/drawing/2014/main" id="{BBFAC0D6-ABE3-4567-BE2B-6CDFA10FDB80}"/>
              </a:ext>
            </a:extLst>
          </p:cNvPr>
          <p:cNvSpPr>
            <a:spLocks xmlns:a="http://schemas.openxmlformats.org/drawingml/2006/main" noGrp="1"/>
          </p:cNvSpPr>
          <p:nvPr/>
        </p:nvSpPr>
        <p:spPr>
          <a:xfrm xmlns:a="http://schemas.openxmlformats.org/drawingml/2006/main">
            <a:off x="1257300" y="4143375"/>
            <a:ext cx="8953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9" name="">
            <a:extLst xmlns:a="http://schemas.openxmlformats.org/drawingml/2006/main">
              <a:ext uri="{FF2B5EF4-FFF2-40B4-BE49-F238E27FC236}">
                <a16:creationId xmlns:a16="http://schemas.microsoft.com/office/drawing/2014/main" id="{0D64C3AE-D3B7-4EE8-A413-5E40CAA702B9}"/>
              </a:ext>
            </a:extLst>
          </p:cNvPr>
          <p:cNvSpPr>
            <a:spLocks xmlns:a="http://schemas.openxmlformats.org/drawingml/2006/main" noGrp="1"/>
          </p:cNvSpPr>
          <p:nvPr/>
        </p:nvSpPr>
        <p:spPr>
          <a:xfrm xmlns:a="http://schemas.openxmlformats.org/drawingml/2006/main">
            <a:off x="762000" y="43624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04</a:t>
            </a:r>
          </a:p>
        </p:txBody>
      </p:sp>
      <p:sp>
        <p:nvSpPr>
          <p:cNvPr id="20" name="">
            <a:extLst xmlns:a="http://schemas.openxmlformats.org/drawingml/2006/main">
              <a:ext uri="{FF2B5EF4-FFF2-40B4-BE49-F238E27FC236}">
                <a16:creationId xmlns:a16="http://schemas.microsoft.com/office/drawing/2014/main" id="{1F5E8C57-259E-4DAE-9A18-301C12E62E05}"/>
              </a:ext>
            </a:extLst>
          </p:cNvPr>
          <p:cNvSpPr>
            <a:spLocks xmlns:a="http://schemas.openxmlformats.org/drawingml/2006/main" noGrp="1"/>
          </p:cNvSpPr>
          <p:nvPr/>
        </p:nvSpPr>
        <p:spPr>
          <a:xfrm xmlns:a="http://schemas.openxmlformats.org/drawingml/2006/main">
            <a:off x="1257300" y="43338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020"/>
                </a:solidFill>
              </a:defRPr>
            </a:pPr>
            <a:r>
              <a:rPr sz="1575" b="1">
                <a:solidFill>
                  <a:srgbClr val="0B1020"/>
                </a:solidFill>
              </a:rPr>
              <a:t>Scattered feedback</a:t>
            </a:r>
          </a:p>
        </p:txBody>
      </p:sp>
      <p:sp>
        <p:nvSpPr>
          <p:cNvPr id="21" name="">
            <a:extLst xmlns:a="http://schemas.openxmlformats.org/drawingml/2006/main">
              <a:ext uri="{FF2B5EF4-FFF2-40B4-BE49-F238E27FC236}">
                <a16:creationId xmlns:a16="http://schemas.microsoft.com/office/drawing/2014/main" id="{18E4D5B9-0E6C-4B26-94DD-18AD145A127C}"/>
              </a:ext>
            </a:extLst>
          </p:cNvPr>
          <p:cNvSpPr>
            <a:spLocks xmlns:a="http://schemas.openxmlformats.org/drawingml/2006/main" noGrp="1"/>
          </p:cNvSpPr>
          <p:nvPr/>
        </p:nvSpPr>
        <p:spPr>
          <a:xfrm xmlns:a="http://schemas.openxmlformats.org/drawingml/2006/main">
            <a:off x="4286250" y="43434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67085"/>
                </a:solidFill>
              </a:defRPr>
            </a:pPr>
            <a:r>
              <a:rPr sz="1350" b="0">
                <a:solidFill>
                  <a:srgbClr val="667085"/>
                </a:solidFill>
              </a:rPr>
              <a:t>Comments and decisions disappear into email threads.</a:t>
            </a:r>
          </a:p>
        </p:txBody>
      </p:sp>
      <p:sp>
        <p:nvSpPr>
          <p:cNvPr id="22" name="">
            <a:extLst xmlns:a="http://schemas.openxmlformats.org/drawingml/2006/main">
              <a:ext uri="{FF2B5EF4-FFF2-40B4-BE49-F238E27FC236}">
                <a16:creationId xmlns:a16="http://schemas.microsoft.com/office/drawing/2014/main" id="{C78FF2E3-0B82-4B9C-9E65-D96A0CBA348F}"/>
              </a:ext>
            </a:extLst>
          </p:cNvPr>
          <p:cNvSpPr>
            <a:spLocks xmlns:a="http://schemas.openxmlformats.org/drawingml/2006/main" noGrp="1"/>
          </p:cNvSpPr>
          <p:nvPr/>
        </p:nvSpPr>
        <p:spPr>
          <a:xfrm xmlns:a="http://schemas.openxmlformats.org/drawingml/2006/main">
            <a:off x="1257300" y="4772025"/>
            <a:ext cx="8953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3" name="">
            <a:extLst xmlns:a="http://schemas.openxmlformats.org/drawingml/2006/main">
              <a:ext uri="{FF2B5EF4-FFF2-40B4-BE49-F238E27FC236}">
                <a16:creationId xmlns:a16="http://schemas.microsoft.com/office/drawing/2014/main" id="{3238F426-DEA0-4603-9349-80029659F139}"/>
              </a:ext>
            </a:extLst>
          </p:cNvPr>
          <p:cNvSpPr>
            <a:spLocks xmlns:a="http://schemas.openxmlformats.org/drawingml/2006/main" noGrp="1"/>
          </p:cNvSpPr>
          <p:nvPr/>
        </p:nvSpPr>
        <p:spPr>
          <a:xfrm xmlns:a="http://schemas.openxmlformats.org/drawingml/2006/main">
            <a:off x="762000" y="49911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05</a:t>
            </a:r>
          </a:p>
        </p:txBody>
      </p:sp>
      <p:sp>
        <p:nvSpPr>
          <p:cNvPr id="24" name="">
            <a:extLst xmlns:a="http://schemas.openxmlformats.org/drawingml/2006/main">
              <a:ext uri="{FF2B5EF4-FFF2-40B4-BE49-F238E27FC236}">
                <a16:creationId xmlns:a16="http://schemas.microsoft.com/office/drawing/2014/main" id="{1D18F70F-D0ED-4CF7-A9D8-674A82C07374}"/>
              </a:ext>
            </a:extLst>
          </p:cNvPr>
          <p:cNvSpPr>
            <a:spLocks xmlns:a="http://schemas.openxmlformats.org/drawingml/2006/main" noGrp="1"/>
          </p:cNvSpPr>
          <p:nvPr/>
        </p:nvSpPr>
        <p:spPr>
          <a:xfrm xmlns:a="http://schemas.openxmlformats.org/drawingml/2006/main">
            <a:off x="1257300" y="49625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020"/>
                </a:solidFill>
              </a:defRPr>
            </a:pPr>
            <a:r>
              <a:rPr sz="1575" b="1">
                <a:solidFill>
                  <a:srgbClr val="0B1020"/>
                </a:solidFill>
              </a:rPr>
              <a:t>Weak accountability</a:t>
            </a:r>
          </a:p>
        </p:txBody>
      </p:sp>
      <p:sp>
        <p:nvSpPr>
          <p:cNvPr id="25" name="">
            <a:extLst xmlns:a="http://schemas.openxmlformats.org/drawingml/2006/main">
              <a:ext uri="{FF2B5EF4-FFF2-40B4-BE49-F238E27FC236}">
                <a16:creationId xmlns:a16="http://schemas.microsoft.com/office/drawing/2014/main" id="{D345F4AE-49E9-46FC-B4C2-4693BF27A058}"/>
              </a:ext>
            </a:extLst>
          </p:cNvPr>
          <p:cNvSpPr>
            <a:spLocks xmlns:a="http://schemas.openxmlformats.org/drawingml/2006/main" noGrp="1"/>
          </p:cNvSpPr>
          <p:nvPr/>
        </p:nvSpPr>
        <p:spPr>
          <a:xfrm xmlns:a="http://schemas.openxmlformats.org/drawingml/2006/main">
            <a:off x="4286250" y="49720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67085"/>
                </a:solidFill>
              </a:defRPr>
            </a:pPr>
            <a:r>
              <a:rPr sz="1350" b="0">
                <a:solidFill>
                  <a:srgbClr val="667085"/>
                </a:solidFill>
              </a:rPr>
              <a:t>It is difficult to reconstruct who did what and when.</a:t>
            </a:r>
          </a:p>
        </p:txBody>
      </p:sp>
      <p:sp>
        <p:nvSpPr>
          <p:cNvPr id="26" name="">
            <a:extLst xmlns:a="http://schemas.openxmlformats.org/drawingml/2006/main">
              <a:ext uri="{FF2B5EF4-FFF2-40B4-BE49-F238E27FC236}">
                <a16:creationId xmlns:a16="http://schemas.microsoft.com/office/drawing/2014/main" id="{86569CDB-F6E4-483F-844B-03359A3160C1}"/>
              </a:ext>
            </a:extLst>
          </p:cNvPr>
          <p:cNvSpPr>
            <a:spLocks xmlns:a="http://schemas.openxmlformats.org/drawingml/2006/main" noGrp="1"/>
          </p:cNvSpPr>
          <p:nvPr/>
        </p:nvSpPr>
        <p:spPr>
          <a:xfrm xmlns:a="http://schemas.openxmlformats.org/drawingml/2006/main">
            <a:off x="1257300" y="5400675"/>
            <a:ext cx="8953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Tree>
    <p:extLst>
      <p:ext uri="{BB962C8B-B14F-4D97-AF65-F5344CB8AC3E}">
        <p14:creationId xmlns:p14="http://schemas.microsoft.com/office/powerpoint/2010/main" val="461871797"/>
      </p:ext>
    </p:extLst>
  </p:cSld>
</p:sld>
</file>

<file path=ppt/slides/slide3.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51F3551-B2DF-409B-BD8A-3B3143E45B39}"/>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INTRODUCING WIDGETFLOW</a:t>
            </a:r>
          </a:p>
        </p:txBody>
      </p:sp>
      <p:sp>
        <p:nvSpPr>
          <p:cNvPr id="2" name="slide-title-3">
            <a:extLst xmlns:a="http://schemas.openxmlformats.org/drawingml/2006/main">
              <a:ext uri="{FF2B5EF4-FFF2-40B4-BE49-F238E27FC236}">
                <a16:creationId xmlns:a16="http://schemas.microsoft.com/office/drawing/2014/main" id="{92FF2B52-8691-4898-97C6-B6E7B600BAE3}"/>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One controlled environment for the full reporting lifecycle</a:t>
            </a:r>
          </a:p>
        </p:txBody>
      </p:sp>
      <p:sp>
        <p:nvSpPr>
          <p:cNvPr id="3" name="">
            <a:extLst xmlns:a="http://schemas.openxmlformats.org/drawingml/2006/main">
              <a:ext uri="{FF2B5EF4-FFF2-40B4-BE49-F238E27FC236}">
                <a16:creationId xmlns:a16="http://schemas.microsoft.com/office/drawing/2014/main" id="{68001D50-991F-4756-B3F2-2EE6C1FDB216}"/>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03</a:t>
            </a:r>
          </a:p>
        </p:txBody>
      </p:sp>
      <p:sp>
        <p:nvSpPr>
          <p:cNvPr id="4" name="">
            <a:extLst xmlns:a="http://schemas.openxmlformats.org/drawingml/2006/main">
              <a:ext uri="{FF2B5EF4-FFF2-40B4-BE49-F238E27FC236}">
                <a16:creationId xmlns:a16="http://schemas.microsoft.com/office/drawing/2014/main" id="{4BB23EF7-1AF2-4C17-B739-1C88B6181EA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C31919F1-B976-4CC0-BB74-30EE05EE0319}"/>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31211D4A-6297-400A-83A9-4427A06092C5}"/>
              </a:ext>
            </a:extLst>
          </p:cNvPr>
          <p:cNvSpPr>
            <a:spLocks xmlns:a="http://schemas.openxmlformats.org/drawingml/2006/main" noGrp="1"/>
          </p:cNvSpPr>
          <p:nvPr/>
        </p:nvSpPr>
        <p:spPr>
          <a:xfrm xmlns:a="http://schemas.openxmlformats.org/drawingml/2006/main">
            <a:off x="685800" y="1952625"/>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67FF"/>
                </a:solidFill>
              </a:defRPr>
            </a:pPr>
            <a:r>
              <a:rPr sz="1350" b="1">
                <a:solidFill>
                  <a:srgbClr val="8B67FF"/>
                </a:solidFill>
              </a:rPr>
              <a:t>DESIGN</a:t>
            </a:r>
          </a:p>
        </p:txBody>
      </p:sp>
      <p:sp>
        <p:nvSpPr>
          <p:cNvPr id="7" name="">
            <a:extLst xmlns:a="http://schemas.openxmlformats.org/drawingml/2006/main">
              <a:ext uri="{FF2B5EF4-FFF2-40B4-BE49-F238E27FC236}">
                <a16:creationId xmlns:a16="http://schemas.microsoft.com/office/drawing/2014/main" id="{C55F7990-A4B0-4ED8-86EC-6D4D46FAA7C4}"/>
              </a:ext>
            </a:extLst>
          </p:cNvPr>
          <p:cNvSpPr>
            <a:spLocks xmlns:a="http://schemas.openxmlformats.org/drawingml/2006/main" noGrp="1"/>
          </p:cNvSpPr>
          <p:nvPr/>
        </p:nvSpPr>
        <p:spPr>
          <a:xfrm xmlns:a="http://schemas.openxmlformats.org/drawingml/2006/main">
            <a:off x="685800" y="2381250"/>
            <a:ext cx="2095500" cy="0"/>
          </a:xfrm>
          <a:prstGeom xmlns:a="http://schemas.openxmlformats.org/drawingml/2006/main" prst="line">
            <a:avLst/>
          </a:prstGeom>
          <a:noFill xmlns:a="http://schemas.openxmlformats.org/drawingml/2006/main"/>
          <a:ln xmlns:a="http://schemas.openxmlformats.org/drawingml/2006/main" w="38100">
            <a:solidFill>
              <a:srgbClr val="6D3CFF"/>
            </a:solidFill>
            <a:prstDash val="solid"/>
          </a:ln>
        </p:spPr>
      </p:sp>
      <p:sp>
        <p:nvSpPr>
          <p:cNvPr id="8" name="">
            <a:extLst xmlns:a="http://schemas.openxmlformats.org/drawingml/2006/main">
              <a:ext uri="{FF2B5EF4-FFF2-40B4-BE49-F238E27FC236}">
                <a16:creationId xmlns:a16="http://schemas.microsoft.com/office/drawing/2014/main" id="{3958C9B0-0433-4035-B9D8-E6E9E06AECBA}"/>
              </a:ext>
            </a:extLst>
          </p:cNvPr>
          <p:cNvSpPr>
            <a:spLocks xmlns:a="http://schemas.openxmlformats.org/drawingml/2006/main" noGrp="1"/>
          </p:cNvSpPr>
          <p:nvPr/>
        </p:nvSpPr>
        <p:spPr>
          <a:xfrm xmlns:a="http://schemas.openxmlformats.org/drawingml/2006/main">
            <a:off x="685800" y="2647950"/>
            <a:ext cx="2266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FFFF"/>
                </a:solidFill>
              </a:defRPr>
            </a:pPr>
            <a:r>
              <a:rPr sz="1800" b="1">
                <a:solidFill>
                  <a:srgbClr val="FFFFFF"/>
                </a:solidFill>
              </a:rPr>
              <a:t>Build reusable reporting structures</a:t>
            </a:r>
          </a:p>
        </p:txBody>
      </p:sp>
      <p:sp>
        <p:nvSpPr>
          <p:cNvPr id="9" name="">
            <a:extLst xmlns:a="http://schemas.openxmlformats.org/drawingml/2006/main">
              <a:ext uri="{FF2B5EF4-FFF2-40B4-BE49-F238E27FC236}">
                <a16:creationId xmlns:a16="http://schemas.microsoft.com/office/drawing/2014/main" id="{E4A54AED-BB8D-4245-9066-6FA438A343F6}"/>
              </a:ext>
            </a:extLst>
          </p:cNvPr>
          <p:cNvSpPr>
            <a:spLocks xmlns:a="http://schemas.openxmlformats.org/drawingml/2006/main" noGrp="1"/>
          </p:cNvSpPr>
          <p:nvPr/>
        </p:nvSpPr>
        <p:spPr>
          <a:xfrm xmlns:a="http://schemas.openxmlformats.org/drawingml/2006/main">
            <a:off x="3467100" y="1952625"/>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0C7D9"/>
                </a:solidFill>
              </a:defRPr>
            </a:pPr>
            <a:r>
              <a:rPr sz="1350" b="1">
                <a:solidFill>
                  <a:srgbClr val="20C7D9"/>
                </a:solidFill>
              </a:rPr>
              <a:t>GOVERN</a:t>
            </a:r>
          </a:p>
        </p:txBody>
      </p:sp>
      <p:sp>
        <p:nvSpPr>
          <p:cNvPr id="10" name="">
            <a:extLst xmlns:a="http://schemas.openxmlformats.org/drawingml/2006/main">
              <a:ext uri="{FF2B5EF4-FFF2-40B4-BE49-F238E27FC236}">
                <a16:creationId xmlns:a16="http://schemas.microsoft.com/office/drawing/2014/main" id="{4C3FE4E3-C6C9-4272-9C05-597F9DA84753}"/>
              </a:ext>
            </a:extLst>
          </p:cNvPr>
          <p:cNvSpPr>
            <a:spLocks xmlns:a="http://schemas.openxmlformats.org/drawingml/2006/main" noGrp="1"/>
          </p:cNvSpPr>
          <p:nvPr/>
        </p:nvSpPr>
        <p:spPr>
          <a:xfrm xmlns:a="http://schemas.openxmlformats.org/drawingml/2006/main">
            <a:off x="3467100" y="2381250"/>
            <a:ext cx="2095500" cy="0"/>
          </a:xfrm>
          <a:prstGeom xmlns:a="http://schemas.openxmlformats.org/drawingml/2006/main" prst="line">
            <a:avLst/>
          </a:prstGeom>
          <a:noFill xmlns:a="http://schemas.openxmlformats.org/drawingml/2006/main"/>
          <a:ln xmlns:a="http://schemas.openxmlformats.org/drawingml/2006/main" w="38100">
            <a:solidFill>
              <a:srgbClr val="20C7D9"/>
            </a:solidFill>
            <a:prstDash val="solid"/>
          </a:ln>
        </p:spPr>
      </p:sp>
      <p:sp>
        <p:nvSpPr>
          <p:cNvPr id="11" name="">
            <a:extLst xmlns:a="http://schemas.openxmlformats.org/drawingml/2006/main">
              <a:ext uri="{FF2B5EF4-FFF2-40B4-BE49-F238E27FC236}">
                <a16:creationId xmlns:a16="http://schemas.microsoft.com/office/drawing/2014/main" id="{0B23FD73-D9BD-4C11-851D-13BBE4FB7FD1}"/>
              </a:ext>
            </a:extLst>
          </p:cNvPr>
          <p:cNvSpPr>
            <a:spLocks xmlns:a="http://schemas.openxmlformats.org/drawingml/2006/main" noGrp="1"/>
          </p:cNvSpPr>
          <p:nvPr/>
        </p:nvSpPr>
        <p:spPr>
          <a:xfrm xmlns:a="http://schemas.openxmlformats.org/drawingml/2006/main">
            <a:off x="3467100" y="2647950"/>
            <a:ext cx="2266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FFFF"/>
                </a:solidFill>
              </a:defRPr>
            </a:pPr>
            <a:r>
              <a:rPr sz="1800" b="1">
                <a:solidFill>
                  <a:srgbClr val="FFFFFF"/>
                </a:solidFill>
              </a:rPr>
              <a:t>Approve standards before publication</a:t>
            </a:r>
          </a:p>
        </p:txBody>
      </p:sp>
      <p:sp>
        <p:nvSpPr>
          <p:cNvPr id="12" name="">
            <a:extLst xmlns:a="http://schemas.openxmlformats.org/drawingml/2006/main">
              <a:ext uri="{FF2B5EF4-FFF2-40B4-BE49-F238E27FC236}">
                <a16:creationId xmlns:a16="http://schemas.microsoft.com/office/drawing/2014/main" id="{0787C2D6-319F-4F6B-A655-3AD1B31D061D}"/>
              </a:ext>
            </a:extLst>
          </p:cNvPr>
          <p:cNvSpPr>
            <a:spLocks xmlns:a="http://schemas.openxmlformats.org/drawingml/2006/main" noGrp="1"/>
          </p:cNvSpPr>
          <p:nvPr/>
        </p:nvSpPr>
        <p:spPr>
          <a:xfrm xmlns:a="http://schemas.openxmlformats.org/drawingml/2006/main">
            <a:off x="6248400" y="1952625"/>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67FF"/>
                </a:solidFill>
              </a:defRPr>
            </a:pPr>
            <a:r>
              <a:rPr sz="1350" b="1">
                <a:solidFill>
                  <a:srgbClr val="8B67FF"/>
                </a:solidFill>
              </a:rPr>
              <a:t>EXECUTE</a:t>
            </a:r>
          </a:p>
        </p:txBody>
      </p:sp>
      <p:sp>
        <p:nvSpPr>
          <p:cNvPr id="13" name="">
            <a:extLst xmlns:a="http://schemas.openxmlformats.org/drawingml/2006/main">
              <a:ext uri="{FF2B5EF4-FFF2-40B4-BE49-F238E27FC236}">
                <a16:creationId xmlns:a16="http://schemas.microsoft.com/office/drawing/2014/main" id="{A3E07E54-7883-4A45-944C-09B43DE5FA06}"/>
              </a:ext>
            </a:extLst>
          </p:cNvPr>
          <p:cNvSpPr>
            <a:spLocks xmlns:a="http://schemas.openxmlformats.org/drawingml/2006/main" noGrp="1"/>
          </p:cNvSpPr>
          <p:nvPr/>
        </p:nvSpPr>
        <p:spPr>
          <a:xfrm xmlns:a="http://schemas.openxmlformats.org/drawingml/2006/main">
            <a:off x="6248400" y="2381250"/>
            <a:ext cx="2095500" cy="0"/>
          </a:xfrm>
          <a:prstGeom xmlns:a="http://schemas.openxmlformats.org/drawingml/2006/main" prst="line">
            <a:avLst/>
          </a:prstGeom>
          <a:noFill xmlns:a="http://schemas.openxmlformats.org/drawingml/2006/main"/>
          <a:ln xmlns:a="http://schemas.openxmlformats.org/drawingml/2006/main" w="38100">
            <a:solidFill>
              <a:srgbClr val="6D3CFF"/>
            </a:solidFill>
            <a:prstDash val="solid"/>
          </a:ln>
        </p:spPr>
      </p:sp>
      <p:sp>
        <p:nvSpPr>
          <p:cNvPr id="14" name="">
            <a:extLst xmlns:a="http://schemas.openxmlformats.org/drawingml/2006/main">
              <a:ext uri="{FF2B5EF4-FFF2-40B4-BE49-F238E27FC236}">
                <a16:creationId xmlns:a16="http://schemas.microsoft.com/office/drawing/2014/main" id="{1011CB57-8F26-4E5B-8403-B18056B58981}"/>
              </a:ext>
            </a:extLst>
          </p:cNvPr>
          <p:cNvSpPr>
            <a:spLocks xmlns:a="http://schemas.openxmlformats.org/drawingml/2006/main" noGrp="1"/>
          </p:cNvSpPr>
          <p:nvPr/>
        </p:nvSpPr>
        <p:spPr>
          <a:xfrm xmlns:a="http://schemas.openxmlformats.org/drawingml/2006/main">
            <a:off x="6248400" y="2647950"/>
            <a:ext cx="2266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FFFF"/>
                </a:solidFill>
              </a:defRPr>
            </a:pPr>
            <a:r>
              <a:rPr sz="1800" b="1">
                <a:solidFill>
                  <a:srgbClr val="FFFFFF"/>
                </a:solidFill>
              </a:rPr>
              <a:t>Complete real reports from approved templates</a:t>
            </a:r>
          </a:p>
        </p:txBody>
      </p:sp>
      <p:sp>
        <p:nvSpPr>
          <p:cNvPr id="15" name="">
            <a:extLst xmlns:a="http://schemas.openxmlformats.org/drawingml/2006/main">
              <a:ext uri="{FF2B5EF4-FFF2-40B4-BE49-F238E27FC236}">
                <a16:creationId xmlns:a16="http://schemas.microsoft.com/office/drawing/2014/main" id="{DAB2F9A7-A8DC-4346-B2E9-D3F48C177863}"/>
              </a:ext>
            </a:extLst>
          </p:cNvPr>
          <p:cNvSpPr>
            <a:spLocks xmlns:a="http://schemas.openxmlformats.org/drawingml/2006/main" noGrp="1"/>
          </p:cNvSpPr>
          <p:nvPr/>
        </p:nvSpPr>
        <p:spPr>
          <a:xfrm xmlns:a="http://schemas.openxmlformats.org/drawingml/2006/main">
            <a:off x="9029700" y="1952625"/>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0C7D9"/>
                </a:solidFill>
              </a:defRPr>
            </a:pPr>
            <a:r>
              <a:rPr sz="1350" b="1">
                <a:solidFill>
                  <a:srgbClr val="20C7D9"/>
                </a:solidFill>
              </a:rPr>
              <a:t>ACCOUNT</a:t>
            </a:r>
          </a:p>
        </p:txBody>
      </p:sp>
      <p:sp>
        <p:nvSpPr>
          <p:cNvPr id="16" name="">
            <a:extLst xmlns:a="http://schemas.openxmlformats.org/drawingml/2006/main">
              <a:ext uri="{FF2B5EF4-FFF2-40B4-BE49-F238E27FC236}">
                <a16:creationId xmlns:a16="http://schemas.microsoft.com/office/drawing/2014/main" id="{2499215A-33C7-4F74-A950-ABDD3B82C002}"/>
              </a:ext>
            </a:extLst>
          </p:cNvPr>
          <p:cNvSpPr>
            <a:spLocks xmlns:a="http://schemas.openxmlformats.org/drawingml/2006/main" noGrp="1"/>
          </p:cNvSpPr>
          <p:nvPr/>
        </p:nvSpPr>
        <p:spPr>
          <a:xfrm xmlns:a="http://schemas.openxmlformats.org/drawingml/2006/main">
            <a:off x="9029700" y="2381250"/>
            <a:ext cx="2095500" cy="0"/>
          </a:xfrm>
          <a:prstGeom xmlns:a="http://schemas.openxmlformats.org/drawingml/2006/main" prst="line">
            <a:avLst/>
          </a:prstGeom>
          <a:noFill xmlns:a="http://schemas.openxmlformats.org/drawingml/2006/main"/>
          <a:ln xmlns:a="http://schemas.openxmlformats.org/drawingml/2006/main" w="38100">
            <a:solidFill>
              <a:srgbClr val="20C7D9"/>
            </a:solidFill>
            <a:prstDash val="solid"/>
          </a:ln>
        </p:spPr>
      </p:sp>
      <p:sp>
        <p:nvSpPr>
          <p:cNvPr id="17" name="">
            <a:extLst xmlns:a="http://schemas.openxmlformats.org/drawingml/2006/main">
              <a:ext uri="{FF2B5EF4-FFF2-40B4-BE49-F238E27FC236}">
                <a16:creationId xmlns:a16="http://schemas.microsoft.com/office/drawing/2014/main" id="{5BB045A8-6DC1-4FAD-8518-DA9E5EA3A1D0}"/>
              </a:ext>
            </a:extLst>
          </p:cNvPr>
          <p:cNvSpPr>
            <a:spLocks xmlns:a="http://schemas.openxmlformats.org/drawingml/2006/main" noGrp="1"/>
          </p:cNvSpPr>
          <p:nvPr/>
        </p:nvSpPr>
        <p:spPr>
          <a:xfrm xmlns:a="http://schemas.openxmlformats.org/drawingml/2006/main">
            <a:off x="9029700" y="2647950"/>
            <a:ext cx="2266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FFFF"/>
                </a:solidFill>
              </a:defRPr>
            </a:pPr>
            <a:r>
              <a:rPr sz="1800" b="1">
                <a:solidFill>
                  <a:srgbClr val="FFFFFF"/>
                </a:solidFill>
              </a:rPr>
              <a:t>Review, decide, sign and retain history</a:t>
            </a:r>
          </a:p>
        </p:txBody>
      </p:sp>
      <p:sp>
        <p:nvSpPr>
          <p:cNvPr id="18" name="">
            <a:extLst xmlns:a="http://schemas.openxmlformats.org/drawingml/2006/main">
              <a:ext uri="{FF2B5EF4-FFF2-40B4-BE49-F238E27FC236}">
                <a16:creationId xmlns:a16="http://schemas.microsoft.com/office/drawing/2014/main" id="{568A7266-2B5A-46DB-A6D2-B0E3A8FE4F63}"/>
              </a:ext>
            </a:extLst>
          </p:cNvPr>
          <p:cNvSpPr>
            <a:spLocks xmlns:a="http://schemas.openxmlformats.org/drawingml/2006/main" noGrp="1"/>
          </p:cNvSpPr>
          <p:nvPr/>
        </p:nvSpPr>
        <p:spPr>
          <a:xfrm xmlns:a="http://schemas.openxmlformats.org/drawingml/2006/main">
            <a:off x="704850" y="4762500"/>
            <a:ext cx="981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C8CEE0"/>
                </a:solidFill>
              </a:defRPr>
            </a:pPr>
            <a:r>
              <a:rPr sz="1875" b="0">
                <a:solidFill>
                  <a:srgbClr val="C8CEE0"/>
                </a:solidFill>
              </a:rPr>
              <a:t>Templates establish the standard. Reports carry the real work. WidgetFlow connects both through governed decisions.</a:t>
            </a:r>
          </a:p>
        </p:txBody>
      </p:sp>
    </p:spTree>
    <p:extLst>
      <p:ext uri="{BB962C8B-B14F-4D97-AF65-F5344CB8AC3E}">
        <p14:creationId xmlns:p14="http://schemas.microsoft.com/office/powerpoint/2010/main" val="64639181"/>
      </p:ext>
    </p:extLst>
  </p:cSld>
</p:sld>
</file>

<file path=ppt/slides/slide4.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B33EC4B-44AA-463B-811E-73D014BDFA09}"/>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HOW WIDGETFLOW WORKS</a:t>
            </a:r>
          </a:p>
        </p:txBody>
      </p:sp>
      <p:sp>
        <p:nvSpPr>
          <p:cNvPr id="2" name="slide-title-4">
            <a:extLst xmlns:a="http://schemas.openxmlformats.org/drawingml/2006/main">
              <a:ext uri="{FF2B5EF4-FFF2-40B4-BE49-F238E27FC236}">
                <a16:creationId xmlns:a16="http://schemas.microsoft.com/office/drawing/2014/main" id="{47EB110B-4AEF-49D3-ABDD-A6C5B4AFEDB3}"/>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A repeatable model from design to final decision</a:t>
            </a:r>
          </a:p>
        </p:txBody>
      </p:sp>
      <p:sp>
        <p:nvSpPr>
          <p:cNvPr id="3" name="">
            <a:extLst xmlns:a="http://schemas.openxmlformats.org/drawingml/2006/main">
              <a:ext uri="{FF2B5EF4-FFF2-40B4-BE49-F238E27FC236}">
                <a16:creationId xmlns:a16="http://schemas.microsoft.com/office/drawing/2014/main" id="{E97EA318-F2F1-4725-BD6F-8C9880E45EBF}"/>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04</a:t>
            </a:r>
          </a:p>
        </p:txBody>
      </p:sp>
      <p:sp>
        <p:nvSpPr>
          <p:cNvPr id="4" name="">
            <a:extLst xmlns:a="http://schemas.openxmlformats.org/drawingml/2006/main">
              <a:ext uri="{FF2B5EF4-FFF2-40B4-BE49-F238E27FC236}">
                <a16:creationId xmlns:a16="http://schemas.microsoft.com/office/drawing/2014/main" id="{E1B3E56C-664A-4A65-9FF8-77F94381EBE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E46C1D03-DC67-474C-B0B3-2E0911E0A97B}"/>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DC21E82C-D21B-4456-9FE8-B576FF19A2AB}"/>
              </a:ext>
            </a:extLst>
          </p:cNvPr>
          <p:cNvSpPr>
            <a:spLocks xmlns:a="http://schemas.openxmlformats.org/drawingml/2006/main" noGrp="1"/>
          </p:cNvSpPr>
          <p:nvPr/>
        </p:nvSpPr>
        <p:spPr>
          <a:xfrm xmlns:a="http://schemas.openxmlformats.org/drawingml/2006/main">
            <a:off x="666750" y="2000250"/>
            <a:ext cx="195834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7" name="">
            <a:extLst xmlns:a="http://schemas.openxmlformats.org/drawingml/2006/main">
              <a:ext uri="{FF2B5EF4-FFF2-40B4-BE49-F238E27FC236}">
                <a16:creationId xmlns:a16="http://schemas.microsoft.com/office/drawing/2014/main" id="{E6F60CD9-E1DB-499F-89AF-15C7376F7228}"/>
              </a:ext>
            </a:extLst>
          </p:cNvPr>
          <p:cNvSpPr>
            <a:spLocks xmlns:a="http://schemas.openxmlformats.org/drawingml/2006/main" noGrp="1"/>
          </p:cNvSpPr>
          <p:nvPr/>
        </p:nvSpPr>
        <p:spPr>
          <a:xfrm xmlns:a="http://schemas.openxmlformats.org/drawingml/2006/main">
            <a:off x="838200" y="2152650"/>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01</a:t>
            </a:r>
          </a:p>
        </p:txBody>
      </p:sp>
      <p:sp>
        <p:nvSpPr>
          <p:cNvPr id="8" name="">
            <a:extLst xmlns:a="http://schemas.openxmlformats.org/drawingml/2006/main">
              <a:ext uri="{FF2B5EF4-FFF2-40B4-BE49-F238E27FC236}">
                <a16:creationId xmlns:a16="http://schemas.microsoft.com/office/drawing/2014/main" id="{5803B401-B00C-4B93-AAC4-4CD7BC013525}"/>
              </a:ext>
            </a:extLst>
          </p:cNvPr>
          <p:cNvSpPr>
            <a:spLocks xmlns:a="http://schemas.openxmlformats.org/drawingml/2006/main" noGrp="1"/>
          </p:cNvSpPr>
          <p:nvPr/>
        </p:nvSpPr>
        <p:spPr>
          <a:xfrm xmlns:a="http://schemas.openxmlformats.org/drawingml/2006/main">
            <a:off x="838200" y="2409825"/>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Design</a:t>
            </a:r>
          </a:p>
        </p:txBody>
      </p:sp>
      <p:sp>
        <p:nvSpPr>
          <p:cNvPr id="9" name="">
            <a:extLst xmlns:a="http://schemas.openxmlformats.org/drawingml/2006/main">
              <a:ext uri="{FF2B5EF4-FFF2-40B4-BE49-F238E27FC236}">
                <a16:creationId xmlns:a16="http://schemas.microsoft.com/office/drawing/2014/main" id="{C53BAD7C-20E8-4E5E-B5A3-0A79A313B1F8}"/>
              </a:ext>
            </a:extLst>
          </p:cNvPr>
          <p:cNvSpPr>
            <a:spLocks xmlns:a="http://schemas.openxmlformats.org/drawingml/2006/main" noGrp="1"/>
          </p:cNvSpPr>
          <p:nvPr/>
        </p:nvSpPr>
        <p:spPr>
          <a:xfrm xmlns:a="http://schemas.openxmlformats.org/drawingml/2006/main">
            <a:off x="838200" y="2752725"/>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Create a reusable template</a:t>
            </a:r>
          </a:p>
        </p:txBody>
      </p:sp>
      <p:sp>
        <p:nvSpPr>
          <p:cNvPr id="10" name="">
            <a:extLst xmlns:a="http://schemas.openxmlformats.org/drawingml/2006/main">
              <a:ext uri="{FF2B5EF4-FFF2-40B4-BE49-F238E27FC236}">
                <a16:creationId xmlns:a16="http://schemas.microsoft.com/office/drawing/2014/main" id="{8A6D7279-A6E4-474C-9AE5-01A71B842D19}"/>
              </a:ext>
            </a:extLst>
          </p:cNvPr>
          <p:cNvSpPr>
            <a:spLocks xmlns:a="http://schemas.openxmlformats.org/drawingml/2006/main" noGrp="1"/>
          </p:cNvSpPr>
          <p:nvPr/>
        </p:nvSpPr>
        <p:spPr>
          <a:xfrm xmlns:a="http://schemas.openxmlformats.org/drawingml/2006/main">
            <a:off x="2691765" y="23717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1" name="">
            <a:extLst xmlns:a="http://schemas.openxmlformats.org/drawingml/2006/main">
              <a:ext uri="{FF2B5EF4-FFF2-40B4-BE49-F238E27FC236}">
                <a16:creationId xmlns:a16="http://schemas.microsoft.com/office/drawing/2014/main" id="{2B4B4CF4-1732-4951-BDAD-815463BBB117}"/>
              </a:ext>
            </a:extLst>
          </p:cNvPr>
          <p:cNvSpPr>
            <a:spLocks xmlns:a="http://schemas.openxmlformats.org/drawingml/2006/main" noGrp="1"/>
          </p:cNvSpPr>
          <p:nvPr/>
        </p:nvSpPr>
        <p:spPr>
          <a:xfrm xmlns:a="http://schemas.openxmlformats.org/drawingml/2006/main">
            <a:off x="2891790" y="2000250"/>
            <a:ext cx="195834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9195F4FD-3B47-4ACE-AC8D-0A55586B91BF}"/>
              </a:ext>
            </a:extLst>
          </p:cNvPr>
          <p:cNvSpPr>
            <a:spLocks xmlns:a="http://schemas.openxmlformats.org/drawingml/2006/main" noGrp="1"/>
          </p:cNvSpPr>
          <p:nvPr/>
        </p:nvSpPr>
        <p:spPr>
          <a:xfrm xmlns:a="http://schemas.openxmlformats.org/drawingml/2006/main">
            <a:off x="3063240" y="2152650"/>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02</a:t>
            </a:r>
          </a:p>
        </p:txBody>
      </p:sp>
      <p:sp>
        <p:nvSpPr>
          <p:cNvPr id="13" name="">
            <a:extLst xmlns:a="http://schemas.openxmlformats.org/drawingml/2006/main">
              <a:ext uri="{FF2B5EF4-FFF2-40B4-BE49-F238E27FC236}">
                <a16:creationId xmlns:a16="http://schemas.microsoft.com/office/drawing/2014/main" id="{AEB49566-FF32-4C35-883B-8DF53FECC9CA}"/>
              </a:ext>
            </a:extLst>
          </p:cNvPr>
          <p:cNvSpPr>
            <a:spLocks xmlns:a="http://schemas.openxmlformats.org/drawingml/2006/main" noGrp="1"/>
          </p:cNvSpPr>
          <p:nvPr/>
        </p:nvSpPr>
        <p:spPr>
          <a:xfrm xmlns:a="http://schemas.openxmlformats.org/drawingml/2006/main">
            <a:off x="3063240" y="2409825"/>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Approve</a:t>
            </a:r>
          </a:p>
        </p:txBody>
      </p:sp>
      <p:sp>
        <p:nvSpPr>
          <p:cNvPr id="14" name="">
            <a:extLst xmlns:a="http://schemas.openxmlformats.org/drawingml/2006/main">
              <a:ext uri="{FF2B5EF4-FFF2-40B4-BE49-F238E27FC236}">
                <a16:creationId xmlns:a16="http://schemas.microsoft.com/office/drawing/2014/main" id="{B179AF74-F20A-4801-8341-6AD6C96DF673}"/>
              </a:ext>
            </a:extLst>
          </p:cNvPr>
          <p:cNvSpPr>
            <a:spLocks xmlns:a="http://schemas.openxmlformats.org/drawingml/2006/main" noGrp="1"/>
          </p:cNvSpPr>
          <p:nvPr/>
        </p:nvSpPr>
        <p:spPr>
          <a:xfrm xmlns:a="http://schemas.openxmlformats.org/drawingml/2006/main">
            <a:off x="3063240" y="2752725"/>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Publish with role oversight</a:t>
            </a:r>
          </a:p>
        </p:txBody>
      </p:sp>
      <p:sp>
        <p:nvSpPr>
          <p:cNvPr id="15" name="">
            <a:extLst xmlns:a="http://schemas.openxmlformats.org/drawingml/2006/main">
              <a:ext uri="{FF2B5EF4-FFF2-40B4-BE49-F238E27FC236}">
                <a16:creationId xmlns:a16="http://schemas.microsoft.com/office/drawing/2014/main" id="{44E1F952-C969-44C8-9E77-A2BDD06712B4}"/>
              </a:ext>
            </a:extLst>
          </p:cNvPr>
          <p:cNvSpPr>
            <a:spLocks xmlns:a="http://schemas.openxmlformats.org/drawingml/2006/main" noGrp="1"/>
          </p:cNvSpPr>
          <p:nvPr/>
        </p:nvSpPr>
        <p:spPr>
          <a:xfrm xmlns:a="http://schemas.openxmlformats.org/drawingml/2006/main">
            <a:off x="4916805" y="23717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6" name="">
            <a:extLst xmlns:a="http://schemas.openxmlformats.org/drawingml/2006/main">
              <a:ext uri="{FF2B5EF4-FFF2-40B4-BE49-F238E27FC236}">
                <a16:creationId xmlns:a16="http://schemas.microsoft.com/office/drawing/2014/main" id="{4E8172FC-2B8F-4FBD-A17E-F49EE82A00CC}"/>
              </a:ext>
            </a:extLst>
          </p:cNvPr>
          <p:cNvSpPr>
            <a:spLocks xmlns:a="http://schemas.openxmlformats.org/drawingml/2006/main" noGrp="1"/>
          </p:cNvSpPr>
          <p:nvPr/>
        </p:nvSpPr>
        <p:spPr>
          <a:xfrm xmlns:a="http://schemas.openxmlformats.org/drawingml/2006/main">
            <a:off x="5116830" y="2000250"/>
            <a:ext cx="195834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17" name="">
            <a:extLst xmlns:a="http://schemas.openxmlformats.org/drawingml/2006/main">
              <a:ext uri="{FF2B5EF4-FFF2-40B4-BE49-F238E27FC236}">
                <a16:creationId xmlns:a16="http://schemas.microsoft.com/office/drawing/2014/main" id="{B22127B9-9885-4203-B876-C14906D65937}"/>
              </a:ext>
            </a:extLst>
          </p:cNvPr>
          <p:cNvSpPr>
            <a:spLocks xmlns:a="http://schemas.openxmlformats.org/drawingml/2006/main" noGrp="1"/>
          </p:cNvSpPr>
          <p:nvPr/>
        </p:nvSpPr>
        <p:spPr>
          <a:xfrm xmlns:a="http://schemas.openxmlformats.org/drawingml/2006/main">
            <a:off x="5288280" y="2152650"/>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03</a:t>
            </a:r>
          </a:p>
        </p:txBody>
      </p:sp>
      <p:sp>
        <p:nvSpPr>
          <p:cNvPr id="18" name="">
            <a:extLst xmlns:a="http://schemas.openxmlformats.org/drawingml/2006/main">
              <a:ext uri="{FF2B5EF4-FFF2-40B4-BE49-F238E27FC236}">
                <a16:creationId xmlns:a16="http://schemas.microsoft.com/office/drawing/2014/main" id="{6EDE4855-2BF1-43FB-AB16-AC6391E22959}"/>
              </a:ext>
            </a:extLst>
          </p:cNvPr>
          <p:cNvSpPr>
            <a:spLocks xmlns:a="http://schemas.openxmlformats.org/drawingml/2006/main" noGrp="1"/>
          </p:cNvSpPr>
          <p:nvPr/>
        </p:nvSpPr>
        <p:spPr>
          <a:xfrm xmlns:a="http://schemas.openxmlformats.org/drawingml/2006/main">
            <a:off x="5288280" y="2409825"/>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Complete</a:t>
            </a:r>
          </a:p>
        </p:txBody>
      </p:sp>
      <p:sp>
        <p:nvSpPr>
          <p:cNvPr id="19" name="">
            <a:extLst xmlns:a="http://schemas.openxmlformats.org/drawingml/2006/main">
              <a:ext uri="{FF2B5EF4-FFF2-40B4-BE49-F238E27FC236}">
                <a16:creationId xmlns:a16="http://schemas.microsoft.com/office/drawing/2014/main" id="{24063645-79AB-4F68-9308-15D2E2A4F783}"/>
              </a:ext>
            </a:extLst>
          </p:cNvPr>
          <p:cNvSpPr>
            <a:spLocks xmlns:a="http://schemas.openxmlformats.org/drawingml/2006/main" noGrp="1"/>
          </p:cNvSpPr>
          <p:nvPr/>
        </p:nvSpPr>
        <p:spPr>
          <a:xfrm xmlns:a="http://schemas.openxmlformats.org/drawingml/2006/main">
            <a:off x="5288280" y="2752725"/>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Create a live report</a:t>
            </a:r>
          </a:p>
        </p:txBody>
      </p:sp>
      <p:sp>
        <p:nvSpPr>
          <p:cNvPr id="20" name="">
            <a:extLst xmlns:a="http://schemas.openxmlformats.org/drawingml/2006/main">
              <a:ext uri="{FF2B5EF4-FFF2-40B4-BE49-F238E27FC236}">
                <a16:creationId xmlns:a16="http://schemas.microsoft.com/office/drawing/2014/main" id="{C55CBB4B-1699-4BD3-A531-998B7F019950}"/>
              </a:ext>
            </a:extLst>
          </p:cNvPr>
          <p:cNvSpPr>
            <a:spLocks xmlns:a="http://schemas.openxmlformats.org/drawingml/2006/main" noGrp="1"/>
          </p:cNvSpPr>
          <p:nvPr/>
        </p:nvSpPr>
        <p:spPr>
          <a:xfrm xmlns:a="http://schemas.openxmlformats.org/drawingml/2006/main">
            <a:off x="7141845" y="23717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21" name="">
            <a:extLst xmlns:a="http://schemas.openxmlformats.org/drawingml/2006/main">
              <a:ext uri="{FF2B5EF4-FFF2-40B4-BE49-F238E27FC236}">
                <a16:creationId xmlns:a16="http://schemas.microsoft.com/office/drawing/2014/main" id="{DD6AC262-4302-416D-93F8-E478892DB2B2}"/>
              </a:ext>
            </a:extLst>
          </p:cNvPr>
          <p:cNvSpPr>
            <a:spLocks xmlns:a="http://schemas.openxmlformats.org/drawingml/2006/main" noGrp="1"/>
          </p:cNvSpPr>
          <p:nvPr/>
        </p:nvSpPr>
        <p:spPr>
          <a:xfrm xmlns:a="http://schemas.openxmlformats.org/drawingml/2006/main">
            <a:off x="7341870" y="2000250"/>
            <a:ext cx="195834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22" name="">
            <a:extLst xmlns:a="http://schemas.openxmlformats.org/drawingml/2006/main">
              <a:ext uri="{FF2B5EF4-FFF2-40B4-BE49-F238E27FC236}">
                <a16:creationId xmlns:a16="http://schemas.microsoft.com/office/drawing/2014/main" id="{ADE68411-2AA5-44E9-9739-E585DF41E0EA}"/>
              </a:ext>
            </a:extLst>
          </p:cNvPr>
          <p:cNvSpPr>
            <a:spLocks xmlns:a="http://schemas.openxmlformats.org/drawingml/2006/main" noGrp="1"/>
          </p:cNvSpPr>
          <p:nvPr/>
        </p:nvSpPr>
        <p:spPr>
          <a:xfrm xmlns:a="http://schemas.openxmlformats.org/drawingml/2006/main">
            <a:off x="7513320" y="2152650"/>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04</a:t>
            </a:r>
          </a:p>
        </p:txBody>
      </p:sp>
      <p:sp>
        <p:nvSpPr>
          <p:cNvPr id="23" name="">
            <a:extLst xmlns:a="http://schemas.openxmlformats.org/drawingml/2006/main">
              <a:ext uri="{FF2B5EF4-FFF2-40B4-BE49-F238E27FC236}">
                <a16:creationId xmlns:a16="http://schemas.microsoft.com/office/drawing/2014/main" id="{CCE7F3FB-38CB-4B1C-83FF-A9E35747EFB0}"/>
              </a:ext>
            </a:extLst>
          </p:cNvPr>
          <p:cNvSpPr>
            <a:spLocks xmlns:a="http://schemas.openxmlformats.org/drawingml/2006/main" noGrp="1"/>
          </p:cNvSpPr>
          <p:nvPr/>
        </p:nvSpPr>
        <p:spPr>
          <a:xfrm xmlns:a="http://schemas.openxmlformats.org/drawingml/2006/main">
            <a:off x="7513320" y="2409825"/>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Review</a:t>
            </a:r>
          </a:p>
        </p:txBody>
      </p:sp>
      <p:sp>
        <p:nvSpPr>
          <p:cNvPr id="24" name="">
            <a:extLst xmlns:a="http://schemas.openxmlformats.org/drawingml/2006/main">
              <a:ext uri="{FF2B5EF4-FFF2-40B4-BE49-F238E27FC236}">
                <a16:creationId xmlns:a16="http://schemas.microsoft.com/office/drawing/2014/main" id="{85399FDD-7D1E-4D01-96DB-1369C2856008}"/>
              </a:ext>
            </a:extLst>
          </p:cNvPr>
          <p:cNvSpPr>
            <a:spLocks xmlns:a="http://schemas.openxmlformats.org/drawingml/2006/main" noGrp="1"/>
          </p:cNvSpPr>
          <p:nvPr/>
        </p:nvSpPr>
        <p:spPr>
          <a:xfrm xmlns:a="http://schemas.openxmlformats.org/drawingml/2006/main">
            <a:off x="7513320" y="2752725"/>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Comment, return or reject</a:t>
            </a:r>
          </a:p>
        </p:txBody>
      </p:sp>
      <p:sp>
        <p:nvSpPr>
          <p:cNvPr id="25" name="">
            <a:extLst xmlns:a="http://schemas.openxmlformats.org/drawingml/2006/main">
              <a:ext uri="{FF2B5EF4-FFF2-40B4-BE49-F238E27FC236}">
                <a16:creationId xmlns:a16="http://schemas.microsoft.com/office/drawing/2014/main" id="{F7BF8AF5-F03C-4C24-B1C0-BB7BBFCD03E7}"/>
              </a:ext>
            </a:extLst>
          </p:cNvPr>
          <p:cNvSpPr>
            <a:spLocks xmlns:a="http://schemas.openxmlformats.org/drawingml/2006/main" noGrp="1"/>
          </p:cNvSpPr>
          <p:nvPr/>
        </p:nvSpPr>
        <p:spPr>
          <a:xfrm xmlns:a="http://schemas.openxmlformats.org/drawingml/2006/main">
            <a:off x="9366885" y="23717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26" name="">
            <a:extLst xmlns:a="http://schemas.openxmlformats.org/drawingml/2006/main">
              <a:ext uri="{FF2B5EF4-FFF2-40B4-BE49-F238E27FC236}">
                <a16:creationId xmlns:a16="http://schemas.microsoft.com/office/drawing/2014/main" id="{77588BC8-AF47-489F-B601-AA0F54CC895B}"/>
              </a:ext>
            </a:extLst>
          </p:cNvPr>
          <p:cNvSpPr>
            <a:spLocks xmlns:a="http://schemas.openxmlformats.org/drawingml/2006/main" noGrp="1"/>
          </p:cNvSpPr>
          <p:nvPr/>
        </p:nvSpPr>
        <p:spPr>
          <a:xfrm xmlns:a="http://schemas.openxmlformats.org/drawingml/2006/main">
            <a:off x="9566910" y="2000250"/>
            <a:ext cx="195834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27" name="">
            <a:extLst xmlns:a="http://schemas.openxmlformats.org/drawingml/2006/main">
              <a:ext uri="{FF2B5EF4-FFF2-40B4-BE49-F238E27FC236}">
                <a16:creationId xmlns:a16="http://schemas.microsoft.com/office/drawing/2014/main" id="{B562C1C3-31A7-4A38-B9BC-3DE5D9CB94F0}"/>
              </a:ext>
            </a:extLst>
          </p:cNvPr>
          <p:cNvSpPr>
            <a:spLocks xmlns:a="http://schemas.openxmlformats.org/drawingml/2006/main" noGrp="1"/>
          </p:cNvSpPr>
          <p:nvPr/>
        </p:nvSpPr>
        <p:spPr>
          <a:xfrm xmlns:a="http://schemas.openxmlformats.org/drawingml/2006/main">
            <a:off x="9738360" y="2152650"/>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17A673"/>
                </a:solidFill>
              </a:defRPr>
            </a:pPr>
            <a:r>
              <a:rPr sz="900" b="1">
                <a:solidFill>
                  <a:srgbClr val="17A673"/>
                </a:solidFill>
              </a:rPr>
              <a:t>05</a:t>
            </a:r>
          </a:p>
        </p:txBody>
      </p:sp>
      <p:sp>
        <p:nvSpPr>
          <p:cNvPr id="28" name="">
            <a:extLst xmlns:a="http://schemas.openxmlformats.org/drawingml/2006/main">
              <a:ext uri="{FF2B5EF4-FFF2-40B4-BE49-F238E27FC236}">
                <a16:creationId xmlns:a16="http://schemas.microsoft.com/office/drawing/2014/main" id="{3EB369BE-5133-4EE6-BFC9-72F0A237DCE2}"/>
              </a:ext>
            </a:extLst>
          </p:cNvPr>
          <p:cNvSpPr>
            <a:spLocks xmlns:a="http://schemas.openxmlformats.org/drawingml/2006/main" noGrp="1"/>
          </p:cNvSpPr>
          <p:nvPr/>
        </p:nvSpPr>
        <p:spPr>
          <a:xfrm xmlns:a="http://schemas.openxmlformats.org/drawingml/2006/main">
            <a:off x="9738360" y="2409825"/>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Finalize</a:t>
            </a:r>
          </a:p>
        </p:txBody>
      </p:sp>
      <p:sp>
        <p:nvSpPr>
          <p:cNvPr id="29" name="">
            <a:extLst xmlns:a="http://schemas.openxmlformats.org/drawingml/2006/main">
              <a:ext uri="{FF2B5EF4-FFF2-40B4-BE49-F238E27FC236}">
                <a16:creationId xmlns:a16="http://schemas.microsoft.com/office/drawing/2014/main" id="{EC97AF09-EE1B-4A94-95C8-034928D3AFEC}"/>
              </a:ext>
            </a:extLst>
          </p:cNvPr>
          <p:cNvSpPr>
            <a:spLocks xmlns:a="http://schemas.openxmlformats.org/drawingml/2006/main" noGrp="1"/>
          </p:cNvSpPr>
          <p:nvPr/>
        </p:nvSpPr>
        <p:spPr>
          <a:xfrm xmlns:a="http://schemas.openxmlformats.org/drawingml/2006/main">
            <a:off x="9738360" y="2752725"/>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Sign and lock</a:t>
            </a:r>
          </a:p>
        </p:txBody>
      </p:sp>
      <p:sp>
        <p:nvSpPr>
          <p:cNvPr id="30" name="">
            <a:extLst xmlns:a="http://schemas.openxmlformats.org/drawingml/2006/main">
              <a:ext uri="{FF2B5EF4-FFF2-40B4-BE49-F238E27FC236}">
                <a16:creationId xmlns:a16="http://schemas.microsoft.com/office/drawing/2014/main" id="{A2FA935D-0BA8-481F-BAD5-9224F64609B0}"/>
              </a:ext>
            </a:extLst>
          </p:cNvPr>
          <p:cNvSpPr>
            <a:spLocks xmlns:a="http://schemas.openxmlformats.org/drawingml/2006/main" noGrp="1"/>
          </p:cNvSpPr>
          <p:nvPr/>
        </p:nvSpPr>
        <p:spPr>
          <a:xfrm xmlns:a="http://schemas.openxmlformats.org/drawingml/2006/main">
            <a:off x="1381125" y="4286250"/>
            <a:ext cx="9429750" cy="0"/>
          </a:xfrm>
          <a:prstGeom xmlns:a="http://schemas.openxmlformats.org/drawingml/2006/main" prst="line">
            <a:avLst/>
          </a:prstGeom>
          <a:noFill xmlns:a="http://schemas.openxmlformats.org/drawingml/2006/main"/>
          <a:ln xmlns:a="http://schemas.openxmlformats.org/drawingml/2006/main" w="19050">
            <a:solidFill>
              <a:srgbClr val="6D3CFF"/>
            </a:solidFill>
            <a:prstDash val="solid"/>
          </a:ln>
        </p:spPr>
      </p:sp>
      <p:sp>
        <p:nvSpPr>
          <p:cNvPr id="31" name="">
            <a:extLst xmlns:a="http://schemas.openxmlformats.org/drawingml/2006/main">
              <a:ext uri="{FF2B5EF4-FFF2-40B4-BE49-F238E27FC236}">
                <a16:creationId xmlns:a16="http://schemas.microsoft.com/office/drawing/2014/main" id="{53C4DA52-1BAA-47C8-936D-D8D12FAB4C13}"/>
              </a:ext>
            </a:extLst>
          </p:cNvPr>
          <p:cNvSpPr>
            <a:spLocks xmlns:a="http://schemas.openxmlformats.org/drawingml/2006/main" noGrp="1"/>
          </p:cNvSpPr>
          <p:nvPr/>
        </p:nvSpPr>
        <p:spPr>
          <a:xfrm xmlns:a="http://schemas.openxmlformats.org/drawingml/2006/main">
            <a:off x="762000" y="46291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ADMIN CONTROL LAYER</a:t>
            </a:r>
          </a:p>
        </p:txBody>
      </p:sp>
      <p:sp>
        <p:nvSpPr>
          <p:cNvPr id="32" name="">
            <a:extLst xmlns:a="http://schemas.openxmlformats.org/drawingml/2006/main">
              <a:ext uri="{FF2B5EF4-FFF2-40B4-BE49-F238E27FC236}">
                <a16:creationId xmlns:a16="http://schemas.microsoft.com/office/drawing/2014/main" id="{DF447339-5744-4699-B775-ABBB0EBE6F78}"/>
              </a:ext>
            </a:extLst>
          </p:cNvPr>
          <p:cNvSpPr>
            <a:spLocks xmlns:a="http://schemas.openxmlformats.org/drawingml/2006/main" noGrp="1"/>
          </p:cNvSpPr>
          <p:nvPr/>
        </p:nvSpPr>
        <p:spPr>
          <a:xfrm xmlns:a="http://schemas.openxmlformats.org/drawingml/2006/main">
            <a:off x="2857500" y="4591050"/>
            <a:ext cx="800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020"/>
                </a:solidFill>
              </a:defRPr>
            </a:pPr>
            <a:r>
              <a:rPr sz="1500" b="1">
                <a:solidFill>
                  <a:srgbClr val="0B1020"/>
                </a:solidFill>
              </a:rPr>
              <a:t>Capabilities  •  Elements  •  Standard content  •  Users  •  Categories  •  Workflow policies  •  Audit</a:t>
            </a:r>
          </a:p>
        </p:txBody>
      </p:sp>
      <p:sp>
        <p:nvSpPr>
          <p:cNvPr id="33" name="">
            <a:extLst xmlns:a="http://schemas.openxmlformats.org/drawingml/2006/main">
              <a:ext uri="{FF2B5EF4-FFF2-40B4-BE49-F238E27FC236}">
                <a16:creationId xmlns:a16="http://schemas.microsoft.com/office/drawing/2014/main" id="{9829116C-8804-43B7-8D56-0606AB17F8CF}"/>
              </a:ext>
            </a:extLst>
          </p:cNvPr>
          <p:cNvSpPr>
            <a:spLocks xmlns:a="http://schemas.openxmlformats.org/drawingml/2006/main" noGrp="1"/>
          </p:cNvSpPr>
          <p:nvPr/>
        </p:nvSpPr>
        <p:spPr>
          <a:xfrm xmlns:a="http://schemas.openxmlformats.org/drawingml/2006/main">
            <a:off x="762000" y="5286375"/>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defRPr>
            </a:pPr>
            <a:r>
              <a:rPr sz="1650" b="0">
                <a:solidFill>
                  <a:srgbClr val="344054"/>
                </a:solidFill>
              </a:rPr>
              <a:t>The organization defines the experience once; every role works within the same governed model.</a:t>
            </a:r>
          </a:p>
        </p:txBody>
      </p:sp>
    </p:spTree>
    <p:extLst>
      <p:ext uri="{BB962C8B-B14F-4D97-AF65-F5344CB8AC3E}">
        <p14:creationId xmlns:p14="http://schemas.microsoft.com/office/powerpoint/2010/main" val="703840867"/>
      </p:ext>
    </p:extLst>
  </p:cSld>
</p:sld>
</file>

<file path=ppt/slides/slide5.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96FBC4B-DF5B-4080-8927-935A06605234}"/>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ROLE-BASED EXPERIENCE</a:t>
            </a:r>
          </a:p>
        </p:txBody>
      </p:sp>
      <p:sp>
        <p:nvSpPr>
          <p:cNvPr id="2" name="slide-title-5">
            <a:extLst xmlns:a="http://schemas.openxmlformats.org/drawingml/2006/main">
              <a:ext uri="{FF2B5EF4-FFF2-40B4-BE49-F238E27FC236}">
                <a16:creationId xmlns:a16="http://schemas.microsoft.com/office/drawing/2014/main" id="{EDBED279-D043-4EB7-B130-B7425FABB4CD}"/>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Four roles create clear ownership</a:t>
            </a:r>
          </a:p>
        </p:txBody>
      </p:sp>
      <p:sp>
        <p:nvSpPr>
          <p:cNvPr id="3" name="">
            <a:extLst xmlns:a="http://schemas.openxmlformats.org/drawingml/2006/main">
              <a:ext uri="{FF2B5EF4-FFF2-40B4-BE49-F238E27FC236}">
                <a16:creationId xmlns:a16="http://schemas.microsoft.com/office/drawing/2014/main" id="{5F4C74E0-9654-4972-84E9-496D3552050F}"/>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05</a:t>
            </a:r>
          </a:p>
        </p:txBody>
      </p:sp>
      <p:sp>
        <p:nvSpPr>
          <p:cNvPr id="4" name="">
            <a:extLst xmlns:a="http://schemas.openxmlformats.org/drawingml/2006/main">
              <a:ext uri="{FF2B5EF4-FFF2-40B4-BE49-F238E27FC236}">
                <a16:creationId xmlns:a16="http://schemas.microsoft.com/office/drawing/2014/main" id="{BD382B28-4C73-42E3-B1AB-AA9DA6CBF28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50C2B4EF-F204-4F63-8CAB-108BB94D8115}"/>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F3FC5E0D-6F6D-4F9D-A73B-BA549C04CE4E}"/>
              </a:ext>
            </a:extLst>
          </p:cNvPr>
          <p:cNvSpPr>
            <a:spLocks xmlns:a="http://schemas.openxmlformats.org/drawingml/2006/main" noGrp="1"/>
          </p:cNvSpPr>
          <p:nvPr/>
        </p:nvSpPr>
        <p:spPr>
          <a:xfrm xmlns:a="http://schemas.openxmlformats.org/drawingml/2006/main">
            <a:off x="685800" y="1809750"/>
            <a:ext cx="533400" cy="53340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7" name="">
            <a:extLst xmlns:a="http://schemas.openxmlformats.org/drawingml/2006/main">
              <a:ext uri="{FF2B5EF4-FFF2-40B4-BE49-F238E27FC236}">
                <a16:creationId xmlns:a16="http://schemas.microsoft.com/office/drawing/2014/main" id="{C844091C-779E-41CE-B06A-716C1EC34B68}"/>
              </a:ext>
            </a:extLst>
          </p:cNvPr>
          <p:cNvSpPr>
            <a:spLocks xmlns:a="http://schemas.openxmlformats.org/drawingml/2006/main" noGrp="1"/>
          </p:cNvSpPr>
          <p:nvPr/>
        </p:nvSpPr>
        <p:spPr>
          <a:xfrm xmlns:a="http://schemas.openxmlformats.org/drawingml/2006/main">
            <a:off x="685800" y="19716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AH</a:t>
            </a:r>
          </a:p>
        </p:txBody>
      </p:sp>
      <p:sp>
        <p:nvSpPr>
          <p:cNvPr id="8" name="">
            <a:extLst xmlns:a="http://schemas.openxmlformats.org/drawingml/2006/main">
              <a:ext uri="{FF2B5EF4-FFF2-40B4-BE49-F238E27FC236}">
                <a16:creationId xmlns:a16="http://schemas.microsoft.com/office/drawing/2014/main" id="{C29132DA-3440-444B-8456-46E8B55BC637}"/>
              </a:ext>
            </a:extLst>
          </p:cNvPr>
          <p:cNvSpPr>
            <a:spLocks xmlns:a="http://schemas.openxmlformats.org/drawingml/2006/main" noGrp="1"/>
          </p:cNvSpPr>
          <p:nvPr/>
        </p:nvSpPr>
        <p:spPr>
          <a:xfrm xmlns:a="http://schemas.openxmlformats.org/drawingml/2006/main">
            <a:off x="1390650" y="1752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1020"/>
                </a:solidFill>
              </a:defRPr>
            </a:pPr>
            <a:r>
              <a:rPr sz="1875" b="1">
                <a:solidFill>
                  <a:srgbClr val="0B1020"/>
                </a:solidFill>
              </a:rPr>
              <a:t>Ahmed</a:t>
            </a:r>
          </a:p>
        </p:txBody>
      </p:sp>
      <p:sp>
        <p:nvSpPr>
          <p:cNvPr id="9" name="">
            <a:extLst xmlns:a="http://schemas.openxmlformats.org/drawingml/2006/main">
              <a:ext uri="{FF2B5EF4-FFF2-40B4-BE49-F238E27FC236}">
                <a16:creationId xmlns:a16="http://schemas.microsoft.com/office/drawing/2014/main" id="{DAC05F15-8A7F-4736-9244-0FF66BBCB622}"/>
              </a:ext>
            </a:extLst>
          </p:cNvPr>
          <p:cNvSpPr>
            <a:spLocks xmlns:a="http://schemas.openxmlformats.org/drawingml/2006/main" noGrp="1"/>
          </p:cNvSpPr>
          <p:nvPr/>
        </p:nvSpPr>
        <p:spPr>
          <a:xfrm xmlns:a="http://schemas.openxmlformats.org/drawingml/2006/main">
            <a:off x="1390650" y="20955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3CFF"/>
                </a:solidFill>
              </a:defRPr>
            </a:pPr>
            <a:r>
              <a:rPr sz="975" b="1">
                <a:solidFill>
                  <a:srgbClr val="6D3CFF"/>
                </a:solidFill>
              </a:rPr>
              <a:t>EMPLOYEE</a:t>
            </a:r>
          </a:p>
        </p:txBody>
      </p:sp>
      <p:sp>
        <p:nvSpPr>
          <p:cNvPr id="10" name="">
            <a:extLst xmlns:a="http://schemas.openxmlformats.org/drawingml/2006/main">
              <a:ext uri="{FF2B5EF4-FFF2-40B4-BE49-F238E27FC236}">
                <a16:creationId xmlns:a16="http://schemas.microsoft.com/office/drawing/2014/main" id="{2C5715E0-BABA-469E-9EEA-44FCE7D2E460}"/>
              </a:ext>
            </a:extLst>
          </p:cNvPr>
          <p:cNvSpPr>
            <a:spLocks xmlns:a="http://schemas.openxmlformats.org/drawingml/2006/main" noGrp="1"/>
          </p:cNvSpPr>
          <p:nvPr/>
        </p:nvSpPr>
        <p:spPr>
          <a:xfrm xmlns:a="http://schemas.openxmlformats.org/drawingml/2006/main">
            <a:off x="666750" y="2571750"/>
            <a:ext cx="2381250" cy="2238375"/>
          </a:xfrm>
          <a:prstGeom xmlns:a="http://schemas.openxmlformats.org/drawingml/2006/main" prst="roundRect">
            <a:avLst>
              <a:gd name="adj" fmla="val 8511"/>
            </a:avLst>
          </a:prstGeom>
          <a:solidFill xmlns:a="http://schemas.openxmlformats.org/drawingml/2006/main">
            <a:srgbClr val="EEE9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03BD299-36B7-409B-96FD-DBC820C182DA}"/>
              </a:ext>
            </a:extLst>
          </p:cNvPr>
          <p:cNvSpPr>
            <a:spLocks xmlns:a="http://schemas.openxmlformats.org/drawingml/2006/main" noGrp="1"/>
          </p:cNvSpPr>
          <p:nvPr/>
        </p:nvSpPr>
        <p:spPr>
          <a:xfrm xmlns:a="http://schemas.openxmlformats.org/drawingml/2006/main">
            <a:off x="895350" y="2857500"/>
            <a:ext cx="1924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Creates templates and reports</a:t>
            </a:r>
          </a:p>
        </p:txBody>
      </p:sp>
      <p:sp>
        <p:nvSpPr>
          <p:cNvPr id="12" name="">
            <a:extLst xmlns:a="http://schemas.openxmlformats.org/drawingml/2006/main">
              <a:ext uri="{FF2B5EF4-FFF2-40B4-BE49-F238E27FC236}">
                <a16:creationId xmlns:a16="http://schemas.microsoft.com/office/drawing/2014/main" id="{37950B08-A34B-442F-9943-87D05E736DCE}"/>
              </a:ext>
            </a:extLst>
          </p:cNvPr>
          <p:cNvSpPr>
            <a:spLocks xmlns:a="http://schemas.openxmlformats.org/drawingml/2006/main" noGrp="1"/>
          </p:cNvSpPr>
          <p:nvPr/>
        </p:nvSpPr>
        <p:spPr>
          <a:xfrm xmlns:a="http://schemas.openxmlformats.org/drawingml/2006/main">
            <a:off x="91440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Build</a:t>
            </a:r>
          </a:p>
        </p:txBody>
      </p:sp>
      <p:sp>
        <p:nvSpPr>
          <p:cNvPr id="13" name="">
            <a:extLst xmlns:a="http://schemas.openxmlformats.org/drawingml/2006/main">
              <a:ext uri="{FF2B5EF4-FFF2-40B4-BE49-F238E27FC236}">
                <a16:creationId xmlns:a16="http://schemas.microsoft.com/office/drawing/2014/main" id="{11465BCC-7148-4598-A508-7EB7473112B1}"/>
              </a:ext>
            </a:extLst>
          </p:cNvPr>
          <p:cNvSpPr>
            <a:spLocks xmlns:a="http://schemas.openxmlformats.org/drawingml/2006/main" noGrp="1"/>
          </p:cNvSpPr>
          <p:nvPr/>
        </p:nvSpPr>
        <p:spPr>
          <a:xfrm xmlns:a="http://schemas.openxmlformats.org/drawingml/2006/main">
            <a:off x="914400" y="4152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Complete</a:t>
            </a:r>
          </a:p>
        </p:txBody>
      </p:sp>
      <p:sp>
        <p:nvSpPr>
          <p:cNvPr id="14" name="">
            <a:extLst xmlns:a="http://schemas.openxmlformats.org/drawingml/2006/main">
              <a:ext uri="{FF2B5EF4-FFF2-40B4-BE49-F238E27FC236}">
                <a16:creationId xmlns:a16="http://schemas.microsoft.com/office/drawing/2014/main" id="{2DF4E80E-0606-4164-869A-0A835A7E5880}"/>
              </a:ext>
            </a:extLst>
          </p:cNvPr>
          <p:cNvSpPr>
            <a:spLocks xmlns:a="http://schemas.openxmlformats.org/drawingml/2006/main" noGrp="1"/>
          </p:cNvSpPr>
          <p:nvPr/>
        </p:nvSpPr>
        <p:spPr>
          <a:xfrm xmlns:a="http://schemas.openxmlformats.org/drawingml/2006/main">
            <a:off x="914400" y="44481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Track</a:t>
            </a:r>
          </a:p>
        </p:txBody>
      </p:sp>
      <p:sp>
        <p:nvSpPr>
          <p:cNvPr id="15" name="">
            <a:extLst xmlns:a="http://schemas.openxmlformats.org/drawingml/2006/main">
              <a:ext uri="{FF2B5EF4-FFF2-40B4-BE49-F238E27FC236}">
                <a16:creationId xmlns:a16="http://schemas.microsoft.com/office/drawing/2014/main" id="{766A0507-B044-40CE-B373-FF52C75BA762}"/>
              </a:ext>
            </a:extLst>
          </p:cNvPr>
          <p:cNvSpPr>
            <a:spLocks xmlns:a="http://schemas.openxmlformats.org/drawingml/2006/main" noGrp="1"/>
          </p:cNvSpPr>
          <p:nvPr/>
        </p:nvSpPr>
        <p:spPr>
          <a:xfrm xmlns:a="http://schemas.openxmlformats.org/drawingml/2006/main">
            <a:off x="3448050" y="1809750"/>
            <a:ext cx="533400" cy="53340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16" name="">
            <a:extLst xmlns:a="http://schemas.openxmlformats.org/drawingml/2006/main">
              <a:ext uri="{FF2B5EF4-FFF2-40B4-BE49-F238E27FC236}">
                <a16:creationId xmlns:a16="http://schemas.microsoft.com/office/drawing/2014/main" id="{54D8127A-66F6-44F0-ABB7-F4EB121240C2}"/>
              </a:ext>
            </a:extLst>
          </p:cNvPr>
          <p:cNvSpPr>
            <a:spLocks xmlns:a="http://schemas.openxmlformats.org/drawingml/2006/main" noGrp="1"/>
          </p:cNvSpPr>
          <p:nvPr/>
        </p:nvSpPr>
        <p:spPr>
          <a:xfrm xmlns:a="http://schemas.openxmlformats.org/drawingml/2006/main">
            <a:off x="3448050" y="19716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SM</a:t>
            </a:r>
          </a:p>
        </p:txBody>
      </p:sp>
      <p:sp>
        <p:nvSpPr>
          <p:cNvPr id="17" name="">
            <a:extLst xmlns:a="http://schemas.openxmlformats.org/drawingml/2006/main">
              <a:ext uri="{FF2B5EF4-FFF2-40B4-BE49-F238E27FC236}">
                <a16:creationId xmlns:a16="http://schemas.microsoft.com/office/drawing/2014/main" id="{7FDE6009-404E-4983-B53B-6B73F8E98B81}"/>
              </a:ext>
            </a:extLst>
          </p:cNvPr>
          <p:cNvSpPr>
            <a:spLocks xmlns:a="http://schemas.openxmlformats.org/drawingml/2006/main" noGrp="1"/>
          </p:cNvSpPr>
          <p:nvPr/>
        </p:nvSpPr>
        <p:spPr>
          <a:xfrm xmlns:a="http://schemas.openxmlformats.org/drawingml/2006/main">
            <a:off x="4152900" y="1752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1020"/>
                </a:solidFill>
              </a:defRPr>
            </a:pPr>
            <a:r>
              <a:rPr sz="1875" b="1">
                <a:solidFill>
                  <a:srgbClr val="0B1020"/>
                </a:solidFill>
              </a:rPr>
              <a:t>Sarah</a:t>
            </a:r>
          </a:p>
        </p:txBody>
      </p:sp>
      <p:sp>
        <p:nvSpPr>
          <p:cNvPr id="18" name="">
            <a:extLst xmlns:a="http://schemas.openxmlformats.org/drawingml/2006/main">
              <a:ext uri="{FF2B5EF4-FFF2-40B4-BE49-F238E27FC236}">
                <a16:creationId xmlns:a16="http://schemas.microsoft.com/office/drawing/2014/main" id="{179F9D68-6082-4E39-B5E2-DD9198938106}"/>
              </a:ext>
            </a:extLst>
          </p:cNvPr>
          <p:cNvSpPr>
            <a:spLocks xmlns:a="http://schemas.openxmlformats.org/drawingml/2006/main" noGrp="1"/>
          </p:cNvSpPr>
          <p:nvPr/>
        </p:nvSpPr>
        <p:spPr>
          <a:xfrm xmlns:a="http://schemas.openxmlformats.org/drawingml/2006/main">
            <a:off x="4152900" y="20955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0C7D9"/>
                </a:solidFill>
              </a:defRPr>
            </a:pPr>
            <a:r>
              <a:rPr sz="975" b="1">
                <a:solidFill>
                  <a:srgbClr val="20C7D9"/>
                </a:solidFill>
              </a:rPr>
              <a:t>MANAGER</a:t>
            </a:r>
          </a:p>
        </p:txBody>
      </p:sp>
      <p:sp>
        <p:nvSpPr>
          <p:cNvPr id="19" name="">
            <a:extLst xmlns:a="http://schemas.openxmlformats.org/drawingml/2006/main">
              <a:ext uri="{FF2B5EF4-FFF2-40B4-BE49-F238E27FC236}">
                <a16:creationId xmlns:a16="http://schemas.microsoft.com/office/drawing/2014/main" id="{5B26B93E-70E9-404A-94A9-C913A92A6865}"/>
              </a:ext>
            </a:extLst>
          </p:cNvPr>
          <p:cNvSpPr>
            <a:spLocks xmlns:a="http://schemas.openxmlformats.org/drawingml/2006/main" noGrp="1"/>
          </p:cNvSpPr>
          <p:nvPr/>
        </p:nvSpPr>
        <p:spPr>
          <a:xfrm xmlns:a="http://schemas.openxmlformats.org/drawingml/2006/main">
            <a:off x="3429000" y="2571750"/>
            <a:ext cx="2381250" cy="2238375"/>
          </a:xfrm>
          <a:prstGeom xmlns:a="http://schemas.openxmlformats.org/drawingml/2006/main" prst="roundRect">
            <a:avLst>
              <a:gd name="adj" fmla="val 8511"/>
            </a:avLst>
          </a:prstGeom>
          <a:solidFill xmlns:a="http://schemas.openxmlformats.org/drawingml/2006/main">
            <a:srgbClr val="E6F9F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856AE92-D133-483F-9F12-A301E31D3756}"/>
              </a:ext>
            </a:extLst>
          </p:cNvPr>
          <p:cNvSpPr>
            <a:spLocks xmlns:a="http://schemas.openxmlformats.org/drawingml/2006/main" noGrp="1"/>
          </p:cNvSpPr>
          <p:nvPr/>
        </p:nvSpPr>
        <p:spPr>
          <a:xfrm xmlns:a="http://schemas.openxmlformats.org/drawingml/2006/main">
            <a:off x="3657600" y="2857500"/>
            <a:ext cx="1924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Approves standards and reviews reports</a:t>
            </a:r>
          </a:p>
        </p:txBody>
      </p:sp>
      <p:sp>
        <p:nvSpPr>
          <p:cNvPr id="21" name="">
            <a:extLst xmlns:a="http://schemas.openxmlformats.org/drawingml/2006/main">
              <a:ext uri="{FF2B5EF4-FFF2-40B4-BE49-F238E27FC236}">
                <a16:creationId xmlns:a16="http://schemas.microsoft.com/office/drawing/2014/main" id="{0DF8F634-8E15-463F-A50A-949239916C2D}"/>
              </a:ext>
            </a:extLst>
          </p:cNvPr>
          <p:cNvSpPr>
            <a:spLocks xmlns:a="http://schemas.openxmlformats.org/drawingml/2006/main" noGrp="1"/>
          </p:cNvSpPr>
          <p:nvPr/>
        </p:nvSpPr>
        <p:spPr>
          <a:xfrm xmlns:a="http://schemas.openxmlformats.org/drawingml/2006/main">
            <a:off x="36766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Approve</a:t>
            </a:r>
          </a:p>
        </p:txBody>
      </p:sp>
      <p:sp>
        <p:nvSpPr>
          <p:cNvPr id="22" name="">
            <a:extLst xmlns:a="http://schemas.openxmlformats.org/drawingml/2006/main">
              <a:ext uri="{FF2B5EF4-FFF2-40B4-BE49-F238E27FC236}">
                <a16:creationId xmlns:a16="http://schemas.microsoft.com/office/drawing/2014/main" id="{9B644990-ED13-419E-9E44-68F18B89E05F}"/>
              </a:ext>
            </a:extLst>
          </p:cNvPr>
          <p:cNvSpPr>
            <a:spLocks xmlns:a="http://schemas.openxmlformats.org/drawingml/2006/main" noGrp="1"/>
          </p:cNvSpPr>
          <p:nvPr/>
        </p:nvSpPr>
        <p:spPr>
          <a:xfrm xmlns:a="http://schemas.openxmlformats.org/drawingml/2006/main">
            <a:off x="3676650" y="4152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Review</a:t>
            </a:r>
          </a:p>
        </p:txBody>
      </p:sp>
      <p:sp>
        <p:nvSpPr>
          <p:cNvPr id="23" name="">
            <a:extLst xmlns:a="http://schemas.openxmlformats.org/drawingml/2006/main">
              <a:ext uri="{FF2B5EF4-FFF2-40B4-BE49-F238E27FC236}">
                <a16:creationId xmlns:a16="http://schemas.microsoft.com/office/drawing/2014/main" id="{CFEA2C73-14E6-4634-9635-67C4B67D6386}"/>
              </a:ext>
            </a:extLst>
          </p:cNvPr>
          <p:cNvSpPr>
            <a:spLocks xmlns:a="http://schemas.openxmlformats.org/drawingml/2006/main" noGrp="1"/>
          </p:cNvSpPr>
          <p:nvPr/>
        </p:nvSpPr>
        <p:spPr>
          <a:xfrm xmlns:a="http://schemas.openxmlformats.org/drawingml/2006/main">
            <a:off x="3676650" y="44481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Sign</a:t>
            </a:r>
          </a:p>
        </p:txBody>
      </p:sp>
      <p:sp>
        <p:nvSpPr>
          <p:cNvPr id="24" name="">
            <a:extLst xmlns:a="http://schemas.openxmlformats.org/drawingml/2006/main">
              <a:ext uri="{FF2B5EF4-FFF2-40B4-BE49-F238E27FC236}">
                <a16:creationId xmlns:a16="http://schemas.microsoft.com/office/drawing/2014/main" id="{1BF1961B-8455-4E38-89C9-08308282CFDA}"/>
              </a:ext>
            </a:extLst>
          </p:cNvPr>
          <p:cNvSpPr>
            <a:spLocks xmlns:a="http://schemas.openxmlformats.org/drawingml/2006/main" noGrp="1"/>
          </p:cNvSpPr>
          <p:nvPr/>
        </p:nvSpPr>
        <p:spPr>
          <a:xfrm xmlns:a="http://schemas.openxmlformats.org/drawingml/2006/main">
            <a:off x="6210300" y="1809750"/>
            <a:ext cx="533400" cy="533400"/>
          </a:xfrm>
          <a:prstGeom xmlns:a="http://schemas.openxmlformats.org/drawingml/2006/main" prst="ellipse">
            <a:avLst/>
          </a:prstGeom>
          <a:solidFill xmlns:a="http://schemas.openxmlformats.org/drawingml/2006/main">
            <a:srgbClr val="17A673"/>
          </a:solidFill>
          <a:ln xmlns:a="http://schemas.openxmlformats.org/drawingml/2006/main" w="0">
            <a:solidFill>
              <a:srgbClr val="17A673"/>
            </a:solidFill>
            <a:prstDash val="solid"/>
          </a:ln>
        </p:spPr>
      </p:sp>
      <p:sp>
        <p:nvSpPr>
          <p:cNvPr id="25" name="">
            <a:extLst xmlns:a="http://schemas.openxmlformats.org/drawingml/2006/main">
              <a:ext uri="{FF2B5EF4-FFF2-40B4-BE49-F238E27FC236}">
                <a16:creationId xmlns:a16="http://schemas.microsoft.com/office/drawing/2014/main" id="{9A3F90C4-A665-417E-8DEE-A311F048B9B5}"/>
              </a:ext>
            </a:extLst>
          </p:cNvPr>
          <p:cNvSpPr>
            <a:spLocks xmlns:a="http://schemas.openxmlformats.org/drawingml/2006/main" noGrp="1"/>
          </p:cNvSpPr>
          <p:nvPr/>
        </p:nvSpPr>
        <p:spPr>
          <a:xfrm xmlns:a="http://schemas.openxmlformats.org/drawingml/2006/main">
            <a:off x="6210300" y="19716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OA</a:t>
            </a:r>
          </a:p>
        </p:txBody>
      </p:sp>
      <p:sp>
        <p:nvSpPr>
          <p:cNvPr id="26" name="">
            <a:extLst xmlns:a="http://schemas.openxmlformats.org/drawingml/2006/main">
              <a:ext uri="{FF2B5EF4-FFF2-40B4-BE49-F238E27FC236}">
                <a16:creationId xmlns:a16="http://schemas.microsoft.com/office/drawing/2014/main" id="{08D43497-77E0-4FB2-9B19-906125CAD88A}"/>
              </a:ext>
            </a:extLst>
          </p:cNvPr>
          <p:cNvSpPr>
            <a:spLocks xmlns:a="http://schemas.openxmlformats.org/drawingml/2006/main" noGrp="1"/>
          </p:cNvSpPr>
          <p:nvPr/>
        </p:nvSpPr>
        <p:spPr>
          <a:xfrm xmlns:a="http://schemas.openxmlformats.org/drawingml/2006/main">
            <a:off x="6915150" y="1752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1020"/>
                </a:solidFill>
              </a:defRPr>
            </a:pPr>
            <a:r>
              <a:rPr sz="1875" b="1">
                <a:solidFill>
                  <a:srgbClr val="0B1020"/>
                </a:solidFill>
              </a:rPr>
              <a:t>Omar</a:t>
            </a:r>
          </a:p>
        </p:txBody>
      </p:sp>
      <p:sp>
        <p:nvSpPr>
          <p:cNvPr id="27" name="">
            <a:extLst xmlns:a="http://schemas.openxmlformats.org/drawingml/2006/main">
              <a:ext uri="{FF2B5EF4-FFF2-40B4-BE49-F238E27FC236}">
                <a16:creationId xmlns:a16="http://schemas.microsoft.com/office/drawing/2014/main" id="{353D7E06-0E1D-4145-9716-860A41AF7658}"/>
              </a:ext>
            </a:extLst>
          </p:cNvPr>
          <p:cNvSpPr>
            <a:spLocks xmlns:a="http://schemas.openxmlformats.org/drawingml/2006/main" noGrp="1"/>
          </p:cNvSpPr>
          <p:nvPr/>
        </p:nvSpPr>
        <p:spPr>
          <a:xfrm xmlns:a="http://schemas.openxmlformats.org/drawingml/2006/main">
            <a:off x="6915150" y="20955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A673"/>
                </a:solidFill>
              </a:defRPr>
            </a:pPr>
            <a:r>
              <a:rPr sz="975" b="1">
                <a:solidFill>
                  <a:srgbClr val="17A673"/>
                </a:solidFill>
              </a:rPr>
              <a:t>DIRECTOR</a:t>
            </a:r>
          </a:p>
        </p:txBody>
      </p:sp>
      <p:sp>
        <p:nvSpPr>
          <p:cNvPr id="28" name="">
            <a:extLst xmlns:a="http://schemas.openxmlformats.org/drawingml/2006/main">
              <a:ext uri="{FF2B5EF4-FFF2-40B4-BE49-F238E27FC236}">
                <a16:creationId xmlns:a16="http://schemas.microsoft.com/office/drawing/2014/main" id="{5AC3AD6C-E960-4811-A98C-4B1E77479602}"/>
              </a:ext>
            </a:extLst>
          </p:cNvPr>
          <p:cNvSpPr>
            <a:spLocks xmlns:a="http://schemas.openxmlformats.org/drawingml/2006/main" noGrp="1"/>
          </p:cNvSpPr>
          <p:nvPr/>
        </p:nvSpPr>
        <p:spPr>
          <a:xfrm xmlns:a="http://schemas.openxmlformats.org/drawingml/2006/main">
            <a:off x="6191250" y="2571750"/>
            <a:ext cx="2381250" cy="2238375"/>
          </a:xfrm>
          <a:prstGeom xmlns:a="http://schemas.openxmlformats.org/drawingml/2006/main" prst="roundRect">
            <a:avLst>
              <a:gd name="adj" fmla="val 8511"/>
            </a:avLst>
          </a:prstGeom>
          <a:solidFill xmlns:a="http://schemas.openxmlformats.org/drawingml/2006/main">
            <a:srgbClr val="E8F7F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B65BE36-5869-4687-85D2-D442293DC27D}"/>
              </a:ext>
            </a:extLst>
          </p:cNvPr>
          <p:cNvSpPr>
            <a:spLocks xmlns:a="http://schemas.openxmlformats.org/drawingml/2006/main" noGrp="1"/>
          </p:cNvSpPr>
          <p:nvPr/>
        </p:nvSpPr>
        <p:spPr>
          <a:xfrm xmlns:a="http://schemas.openxmlformats.org/drawingml/2006/main">
            <a:off x="6419850" y="2857500"/>
            <a:ext cx="1924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Approves standards at executive level</a:t>
            </a:r>
          </a:p>
        </p:txBody>
      </p:sp>
      <p:sp>
        <p:nvSpPr>
          <p:cNvPr id="30" name="">
            <a:extLst xmlns:a="http://schemas.openxmlformats.org/drawingml/2006/main">
              <a:ext uri="{FF2B5EF4-FFF2-40B4-BE49-F238E27FC236}">
                <a16:creationId xmlns:a16="http://schemas.microsoft.com/office/drawing/2014/main" id="{78F9D292-0318-462A-AA01-F3D304D03E4D}"/>
              </a:ext>
            </a:extLst>
          </p:cNvPr>
          <p:cNvSpPr>
            <a:spLocks xmlns:a="http://schemas.openxmlformats.org/drawingml/2006/main" noGrp="1"/>
          </p:cNvSpPr>
          <p:nvPr/>
        </p:nvSpPr>
        <p:spPr>
          <a:xfrm xmlns:a="http://schemas.openxmlformats.org/drawingml/2006/main">
            <a:off x="643890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Publish</a:t>
            </a:r>
          </a:p>
        </p:txBody>
      </p:sp>
      <p:sp>
        <p:nvSpPr>
          <p:cNvPr id="31" name="">
            <a:extLst xmlns:a="http://schemas.openxmlformats.org/drawingml/2006/main">
              <a:ext uri="{FF2B5EF4-FFF2-40B4-BE49-F238E27FC236}">
                <a16:creationId xmlns:a16="http://schemas.microsoft.com/office/drawing/2014/main" id="{E3976093-C99A-4C74-BC58-15BA72825594}"/>
              </a:ext>
            </a:extLst>
          </p:cNvPr>
          <p:cNvSpPr>
            <a:spLocks xmlns:a="http://schemas.openxmlformats.org/drawingml/2006/main" noGrp="1"/>
          </p:cNvSpPr>
          <p:nvPr/>
        </p:nvSpPr>
        <p:spPr>
          <a:xfrm xmlns:a="http://schemas.openxmlformats.org/drawingml/2006/main">
            <a:off x="6438900" y="4152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Approve</a:t>
            </a:r>
          </a:p>
        </p:txBody>
      </p:sp>
      <p:sp>
        <p:nvSpPr>
          <p:cNvPr id="32" name="">
            <a:extLst xmlns:a="http://schemas.openxmlformats.org/drawingml/2006/main">
              <a:ext uri="{FF2B5EF4-FFF2-40B4-BE49-F238E27FC236}">
                <a16:creationId xmlns:a16="http://schemas.microsoft.com/office/drawing/2014/main" id="{EF775A23-0DAC-4D78-8059-8E404FFA0572}"/>
              </a:ext>
            </a:extLst>
          </p:cNvPr>
          <p:cNvSpPr>
            <a:spLocks xmlns:a="http://schemas.openxmlformats.org/drawingml/2006/main" noGrp="1"/>
          </p:cNvSpPr>
          <p:nvPr/>
        </p:nvSpPr>
        <p:spPr>
          <a:xfrm xmlns:a="http://schemas.openxmlformats.org/drawingml/2006/main">
            <a:off x="6438900" y="44481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Oversee</a:t>
            </a:r>
          </a:p>
        </p:txBody>
      </p:sp>
      <p:sp>
        <p:nvSpPr>
          <p:cNvPr id="33" name="">
            <a:extLst xmlns:a="http://schemas.openxmlformats.org/drawingml/2006/main">
              <a:ext uri="{FF2B5EF4-FFF2-40B4-BE49-F238E27FC236}">
                <a16:creationId xmlns:a16="http://schemas.microsoft.com/office/drawing/2014/main" id="{4528F435-3274-493C-B875-F74D1717E252}"/>
              </a:ext>
            </a:extLst>
          </p:cNvPr>
          <p:cNvSpPr>
            <a:spLocks xmlns:a="http://schemas.openxmlformats.org/drawingml/2006/main" noGrp="1"/>
          </p:cNvSpPr>
          <p:nvPr/>
        </p:nvSpPr>
        <p:spPr>
          <a:xfrm xmlns:a="http://schemas.openxmlformats.org/drawingml/2006/main">
            <a:off x="8972550" y="1809750"/>
            <a:ext cx="533400" cy="533400"/>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34" name="">
            <a:extLst xmlns:a="http://schemas.openxmlformats.org/drawingml/2006/main">
              <a:ext uri="{FF2B5EF4-FFF2-40B4-BE49-F238E27FC236}">
                <a16:creationId xmlns:a16="http://schemas.microsoft.com/office/drawing/2014/main" id="{55479465-1C13-4F0B-A5ED-7561AB4EDAB6}"/>
              </a:ext>
            </a:extLst>
          </p:cNvPr>
          <p:cNvSpPr>
            <a:spLocks xmlns:a="http://schemas.openxmlformats.org/drawingml/2006/main" noGrp="1"/>
          </p:cNvSpPr>
          <p:nvPr/>
        </p:nvSpPr>
        <p:spPr>
          <a:xfrm xmlns:a="http://schemas.openxmlformats.org/drawingml/2006/main">
            <a:off x="8972550" y="19716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LN</a:t>
            </a:r>
          </a:p>
        </p:txBody>
      </p:sp>
      <p:sp>
        <p:nvSpPr>
          <p:cNvPr id="35" name="">
            <a:extLst xmlns:a="http://schemas.openxmlformats.org/drawingml/2006/main">
              <a:ext uri="{FF2B5EF4-FFF2-40B4-BE49-F238E27FC236}">
                <a16:creationId xmlns:a16="http://schemas.microsoft.com/office/drawing/2014/main" id="{2C0972D4-5525-4E0C-8FC0-A1C014001307}"/>
              </a:ext>
            </a:extLst>
          </p:cNvPr>
          <p:cNvSpPr>
            <a:spLocks xmlns:a="http://schemas.openxmlformats.org/drawingml/2006/main" noGrp="1"/>
          </p:cNvSpPr>
          <p:nvPr/>
        </p:nvSpPr>
        <p:spPr>
          <a:xfrm xmlns:a="http://schemas.openxmlformats.org/drawingml/2006/main">
            <a:off x="9677400" y="1752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1020"/>
                </a:solidFill>
              </a:defRPr>
            </a:pPr>
            <a:r>
              <a:rPr sz="1875" b="1">
                <a:solidFill>
                  <a:srgbClr val="0B1020"/>
                </a:solidFill>
              </a:rPr>
              <a:t>Lina</a:t>
            </a:r>
          </a:p>
        </p:txBody>
      </p:sp>
      <p:sp>
        <p:nvSpPr>
          <p:cNvPr id="36" name="">
            <a:extLst xmlns:a="http://schemas.openxmlformats.org/drawingml/2006/main">
              <a:ext uri="{FF2B5EF4-FFF2-40B4-BE49-F238E27FC236}">
                <a16:creationId xmlns:a16="http://schemas.microsoft.com/office/drawing/2014/main" id="{1D3DD96A-4FC5-4E67-818C-EC39F1A0E9D0}"/>
              </a:ext>
            </a:extLst>
          </p:cNvPr>
          <p:cNvSpPr>
            <a:spLocks xmlns:a="http://schemas.openxmlformats.org/drawingml/2006/main" noGrp="1"/>
          </p:cNvSpPr>
          <p:nvPr/>
        </p:nvSpPr>
        <p:spPr>
          <a:xfrm xmlns:a="http://schemas.openxmlformats.org/drawingml/2006/main">
            <a:off x="9677400" y="20955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E9A23B"/>
                </a:solidFill>
              </a:defRPr>
            </a:pPr>
            <a:r>
              <a:rPr sz="975" b="1">
                <a:solidFill>
                  <a:srgbClr val="E9A23B"/>
                </a:solidFill>
              </a:rPr>
              <a:t>ADMIN</a:t>
            </a:r>
          </a:p>
        </p:txBody>
      </p:sp>
      <p:sp>
        <p:nvSpPr>
          <p:cNvPr id="37" name="">
            <a:extLst xmlns:a="http://schemas.openxmlformats.org/drawingml/2006/main">
              <a:ext uri="{FF2B5EF4-FFF2-40B4-BE49-F238E27FC236}">
                <a16:creationId xmlns:a16="http://schemas.microsoft.com/office/drawing/2014/main" id="{EE8B760F-5849-41D6-9B6F-892589C7D8EF}"/>
              </a:ext>
            </a:extLst>
          </p:cNvPr>
          <p:cNvSpPr>
            <a:spLocks xmlns:a="http://schemas.openxmlformats.org/drawingml/2006/main" noGrp="1"/>
          </p:cNvSpPr>
          <p:nvPr/>
        </p:nvSpPr>
        <p:spPr>
          <a:xfrm xmlns:a="http://schemas.openxmlformats.org/drawingml/2006/main">
            <a:off x="8953500" y="2571750"/>
            <a:ext cx="2381250" cy="2238375"/>
          </a:xfrm>
          <a:prstGeom xmlns:a="http://schemas.openxmlformats.org/drawingml/2006/main" prst="roundRect">
            <a:avLst>
              <a:gd name="adj" fmla="val 8511"/>
            </a:avLst>
          </a:prstGeom>
          <a:solidFill xmlns:a="http://schemas.openxmlformats.org/drawingml/2006/main">
            <a:srgbClr val="FFF3D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21CE2AE-4216-42AC-BCD0-A9E0CD435888}"/>
              </a:ext>
            </a:extLst>
          </p:cNvPr>
          <p:cNvSpPr>
            <a:spLocks xmlns:a="http://schemas.openxmlformats.org/drawingml/2006/main" noGrp="1"/>
          </p:cNvSpPr>
          <p:nvPr/>
        </p:nvSpPr>
        <p:spPr>
          <a:xfrm xmlns:a="http://schemas.openxmlformats.org/drawingml/2006/main">
            <a:off x="9182100" y="2857500"/>
            <a:ext cx="1924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Controls platform standards and policy</a:t>
            </a:r>
          </a:p>
        </p:txBody>
      </p:sp>
      <p:sp>
        <p:nvSpPr>
          <p:cNvPr id="39" name="">
            <a:extLst xmlns:a="http://schemas.openxmlformats.org/drawingml/2006/main">
              <a:ext uri="{FF2B5EF4-FFF2-40B4-BE49-F238E27FC236}">
                <a16:creationId xmlns:a16="http://schemas.microsoft.com/office/drawing/2014/main" id="{7E2D6EF4-9C1D-4747-BE40-D3304544E747}"/>
              </a:ext>
            </a:extLst>
          </p:cNvPr>
          <p:cNvSpPr>
            <a:spLocks xmlns:a="http://schemas.openxmlformats.org/drawingml/2006/main" noGrp="1"/>
          </p:cNvSpPr>
          <p:nvPr/>
        </p:nvSpPr>
        <p:spPr>
          <a:xfrm xmlns:a="http://schemas.openxmlformats.org/drawingml/2006/main">
            <a:off x="9201150" y="38576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Configure</a:t>
            </a:r>
          </a:p>
        </p:txBody>
      </p:sp>
      <p:sp>
        <p:nvSpPr>
          <p:cNvPr id="40" name="">
            <a:extLst xmlns:a="http://schemas.openxmlformats.org/drawingml/2006/main">
              <a:ext uri="{FF2B5EF4-FFF2-40B4-BE49-F238E27FC236}">
                <a16:creationId xmlns:a16="http://schemas.microsoft.com/office/drawing/2014/main" id="{5281B1AD-BC14-4771-9098-AC682C08DCF1}"/>
              </a:ext>
            </a:extLst>
          </p:cNvPr>
          <p:cNvSpPr>
            <a:spLocks xmlns:a="http://schemas.openxmlformats.org/drawingml/2006/main" noGrp="1"/>
          </p:cNvSpPr>
          <p:nvPr/>
        </p:nvSpPr>
        <p:spPr>
          <a:xfrm xmlns:a="http://schemas.openxmlformats.org/drawingml/2006/main">
            <a:off x="9201150" y="4152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Standardize</a:t>
            </a:r>
          </a:p>
        </p:txBody>
      </p:sp>
      <p:sp>
        <p:nvSpPr>
          <p:cNvPr id="41" name="">
            <a:extLst xmlns:a="http://schemas.openxmlformats.org/drawingml/2006/main">
              <a:ext uri="{FF2B5EF4-FFF2-40B4-BE49-F238E27FC236}">
                <a16:creationId xmlns:a16="http://schemas.microsoft.com/office/drawing/2014/main" id="{7E1AE9A6-F59E-4690-8209-81836B55AAEF}"/>
              </a:ext>
            </a:extLst>
          </p:cNvPr>
          <p:cNvSpPr>
            <a:spLocks xmlns:a="http://schemas.openxmlformats.org/drawingml/2006/main" noGrp="1"/>
          </p:cNvSpPr>
          <p:nvPr/>
        </p:nvSpPr>
        <p:spPr>
          <a:xfrm xmlns:a="http://schemas.openxmlformats.org/drawingml/2006/main">
            <a:off x="9201150" y="44481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 Audit</a:t>
            </a:r>
          </a:p>
        </p:txBody>
      </p:sp>
      <p:sp>
        <p:nvSpPr>
          <p:cNvPr id="42" name="">
            <a:extLst xmlns:a="http://schemas.openxmlformats.org/drawingml/2006/main">
              <a:ext uri="{FF2B5EF4-FFF2-40B4-BE49-F238E27FC236}">
                <a16:creationId xmlns:a16="http://schemas.microsoft.com/office/drawing/2014/main" id="{365F5295-28E3-4832-B620-8932BAFC59C9}"/>
              </a:ext>
            </a:extLst>
          </p:cNvPr>
          <p:cNvSpPr>
            <a:spLocks xmlns:a="http://schemas.openxmlformats.org/drawingml/2006/main" noGrp="1"/>
          </p:cNvSpPr>
          <p:nvPr/>
        </p:nvSpPr>
        <p:spPr>
          <a:xfrm xmlns:a="http://schemas.openxmlformats.org/drawingml/2006/main">
            <a:off x="666750" y="54292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6D3CFF"/>
                </a:solidFill>
              </a:defRPr>
            </a:pPr>
            <a:r>
              <a:rPr sz="1575" b="1">
                <a:solidFill>
                  <a:srgbClr val="6D3CFF"/>
                </a:solidFill>
              </a:rPr>
              <a:t>Admin is the organization control layer—not part of the operational approval chain.</a:t>
            </a:r>
          </a:p>
        </p:txBody>
      </p:sp>
    </p:spTree>
    <p:extLst>
      <p:ext uri="{BB962C8B-B14F-4D97-AF65-F5344CB8AC3E}">
        <p14:creationId xmlns:p14="http://schemas.microsoft.com/office/powerpoint/2010/main" val="1563570669"/>
      </p:ext>
    </p:extLst>
  </p:cSld>
</p:sld>
</file>

<file path=ppt/slides/slide6.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DB38AFA-4182-40CB-9BA6-78695B879D3A}"/>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CORE PRODUCT OBJECTS</a:t>
            </a:r>
          </a:p>
        </p:txBody>
      </p:sp>
      <p:sp>
        <p:nvSpPr>
          <p:cNvPr id="2" name="slide-title-6">
            <a:extLst xmlns:a="http://schemas.openxmlformats.org/drawingml/2006/main">
              <a:ext uri="{FF2B5EF4-FFF2-40B4-BE49-F238E27FC236}">
                <a16:creationId xmlns:a16="http://schemas.microsoft.com/office/drawing/2014/main" id="{6888DEF3-B4AA-4803-94E0-271A09C7D8D1}"/>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Templates define the standard. Reports record the event.</a:t>
            </a:r>
          </a:p>
        </p:txBody>
      </p:sp>
      <p:sp>
        <p:nvSpPr>
          <p:cNvPr id="3" name="">
            <a:extLst xmlns:a="http://schemas.openxmlformats.org/drawingml/2006/main">
              <a:ext uri="{FF2B5EF4-FFF2-40B4-BE49-F238E27FC236}">
                <a16:creationId xmlns:a16="http://schemas.microsoft.com/office/drawing/2014/main" id="{08544AF3-69A5-4760-8D0C-EC2DB981A84C}"/>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06</a:t>
            </a:r>
          </a:p>
        </p:txBody>
      </p:sp>
      <p:sp>
        <p:nvSpPr>
          <p:cNvPr id="4" name="">
            <a:extLst xmlns:a="http://schemas.openxmlformats.org/drawingml/2006/main">
              <a:ext uri="{FF2B5EF4-FFF2-40B4-BE49-F238E27FC236}">
                <a16:creationId xmlns:a16="http://schemas.microsoft.com/office/drawing/2014/main" id="{99D88EC9-F28F-47C2-A15B-C5357A61490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90E44511-0AB0-4063-BBC6-70C77526BB9E}"/>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C30B73E1-202A-4EDD-81C6-4961BFB0867D}"/>
              </a:ext>
            </a:extLst>
          </p:cNvPr>
          <p:cNvSpPr>
            <a:spLocks xmlns:a="http://schemas.openxmlformats.org/drawingml/2006/main" noGrp="1"/>
          </p:cNvSpPr>
          <p:nvPr/>
        </p:nvSpPr>
        <p:spPr>
          <a:xfrm xmlns:a="http://schemas.openxmlformats.org/drawingml/2006/main">
            <a:off x="762000" y="1714500"/>
            <a:ext cx="4762500" cy="3905250"/>
          </a:xfrm>
          <a:prstGeom xmlns:a="http://schemas.openxmlformats.org/drawingml/2006/main" prst="roundRect">
            <a:avLst>
              <a:gd name="adj" fmla="val 5366"/>
            </a:avLst>
          </a:prstGeom>
          <a:solidFill xmlns:a="http://schemas.openxmlformats.org/drawingml/2006/main">
            <a:srgbClr val="EEE9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7D58C65-A7C7-42F2-9E70-4E84DE31DB9C}"/>
              </a:ext>
            </a:extLst>
          </p:cNvPr>
          <p:cNvSpPr>
            <a:spLocks xmlns:a="http://schemas.openxmlformats.org/drawingml/2006/main" noGrp="1"/>
          </p:cNvSpPr>
          <p:nvPr/>
        </p:nvSpPr>
        <p:spPr>
          <a:xfrm xmlns:a="http://schemas.openxmlformats.org/drawingml/2006/main">
            <a:off x="1028700" y="1981200"/>
            <a:ext cx="422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B1020"/>
                </a:solidFill>
              </a:defRPr>
            </a:pPr>
            <a:r>
              <a:rPr sz="2100" b="1">
                <a:solidFill>
                  <a:srgbClr val="0B1020"/>
                </a:solidFill>
              </a:rPr>
              <a:t>REPORT TEMPLATE</a:t>
            </a:r>
          </a:p>
        </p:txBody>
      </p:sp>
      <p:sp>
        <p:nvSpPr>
          <p:cNvPr id="8" name="">
            <a:extLst xmlns:a="http://schemas.openxmlformats.org/drawingml/2006/main">
              <a:ext uri="{FF2B5EF4-FFF2-40B4-BE49-F238E27FC236}">
                <a16:creationId xmlns:a16="http://schemas.microsoft.com/office/drawing/2014/main" id="{9C15CBF9-6659-4E99-9F2F-98B6C376C453}"/>
              </a:ext>
            </a:extLst>
          </p:cNvPr>
          <p:cNvSpPr>
            <a:spLocks xmlns:a="http://schemas.openxmlformats.org/drawingml/2006/main" noGrp="1"/>
          </p:cNvSpPr>
          <p:nvPr/>
        </p:nvSpPr>
        <p:spPr>
          <a:xfrm xmlns:a="http://schemas.openxmlformats.org/drawingml/2006/main">
            <a:off x="1028700" y="24574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A reusable structure that defines how a report should be completed.</a:t>
            </a:r>
          </a:p>
        </p:txBody>
      </p:sp>
      <p:sp>
        <p:nvSpPr>
          <p:cNvPr id="9" name="">
            <a:extLst xmlns:a="http://schemas.openxmlformats.org/drawingml/2006/main">
              <a:ext uri="{FF2B5EF4-FFF2-40B4-BE49-F238E27FC236}">
                <a16:creationId xmlns:a16="http://schemas.microsoft.com/office/drawing/2014/main" id="{14155BAA-A550-4B38-9908-9830F40302AD}"/>
              </a:ext>
            </a:extLst>
          </p:cNvPr>
          <p:cNvSpPr>
            <a:spLocks xmlns:a="http://schemas.openxmlformats.org/drawingml/2006/main" noGrp="1"/>
          </p:cNvSpPr>
          <p:nvPr/>
        </p:nvSpPr>
        <p:spPr>
          <a:xfrm xmlns:a="http://schemas.openxmlformats.org/drawingml/2006/main">
            <a:off x="1028700" y="3086100"/>
            <a:ext cx="4229100" cy="0"/>
          </a:xfrm>
          <a:prstGeom xmlns:a="http://schemas.openxmlformats.org/drawingml/2006/main" prst="line">
            <a:avLst/>
          </a:prstGeom>
          <a:noFill xmlns:a="http://schemas.openxmlformats.org/drawingml/2006/main"/>
          <a:ln xmlns:a="http://schemas.openxmlformats.org/drawingml/2006/main" w="28575">
            <a:solidFill>
              <a:srgbClr val="6D3CFF"/>
            </a:solidFill>
            <a:prstDash val="solid"/>
          </a:ln>
        </p:spPr>
      </p:sp>
      <p:sp>
        <p:nvSpPr>
          <p:cNvPr id="10" name="">
            <a:extLst xmlns:a="http://schemas.openxmlformats.org/drawingml/2006/main">
              <a:ext uri="{FF2B5EF4-FFF2-40B4-BE49-F238E27FC236}">
                <a16:creationId xmlns:a16="http://schemas.microsoft.com/office/drawing/2014/main" id="{26A2C6E4-3251-4458-A0A3-AAE0BB3A7456}"/>
              </a:ext>
            </a:extLst>
          </p:cNvPr>
          <p:cNvSpPr>
            <a:spLocks xmlns:a="http://schemas.openxmlformats.org/drawingml/2006/main" noGrp="1"/>
          </p:cNvSpPr>
          <p:nvPr/>
        </p:nvSpPr>
        <p:spPr>
          <a:xfrm xmlns:a="http://schemas.openxmlformats.org/drawingml/2006/main">
            <a:off x="1047750" y="3429000"/>
            <a:ext cx="95250" cy="952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1" name="">
            <a:extLst xmlns:a="http://schemas.openxmlformats.org/drawingml/2006/main">
              <a:ext uri="{FF2B5EF4-FFF2-40B4-BE49-F238E27FC236}">
                <a16:creationId xmlns:a16="http://schemas.microsoft.com/office/drawing/2014/main" id="{94C82CF1-2C98-4089-80D0-90C0E19DEB5C}"/>
              </a:ext>
            </a:extLst>
          </p:cNvPr>
          <p:cNvSpPr>
            <a:spLocks xmlns:a="http://schemas.openxmlformats.org/drawingml/2006/main" noGrp="1"/>
          </p:cNvSpPr>
          <p:nvPr/>
        </p:nvSpPr>
        <p:spPr>
          <a:xfrm xmlns:a="http://schemas.openxmlformats.org/drawingml/2006/main">
            <a:off x="1257300" y="33528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020"/>
                </a:solidFill>
              </a:defRPr>
            </a:pPr>
            <a:r>
              <a:rPr sz="1350" b="1">
                <a:solidFill>
                  <a:srgbClr val="0B1020"/>
                </a:solidFill>
              </a:rPr>
              <a:t>Standard sections and fields</a:t>
            </a:r>
          </a:p>
        </p:txBody>
      </p:sp>
      <p:sp>
        <p:nvSpPr>
          <p:cNvPr id="12" name="">
            <a:extLst xmlns:a="http://schemas.openxmlformats.org/drawingml/2006/main">
              <a:ext uri="{FF2B5EF4-FFF2-40B4-BE49-F238E27FC236}">
                <a16:creationId xmlns:a16="http://schemas.microsoft.com/office/drawing/2014/main" id="{E36E48EF-4FF1-4BF0-A91A-3E1A6252CAFB}"/>
              </a:ext>
            </a:extLst>
          </p:cNvPr>
          <p:cNvSpPr>
            <a:spLocks xmlns:a="http://schemas.openxmlformats.org/drawingml/2006/main" noGrp="1"/>
          </p:cNvSpPr>
          <p:nvPr/>
        </p:nvSpPr>
        <p:spPr>
          <a:xfrm xmlns:a="http://schemas.openxmlformats.org/drawingml/2006/main">
            <a:off x="1047750" y="3905250"/>
            <a:ext cx="95250" cy="952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3" name="">
            <a:extLst xmlns:a="http://schemas.openxmlformats.org/drawingml/2006/main">
              <a:ext uri="{FF2B5EF4-FFF2-40B4-BE49-F238E27FC236}">
                <a16:creationId xmlns:a16="http://schemas.microsoft.com/office/drawing/2014/main" id="{C9C7B793-FEA8-4B41-BDF2-CCCF85400449}"/>
              </a:ext>
            </a:extLst>
          </p:cNvPr>
          <p:cNvSpPr>
            <a:spLocks xmlns:a="http://schemas.openxmlformats.org/drawingml/2006/main" noGrp="1"/>
          </p:cNvSpPr>
          <p:nvPr/>
        </p:nvSpPr>
        <p:spPr>
          <a:xfrm xmlns:a="http://schemas.openxmlformats.org/drawingml/2006/main">
            <a:off x="1257300" y="38290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Approved corporate wording and design</a:t>
            </a:r>
          </a:p>
        </p:txBody>
      </p:sp>
      <p:sp>
        <p:nvSpPr>
          <p:cNvPr id="14" name="">
            <a:extLst xmlns:a="http://schemas.openxmlformats.org/drawingml/2006/main">
              <a:ext uri="{FF2B5EF4-FFF2-40B4-BE49-F238E27FC236}">
                <a16:creationId xmlns:a16="http://schemas.microsoft.com/office/drawing/2014/main" id="{3E4B1DA1-FEC5-4D59-9A32-53A3B4BECAA6}"/>
              </a:ext>
            </a:extLst>
          </p:cNvPr>
          <p:cNvSpPr>
            <a:spLocks xmlns:a="http://schemas.openxmlformats.org/drawingml/2006/main" noGrp="1"/>
          </p:cNvSpPr>
          <p:nvPr/>
        </p:nvSpPr>
        <p:spPr>
          <a:xfrm xmlns:a="http://schemas.openxmlformats.org/drawingml/2006/main">
            <a:off x="1047750" y="4381500"/>
            <a:ext cx="95250" cy="952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5" name="">
            <a:extLst xmlns:a="http://schemas.openxmlformats.org/drawingml/2006/main">
              <a:ext uri="{FF2B5EF4-FFF2-40B4-BE49-F238E27FC236}">
                <a16:creationId xmlns:a16="http://schemas.microsoft.com/office/drawing/2014/main" id="{DE30C3E5-A766-4A31-9D17-E204BAE14C0A}"/>
              </a:ext>
            </a:extLst>
          </p:cNvPr>
          <p:cNvSpPr>
            <a:spLocks xmlns:a="http://schemas.openxmlformats.org/drawingml/2006/main" noGrp="1"/>
          </p:cNvSpPr>
          <p:nvPr/>
        </p:nvSpPr>
        <p:spPr>
          <a:xfrm xmlns:a="http://schemas.openxmlformats.org/drawingml/2006/main">
            <a:off x="1257300" y="43053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Versioned and governed before use</a:t>
            </a:r>
          </a:p>
        </p:txBody>
      </p:sp>
      <p:sp>
        <p:nvSpPr>
          <p:cNvPr id="16" name="">
            <a:extLst xmlns:a="http://schemas.openxmlformats.org/drawingml/2006/main">
              <a:ext uri="{FF2B5EF4-FFF2-40B4-BE49-F238E27FC236}">
                <a16:creationId xmlns:a16="http://schemas.microsoft.com/office/drawing/2014/main" id="{22F146D4-5560-467C-9D28-93C48A3F1568}"/>
              </a:ext>
            </a:extLst>
          </p:cNvPr>
          <p:cNvSpPr>
            <a:spLocks xmlns:a="http://schemas.openxmlformats.org/drawingml/2006/main" noGrp="1"/>
          </p:cNvSpPr>
          <p:nvPr/>
        </p:nvSpPr>
        <p:spPr>
          <a:xfrm xmlns:a="http://schemas.openxmlformats.org/drawingml/2006/main">
            <a:off x="1047750" y="4857750"/>
            <a:ext cx="95250" cy="952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7" name="">
            <a:extLst xmlns:a="http://schemas.openxmlformats.org/drawingml/2006/main">
              <a:ext uri="{FF2B5EF4-FFF2-40B4-BE49-F238E27FC236}">
                <a16:creationId xmlns:a16="http://schemas.microsoft.com/office/drawing/2014/main" id="{2FBCC378-90DA-4BBC-86B5-9F98839AD060}"/>
              </a:ext>
            </a:extLst>
          </p:cNvPr>
          <p:cNvSpPr>
            <a:spLocks xmlns:a="http://schemas.openxmlformats.org/drawingml/2006/main" noGrp="1"/>
          </p:cNvSpPr>
          <p:nvPr/>
        </p:nvSpPr>
        <p:spPr>
          <a:xfrm xmlns:a="http://schemas.openxmlformats.org/drawingml/2006/main">
            <a:off x="1257300" y="47815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Reusable across many reporting cycles</a:t>
            </a:r>
          </a:p>
        </p:txBody>
      </p:sp>
      <p:sp>
        <p:nvSpPr>
          <p:cNvPr id="18" name="">
            <a:extLst xmlns:a="http://schemas.openxmlformats.org/drawingml/2006/main">
              <a:ext uri="{FF2B5EF4-FFF2-40B4-BE49-F238E27FC236}">
                <a16:creationId xmlns:a16="http://schemas.microsoft.com/office/drawing/2014/main" id="{642FDED8-D080-428F-8EB4-11CEF075B614}"/>
              </a:ext>
            </a:extLst>
          </p:cNvPr>
          <p:cNvSpPr>
            <a:spLocks xmlns:a="http://schemas.openxmlformats.org/drawingml/2006/main" noGrp="1"/>
          </p:cNvSpPr>
          <p:nvPr/>
        </p:nvSpPr>
        <p:spPr>
          <a:xfrm xmlns:a="http://schemas.openxmlformats.org/drawingml/2006/main">
            <a:off x="5695950" y="323850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6D3CFF"/>
                </a:solidFill>
              </a:defRPr>
            </a:pPr>
            <a:r>
              <a:rPr sz="3300" b="1">
                <a:solidFill>
                  <a:srgbClr val="6D3CFF"/>
                </a:solidFill>
              </a:rPr>
              <a:t>→</a:t>
            </a:r>
          </a:p>
        </p:txBody>
      </p:sp>
      <p:sp>
        <p:nvSpPr>
          <p:cNvPr id="19" name="">
            <a:extLst xmlns:a="http://schemas.openxmlformats.org/drawingml/2006/main">
              <a:ext uri="{FF2B5EF4-FFF2-40B4-BE49-F238E27FC236}">
                <a16:creationId xmlns:a16="http://schemas.microsoft.com/office/drawing/2014/main" id="{6C3C885D-2853-448A-A30A-1CF491D35365}"/>
              </a:ext>
            </a:extLst>
          </p:cNvPr>
          <p:cNvSpPr>
            <a:spLocks xmlns:a="http://schemas.openxmlformats.org/drawingml/2006/main" noGrp="1"/>
          </p:cNvSpPr>
          <p:nvPr/>
        </p:nvSpPr>
        <p:spPr>
          <a:xfrm xmlns:a="http://schemas.openxmlformats.org/drawingml/2006/main">
            <a:off x="6667500" y="1714500"/>
            <a:ext cx="4762500" cy="3905250"/>
          </a:xfrm>
          <a:prstGeom xmlns:a="http://schemas.openxmlformats.org/drawingml/2006/main" prst="roundRect">
            <a:avLst>
              <a:gd name="adj" fmla="val 5366"/>
            </a:avLst>
          </a:prstGeom>
          <a:solidFill xmlns:a="http://schemas.openxmlformats.org/drawingml/2006/main">
            <a:srgbClr val="E6F9F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D9179E2-8DA6-4C52-A0B1-CDD910E0140F}"/>
              </a:ext>
            </a:extLst>
          </p:cNvPr>
          <p:cNvSpPr>
            <a:spLocks xmlns:a="http://schemas.openxmlformats.org/drawingml/2006/main" noGrp="1"/>
          </p:cNvSpPr>
          <p:nvPr/>
        </p:nvSpPr>
        <p:spPr>
          <a:xfrm xmlns:a="http://schemas.openxmlformats.org/drawingml/2006/main">
            <a:off x="6934200" y="1981200"/>
            <a:ext cx="422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B1020"/>
                </a:solidFill>
              </a:defRPr>
            </a:pPr>
            <a:r>
              <a:rPr sz="2100" b="1">
                <a:solidFill>
                  <a:srgbClr val="0B1020"/>
                </a:solidFill>
              </a:rPr>
              <a:t>REPORT</a:t>
            </a:r>
          </a:p>
        </p:txBody>
      </p:sp>
      <p:sp>
        <p:nvSpPr>
          <p:cNvPr id="21" name="">
            <a:extLst xmlns:a="http://schemas.openxmlformats.org/drawingml/2006/main">
              <a:ext uri="{FF2B5EF4-FFF2-40B4-BE49-F238E27FC236}">
                <a16:creationId xmlns:a16="http://schemas.microsoft.com/office/drawing/2014/main" id="{03176352-15AF-4EBB-AD8B-125CB7685540}"/>
              </a:ext>
            </a:extLst>
          </p:cNvPr>
          <p:cNvSpPr>
            <a:spLocks xmlns:a="http://schemas.openxmlformats.org/drawingml/2006/main" noGrp="1"/>
          </p:cNvSpPr>
          <p:nvPr/>
        </p:nvSpPr>
        <p:spPr>
          <a:xfrm xmlns:a="http://schemas.openxmlformats.org/drawingml/2006/main">
            <a:off x="6934200" y="24574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A real business record created from an approved template.</a:t>
            </a:r>
          </a:p>
        </p:txBody>
      </p:sp>
      <p:sp>
        <p:nvSpPr>
          <p:cNvPr id="22" name="">
            <a:extLst xmlns:a="http://schemas.openxmlformats.org/drawingml/2006/main">
              <a:ext uri="{FF2B5EF4-FFF2-40B4-BE49-F238E27FC236}">
                <a16:creationId xmlns:a16="http://schemas.microsoft.com/office/drawing/2014/main" id="{C7B212C5-7FBE-4050-B594-699BAE868FEC}"/>
              </a:ext>
            </a:extLst>
          </p:cNvPr>
          <p:cNvSpPr>
            <a:spLocks xmlns:a="http://schemas.openxmlformats.org/drawingml/2006/main" noGrp="1"/>
          </p:cNvSpPr>
          <p:nvPr/>
        </p:nvSpPr>
        <p:spPr>
          <a:xfrm xmlns:a="http://schemas.openxmlformats.org/drawingml/2006/main">
            <a:off x="6934200" y="3086100"/>
            <a:ext cx="4229100" cy="0"/>
          </a:xfrm>
          <a:prstGeom xmlns:a="http://schemas.openxmlformats.org/drawingml/2006/main" prst="line">
            <a:avLst/>
          </a:prstGeom>
          <a:noFill xmlns:a="http://schemas.openxmlformats.org/drawingml/2006/main"/>
          <a:ln xmlns:a="http://schemas.openxmlformats.org/drawingml/2006/main" w="28575">
            <a:solidFill>
              <a:srgbClr val="20C7D9"/>
            </a:solidFill>
            <a:prstDash val="solid"/>
          </a:ln>
        </p:spPr>
      </p:sp>
      <p:sp>
        <p:nvSpPr>
          <p:cNvPr id="23" name="">
            <a:extLst xmlns:a="http://schemas.openxmlformats.org/drawingml/2006/main">
              <a:ext uri="{FF2B5EF4-FFF2-40B4-BE49-F238E27FC236}">
                <a16:creationId xmlns:a16="http://schemas.microsoft.com/office/drawing/2014/main" id="{9CF2D38F-0E24-45FB-9EAC-01E498F594AD}"/>
              </a:ext>
            </a:extLst>
          </p:cNvPr>
          <p:cNvSpPr>
            <a:spLocks xmlns:a="http://schemas.openxmlformats.org/drawingml/2006/main" noGrp="1"/>
          </p:cNvSpPr>
          <p:nvPr/>
        </p:nvSpPr>
        <p:spPr>
          <a:xfrm xmlns:a="http://schemas.openxmlformats.org/drawingml/2006/main">
            <a:off x="6953250" y="3429000"/>
            <a:ext cx="95250" cy="952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4" name="">
            <a:extLst xmlns:a="http://schemas.openxmlformats.org/drawingml/2006/main">
              <a:ext uri="{FF2B5EF4-FFF2-40B4-BE49-F238E27FC236}">
                <a16:creationId xmlns:a16="http://schemas.microsoft.com/office/drawing/2014/main" id="{1137215D-A9AD-4C96-8BDD-D215E1BCCD65}"/>
              </a:ext>
            </a:extLst>
          </p:cNvPr>
          <p:cNvSpPr>
            <a:spLocks xmlns:a="http://schemas.openxmlformats.org/drawingml/2006/main" noGrp="1"/>
          </p:cNvSpPr>
          <p:nvPr/>
        </p:nvSpPr>
        <p:spPr>
          <a:xfrm xmlns:a="http://schemas.openxmlformats.org/drawingml/2006/main">
            <a:off x="7162800" y="33528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020"/>
                </a:solidFill>
              </a:defRPr>
            </a:pPr>
            <a:r>
              <a:rPr sz="1350" b="1">
                <a:solidFill>
                  <a:srgbClr val="0B1020"/>
                </a:solidFill>
              </a:rPr>
              <a:t>Completed with current information</a:t>
            </a:r>
          </a:p>
        </p:txBody>
      </p:sp>
      <p:sp>
        <p:nvSpPr>
          <p:cNvPr id="25" name="">
            <a:extLst xmlns:a="http://schemas.openxmlformats.org/drawingml/2006/main">
              <a:ext uri="{FF2B5EF4-FFF2-40B4-BE49-F238E27FC236}">
                <a16:creationId xmlns:a16="http://schemas.microsoft.com/office/drawing/2014/main" id="{56CBBF51-2D7C-4230-84A4-A93296452B83}"/>
              </a:ext>
            </a:extLst>
          </p:cNvPr>
          <p:cNvSpPr>
            <a:spLocks xmlns:a="http://schemas.openxmlformats.org/drawingml/2006/main" noGrp="1"/>
          </p:cNvSpPr>
          <p:nvPr/>
        </p:nvSpPr>
        <p:spPr>
          <a:xfrm xmlns:a="http://schemas.openxmlformats.org/drawingml/2006/main">
            <a:off x="6953250" y="3905250"/>
            <a:ext cx="95250" cy="952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6" name="">
            <a:extLst xmlns:a="http://schemas.openxmlformats.org/drawingml/2006/main">
              <a:ext uri="{FF2B5EF4-FFF2-40B4-BE49-F238E27FC236}">
                <a16:creationId xmlns:a16="http://schemas.microsoft.com/office/drawing/2014/main" id="{23C114A9-94DC-4478-ACBA-226B7A7ED9DE}"/>
              </a:ext>
            </a:extLst>
          </p:cNvPr>
          <p:cNvSpPr>
            <a:spLocks xmlns:a="http://schemas.openxmlformats.org/drawingml/2006/main" noGrp="1"/>
          </p:cNvSpPr>
          <p:nvPr/>
        </p:nvSpPr>
        <p:spPr>
          <a:xfrm xmlns:a="http://schemas.openxmlformats.org/drawingml/2006/main">
            <a:off x="7162800" y="38290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Assigned to a reviewer</a:t>
            </a:r>
          </a:p>
        </p:txBody>
      </p:sp>
      <p:sp>
        <p:nvSpPr>
          <p:cNvPr id="27" name="">
            <a:extLst xmlns:a="http://schemas.openxmlformats.org/drawingml/2006/main">
              <a:ext uri="{FF2B5EF4-FFF2-40B4-BE49-F238E27FC236}">
                <a16:creationId xmlns:a16="http://schemas.microsoft.com/office/drawing/2014/main" id="{D9DB4222-AC38-487B-9B5A-6C8C7C7812C0}"/>
              </a:ext>
            </a:extLst>
          </p:cNvPr>
          <p:cNvSpPr>
            <a:spLocks xmlns:a="http://schemas.openxmlformats.org/drawingml/2006/main" noGrp="1"/>
          </p:cNvSpPr>
          <p:nvPr/>
        </p:nvSpPr>
        <p:spPr>
          <a:xfrm xmlns:a="http://schemas.openxmlformats.org/drawingml/2006/main">
            <a:off x="6953250" y="4381500"/>
            <a:ext cx="95250" cy="952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8" name="">
            <a:extLst xmlns:a="http://schemas.openxmlformats.org/drawingml/2006/main">
              <a:ext uri="{FF2B5EF4-FFF2-40B4-BE49-F238E27FC236}">
                <a16:creationId xmlns:a16="http://schemas.microsoft.com/office/drawing/2014/main" id="{26A19EBC-E727-42FE-8B1F-8DC52FF670E2}"/>
              </a:ext>
            </a:extLst>
          </p:cNvPr>
          <p:cNvSpPr>
            <a:spLocks xmlns:a="http://schemas.openxmlformats.org/drawingml/2006/main" noGrp="1"/>
          </p:cNvSpPr>
          <p:nvPr/>
        </p:nvSpPr>
        <p:spPr>
          <a:xfrm xmlns:a="http://schemas.openxmlformats.org/drawingml/2006/main">
            <a:off x="7162800" y="43053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Returned, rejected or signed</a:t>
            </a:r>
          </a:p>
        </p:txBody>
      </p:sp>
      <p:sp>
        <p:nvSpPr>
          <p:cNvPr id="29" name="">
            <a:extLst xmlns:a="http://schemas.openxmlformats.org/drawingml/2006/main">
              <a:ext uri="{FF2B5EF4-FFF2-40B4-BE49-F238E27FC236}">
                <a16:creationId xmlns:a16="http://schemas.microsoft.com/office/drawing/2014/main" id="{D851BC9A-D43D-43E4-BF7D-7EF42559A610}"/>
              </a:ext>
            </a:extLst>
          </p:cNvPr>
          <p:cNvSpPr>
            <a:spLocks xmlns:a="http://schemas.openxmlformats.org/drawingml/2006/main" noGrp="1"/>
          </p:cNvSpPr>
          <p:nvPr/>
        </p:nvSpPr>
        <p:spPr>
          <a:xfrm xmlns:a="http://schemas.openxmlformats.org/drawingml/2006/main">
            <a:off x="6953250" y="4857750"/>
            <a:ext cx="95250" cy="952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30" name="">
            <a:extLst xmlns:a="http://schemas.openxmlformats.org/drawingml/2006/main">
              <a:ext uri="{FF2B5EF4-FFF2-40B4-BE49-F238E27FC236}">
                <a16:creationId xmlns:a16="http://schemas.microsoft.com/office/drawing/2014/main" id="{610EA5C6-749D-4E0F-B151-E532B23ECCEB}"/>
              </a:ext>
            </a:extLst>
          </p:cNvPr>
          <p:cNvSpPr>
            <a:spLocks xmlns:a="http://schemas.openxmlformats.org/drawingml/2006/main" noGrp="1"/>
          </p:cNvSpPr>
          <p:nvPr/>
        </p:nvSpPr>
        <p:spPr>
          <a:xfrm xmlns:a="http://schemas.openxmlformats.org/drawingml/2006/main">
            <a:off x="7162800" y="47815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Retains its own history and outcome</a:t>
            </a:r>
          </a:p>
        </p:txBody>
      </p:sp>
    </p:spTree>
    <p:extLst>
      <p:ext uri="{BB962C8B-B14F-4D97-AF65-F5344CB8AC3E}">
        <p14:creationId xmlns:p14="http://schemas.microsoft.com/office/powerpoint/2010/main" val="2060895003"/>
      </p:ext>
    </p:extLst>
  </p:cSld>
</p:sld>
</file>

<file path=ppt/slides/slide7.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10C2583-0050-4A62-B244-8111C1AE69DE}"/>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TEMPLATE STUDIO</a:t>
            </a:r>
          </a:p>
        </p:txBody>
      </p:sp>
      <p:sp>
        <p:nvSpPr>
          <p:cNvPr id="2" name="slide-title-7">
            <a:extLst xmlns:a="http://schemas.openxmlformats.org/drawingml/2006/main">
              <a:ext uri="{FF2B5EF4-FFF2-40B4-BE49-F238E27FC236}">
                <a16:creationId xmlns:a16="http://schemas.microsoft.com/office/drawing/2014/main" id="{D2E612B1-6338-4897-806B-6F83B5C8BB18}"/>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Build structured reports without starting from scratch</a:t>
            </a:r>
          </a:p>
        </p:txBody>
      </p:sp>
      <p:sp>
        <p:nvSpPr>
          <p:cNvPr id="3" name="">
            <a:extLst xmlns:a="http://schemas.openxmlformats.org/drawingml/2006/main">
              <a:ext uri="{FF2B5EF4-FFF2-40B4-BE49-F238E27FC236}">
                <a16:creationId xmlns:a16="http://schemas.microsoft.com/office/drawing/2014/main" id="{515CA15D-8B51-4971-BC7E-D3095A8948D2}"/>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07</a:t>
            </a:r>
          </a:p>
        </p:txBody>
      </p:sp>
      <p:sp>
        <p:nvSpPr>
          <p:cNvPr id="4" name="">
            <a:extLst xmlns:a="http://schemas.openxmlformats.org/drawingml/2006/main">
              <a:ext uri="{FF2B5EF4-FFF2-40B4-BE49-F238E27FC236}">
                <a16:creationId xmlns:a16="http://schemas.microsoft.com/office/drawing/2014/main" id="{4FBE241E-FDD8-49EB-9F52-6BD1820A84D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140502CB-D179-4833-A391-54472813B003}"/>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0EA8EFD0-F6DE-4081-8191-54C8F43354EA}"/>
              </a:ext>
            </a:extLst>
          </p:cNvPr>
          <p:cNvSpPr>
            <a:spLocks xmlns:a="http://schemas.openxmlformats.org/drawingml/2006/main" noGrp="1"/>
          </p:cNvSpPr>
          <p:nvPr/>
        </p:nvSpPr>
        <p:spPr>
          <a:xfrm xmlns:a="http://schemas.openxmlformats.org/drawingml/2006/main">
            <a:off x="666750" y="157162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C8CEE0"/>
                </a:solidFill>
              </a:defRPr>
            </a:pPr>
            <a:r>
              <a:rPr sz="1800" b="0">
                <a:solidFill>
                  <a:srgbClr val="C8CEE0"/>
                </a:solidFill>
              </a:rPr>
              <a:t>Template Studio brings structure, reusable content and presentation controls into one focused workspace.</a:t>
            </a:r>
          </a:p>
        </p:txBody>
      </p:sp>
      <p:sp>
        <p:nvSpPr>
          <p:cNvPr id="7" name="">
            <a:extLst xmlns:a="http://schemas.openxmlformats.org/drawingml/2006/main">
              <a:ext uri="{FF2B5EF4-FFF2-40B4-BE49-F238E27FC236}">
                <a16:creationId xmlns:a16="http://schemas.microsoft.com/office/drawing/2014/main" id="{F6D2DEE5-1ABC-47A8-8A74-4EF70DE72CD9}"/>
              </a:ext>
            </a:extLst>
          </p:cNvPr>
          <p:cNvSpPr>
            <a:spLocks xmlns:a="http://schemas.openxmlformats.org/drawingml/2006/main" noGrp="1"/>
          </p:cNvSpPr>
          <p:nvPr/>
        </p:nvSpPr>
        <p:spPr>
          <a:xfrm xmlns:a="http://schemas.openxmlformats.org/drawingml/2006/main">
            <a:off x="685800" y="24765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8B67FF"/>
                </a:solidFill>
              </a:defRPr>
            </a:pPr>
            <a:r>
              <a:rPr sz="1500" b="1">
                <a:solidFill>
                  <a:srgbClr val="8B67FF"/>
                </a:solidFill>
              </a:rPr>
              <a:t>Templates</a:t>
            </a:r>
          </a:p>
        </p:txBody>
      </p:sp>
      <p:sp>
        <p:nvSpPr>
          <p:cNvPr id="8" name="">
            <a:extLst xmlns:a="http://schemas.openxmlformats.org/drawingml/2006/main">
              <a:ext uri="{FF2B5EF4-FFF2-40B4-BE49-F238E27FC236}">
                <a16:creationId xmlns:a16="http://schemas.microsoft.com/office/drawing/2014/main" id="{A878C71F-DCBB-4D26-A55C-79F61B3244B5}"/>
              </a:ext>
            </a:extLst>
          </p:cNvPr>
          <p:cNvSpPr>
            <a:spLocks xmlns:a="http://schemas.openxmlformats.org/drawingml/2006/main" noGrp="1"/>
          </p:cNvSpPr>
          <p:nvPr/>
        </p:nvSpPr>
        <p:spPr>
          <a:xfrm xmlns:a="http://schemas.openxmlformats.org/drawingml/2006/main">
            <a:off x="685800" y="28003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Start from approved work</a:t>
            </a:r>
          </a:p>
        </p:txBody>
      </p:sp>
      <p:sp>
        <p:nvSpPr>
          <p:cNvPr id="9" name="">
            <a:extLst xmlns:a="http://schemas.openxmlformats.org/drawingml/2006/main">
              <a:ext uri="{FF2B5EF4-FFF2-40B4-BE49-F238E27FC236}">
                <a16:creationId xmlns:a16="http://schemas.microsoft.com/office/drawing/2014/main" id="{DECA383C-807C-48D1-AC32-95AC92D85374}"/>
              </a:ext>
            </a:extLst>
          </p:cNvPr>
          <p:cNvSpPr>
            <a:spLocks xmlns:a="http://schemas.openxmlformats.org/drawingml/2006/main" noGrp="1"/>
          </p:cNvSpPr>
          <p:nvPr/>
        </p:nvSpPr>
        <p:spPr>
          <a:xfrm xmlns:a="http://schemas.openxmlformats.org/drawingml/2006/main">
            <a:off x="685800" y="32575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0" name="">
            <a:extLst xmlns:a="http://schemas.openxmlformats.org/drawingml/2006/main">
              <a:ext uri="{FF2B5EF4-FFF2-40B4-BE49-F238E27FC236}">
                <a16:creationId xmlns:a16="http://schemas.microsoft.com/office/drawing/2014/main" id="{FDE34361-7F38-4EB5-A7CB-47DB0C7FEE52}"/>
              </a:ext>
            </a:extLst>
          </p:cNvPr>
          <p:cNvSpPr>
            <a:spLocks xmlns:a="http://schemas.openxmlformats.org/drawingml/2006/main" noGrp="1"/>
          </p:cNvSpPr>
          <p:nvPr/>
        </p:nvSpPr>
        <p:spPr>
          <a:xfrm xmlns:a="http://schemas.openxmlformats.org/drawingml/2006/main">
            <a:off x="4324350" y="24765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0C7D9"/>
                </a:solidFill>
              </a:defRPr>
            </a:pPr>
            <a:r>
              <a:rPr sz="1500" b="1">
                <a:solidFill>
                  <a:srgbClr val="20C7D9"/>
                </a:solidFill>
              </a:rPr>
              <a:t>Elements</a:t>
            </a:r>
          </a:p>
        </p:txBody>
      </p:sp>
      <p:sp>
        <p:nvSpPr>
          <p:cNvPr id="11" name="">
            <a:extLst xmlns:a="http://schemas.openxmlformats.org/drawingml/2006/main">
              <a:ext uri="{FF2B5EF4-FFF2-40B4-BE49-F238E27FC236}">
                <a16:creationId xmlns:a16="http://schemas.microsoft.com/office/drawing/2014/main" id="{4B260C40-0EB4-4D89-8202-E53AD37D3E63}"/>
              </a:ext>
            </a:extLst>
          </p:cNvPr>
          <p:cNvSpPr>
            <a:spLocks xmlns:a="http://schemas.openxmlformats.org/drawingml/2006/main" noGrp="1"/>
          </p:cNvSpPr>
          <p:nvPr/>
        </p:nvSpPr>
        <p:spPr>
          <a:xfrm xmlns:a="http://schemas.openxmlformats.org/drawingml/2006/main">
            <a:off x="4324350" y="28003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Choose report controls</a:t>
            </a:r>
          </a:p>
        </p:txBody>
      </p:sp>
      <p:sp>
        <p:nvSpPr>
          <p:cNvPr id="12" name="">
            <a:extLst xmlns:a="http://schemas.openxmlformats.org/drawingml/2006/main">
              <a:ext uri="{FF2B5EF4-FFF2-40B4-BE49-F238E27FC236}">
                <a16:creationId xmlns:a16="http://schemas.microsoft.com/office/drawing/2014/main" id="{D5B08D03-A688-42C5-A178-AC1FD00411C4}"/>
              </a:ext>
            </a:extLst>
          </p:cNvPr>
          <p:cNvSpPr>
            <a:spLocks xmlns:a="http://schemas.openxmlformats.org/drawingml/2006/main" noGrp="1"/>
          </p:cNvSpPr>
          <p:nvPr/>
        </p:nvSpPr>
        <p:spPr>
          <a:xfrm xmlns:a="http://schemas.openxmlformats.org/drawingml/2006/main">
            <a:off x="4324350" y="32575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3" name="">
            <a:extLst xmlns:a="http://schemas.openxmlformats.org/drawingml/2006/main">
              <a:ext uri="{FF2B5EF4-FFF2-40B4-BE49-F238E27FC236}">
                <a16:creationId xmlns:a16="http://schemas.microsoft.com/office/drawing/2014/main" id="{7EB644F6-9D40-453D-8AE0-420C25081E7F}"/>
              </a:ext>
            </a:extLst>
          </p:cNvPr>
          <p:cNvSpPr>
            <a:spLocks xmlns:a="http://schemas.openxmlformats.org/drawingml/2006/main" noGrp="1"/>
          </p:cNvSpPr>
          <p:nvPr/>
        </p:nvSpPr>
        <p:spPr>
          <a:xfrm xmlns:a="http://schemas.openxmlformats.org/drawingml/2006/main">
            <a:off x="7962900" y="24765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8B67FF"/>
                </a:solidFill>
              </a:defRPr>
            </a:pPr>
            <a:r>
              <a:rPr sz="1500" b="1">
                <a:solidFill>
                  <a:srgbClr val="8B67FF"/>
                </a:solidFill>
              </a:rPr>
              <a:t>Content</a:t>
            </a:r>
          </a:p>
        </p:txBody>
      </p:sp>
      <p:sp>
        <p:nvSpPr>
          <p:cNvPr id="14" name="">
            <a:extLst xmlns:a="http://schemas.openxmlformats.org/drawingml/2006/main">
              <a:ext uri="{FF2B5EF4-FFF2-40B4-BE49-F238E27FC236}">
                <a16:creationId xmlns:a16="http://schemas.microsoft.com/office/drawing/2014/main" id="{1D1B56E7-B6F2-4C84-B908-C54B0B1EF696}"/>
              </a:ext>
            </a:extLst>
          </p:cNvPr>
          <p:cNvSpPr>
            <a:spLocks xmlns:a="http://schemas.openxmlformats.org/drawingml/2006/main" noGrp="1"/>
          </p:cNvSpPr>
          <p:nvPr/>
        </p:nvSpPr>
        <p:spPr>
          <a:xfrm xmlns:a="http://schemas.openxmlformats.org/drawingml/2006/main">
            <a:off x="7962900" y="28003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Insert approved language</a:t>
            </a:r>
          </a:p>
        </p:txBody>
      </p:sp>
      <p:sp>
        <p:nvSpPr>
          <p:cNvPr id="15" name="">
            <a:extLst xmlns:a="http://schemas.openxmlformats.org/drawingml/2006/main">
              <a:ext uri="{FF2B5EF4-FFF2-40B4-BE49-F238E27FC236}">
                <a16:creationId xmlns:a16="http://schemas.microsoft.com/office/drawing/2014/main" id="{4962B2F6-CAB5-4BD1-A026-66889374300D}"/>
              </a:ext>
            </a:extLst>
          </p:cNvPr>
          <p:cNvSpPr>
            <a:spLocks xmlns:a="http://schemas.openxmlformats.org/drawingml/2006/main" noGrp="1"/>
          </p:cNvSpPr>
          <p:nvPr/>
        </p:nvSpPr>
        <p:spPr>
          <a:xfrm xmlns:a="http://schemas.openxmlformats.org/drawingml/2006/main">
            <a:off x="7962900" y="32575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6" name="">
            <a:extLst xmlns:a="http://schemas.openxmlformats.org/drawingml/2006/main">
              <a:ext uri="{FF2B5EF4-FFF2-40B4-BE49-F238E27FC236}">
                <a16:creationId xmlns:a16="http://schemas.microsoft.com/office/drawing/2014/main" id="{72437AC3-3CA9-4748-971C-7B3B54B8E2C4}"/>
              </a:ext>
            </a:extLst>
          </p:cNvPr>
          <p:cNvSpPr>
            <a:spLocks xmlns:a="http://schemas.openxmlformats.org/drawingml/2006/main" noGrp="1"/>
          </p:cNvSpPr>
          <p:nvPr/>
        </p:nvSpPr>
        <p:spPr>
          <a:xfrm xmlns:a="http://schemas.openxmlformats.org/drawingml/2006/main">
            <a:off x="685800" y="3467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8B67FF"/>
                </a:solidFill>
              </a:defRPr>
            </a:pPr>
            <a:r>
              <a:rPr sz="1500" b="1">
                <a:solidFill>
                  <a:srgbClr val="8B67FF"/>
                </a:solidFill>
              </a:rPr>
              <a:t>Packs</a:t>
            </a:r>
          </a:p>
        </p:txBody>
      </p:sp>
      <p:sp>
        <p:nvSpPr>
          <p:cNvPr id="17" name="">
            <a:extLst xmlns:a="http://schemas.openxmlformats.org/drawingml/2006/main">
              <a:ext uri="{FF2B5EF4-FFF2-40B4-BE49-F238E27FC236}">
                <a16:creationId xmlns:a16="http://schemas.microsoft.com/office/drawing/2014/main" id="{749A5051-768C-43D7-B1C8-AE0EFA7CE050}"/>
              </a:ext>
            </a:extLst>
          </p:cNvPr>
          <p:cNvSpPr>
            <a:spLocks xmlns:a="http://schemas.openxmlformats.org/drawingml/2006/main" noGrp="1"/>
          </p:cNvSpPr>
          <p:nvPr/>
        </p:nvSpPr>
        <p:spPr>
          <a:xfrm xmlns:a="http://schemas.openxmlformats.org/drawingml/2006/main">
            <a:off x="685800" y="3790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Reuse proven combinations</a:t>
            </a:r>
          </a:p>
        </p:txBody>
      </p:sp>
      <p:sp>
        <p:nvSpPr>
          <p:cNvPr id="18" name="">
            <a:extLst xmlns:a="http://schemas.openxmlformats.org/drawingml/2006/main">
              <a:ext uri="{FF2B5EF4-FFF2-40B4-BE49-F238E27FC236}">
                <a16:creationId xmlns:a16="http://schemas.microsoft.com/office/drawing/2014/main" id="{D43D3AC4-7929-405E-AE70-1F45B5BD9CD6}"/>
              </a:ext>
            </a:extLst>
          </p:cNvPr>
          <p:cNvSpPr>
            <a:spLocks xmlns:a="http://schemas.openxmlformats.org/drawingml/2006/main" noGrp="1"/>
          </p:cNvSpPr>
          <p:nvPr/>
        </p:nvSpPr>
        <p:spPr>
          <a:xfrm xmlns:a="http://schemas.openxmlformats.org/drawingml/2006/main">
            <a:off x="685800" y="42481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9" name="">
            <a:extLst xmlns:a="http://schemas.openxmlformats.org/drawingml/2006/main">
              <a:ext uri="{FF2B5EF4-FFF2-40B4-BE49-F238E27FC236}">
                <a16:creationId xmlns:a16="http://schemas.microsoft.com/office/drawing/2014/main" id="{ADE4D8A1-AA52-4939-9FE5-D4C8F34BA829}"/>
              </a:ext>
            </a:extLst>
          </p:cNvPr>
          <p:cNvSpPr>
            <a:spLocks xmlns:a="http://schemas.openxmlformats.org/drawingml/2006/main" noGrp="1"/>
          </p:cNvSpPr>
          <p:nvPr/>
        </p:nvSpPr>
        <p:spPr>
          <a:xfrm xmlns:a="http://schemas.openxmlformats.org/drawingml/2006/main">
            <a:off x="4324350" y="3467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0C7D9"/>
                </a:solidFill>
              </a:defRPr>
            </a:pPr>
            <a:r>
              <a:rPr sz="1500" b="1">
                <a:solidFill>
                  <a:srgbClr val="20C7D9"/>
                </a:solidFill>
              </a:rPr>
              <a:t>Text</a:t>
            </a:r>
          </a:p>
        </p:txBody>
      </p:sp>
      <p:sp>
        <p:nvSpPr>
          <p:cNvPr id="20" name="">
            <a:extLst xmlns:a="http://schemas.openxmlformats.org/drawingml/2006/main">
              <a:ext uri="{FF2B5EF4-FFF2-40B4-BE49-F238E27FC236}">
                <a16:creationId xmlns:a16="http://schemas.microsoft.com/office/drawing/2014/main" id="{EDC6A92B-1F22-465F-968D-F207A72FA8B6}"/>
              </a:ext>
            </a:extLst>
          </p:cNvPr>
          <p:cNvSpPr>
            <a:spLocks xmlns:a="http://schemas.openxmlformats.org/drawingml/2006/main" noGrp="1"/>
          </p:cNvSpPr>
          <p:nvPr/>
        </p:nvSpPr>
        <p:spPr>
          <a:xfrm xmlns:a="http://schemas.openxmlformats.org/drawingml/2006/main">
            <a:off x="4324350" y="3790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Add structured content</a:t>
            </a:r>
          </a:p>
        </p:txBody>
      </p:sp>
      <p:sp>
        <p:nvSpPr>
          <p:cNvPr id="21" name="">
            <a:extLst xmlns:a="http://schemas.openxmlformats.org/drawingml/2006/main">
              <a:ext uri="{FF2B5EF4-FFF2-40B4-BE49-F238E27FC236}">
                <a16:creationId xmlns:a16="http://schemas.microsoft.com/office/drawing/2014/main" id="{F7D3BD2E-A19B-4CA4-846A-8B39BB0A2E2B}"/>
              </a:ext>
            </a:extLst>
          </p:cNvPr>
          <p:cNvSpPr>
            <a:spLocks xmlns:a="http://schemas.openxmlformats.org/drawingml/2006/main" noGrp="1"/>
          </p:cNvSpPr>
          <p:nvPr/>
        </p:nvSpPr>
        <p:spPr>
          <a:xfrm xmlns:a="http://schemas.openxmlformats.org/drawingml/2006/main">
            <a:off x="4324350" y="42481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2" name="">
            <a:extLst xmlns:a="http://schemas.openxmlformats.org/drawingml/2006/main">
              <a:ext uri="{FF2B5EF4-FFF2-40B4-BE49-F238E27FC236}">
                <a16:creationId xmlns:a16="http://schemas.microsoft.com/office/drawing/2014/main" id="{B7EC8A62-B46E-4A90-B0D9-833BFE84B5D1}"/>
              </a:ext>
            </a:extLst>
          </p:cNvPr>
          <p:cNvSpPr>
            <a:spLocks xmlns:a="http://schemas.openxmlformats.org/drawingml/2006/main" noGrp="1"/>
          </p:cNvSpPr>
          <p:nvPr/>
        </p:nvSpPr>
        <p:spPr>
          <a:xfrm xmlns:a="http://schemas.openxmlformats.org/drawingml/2006/main">
            <a:off x="7962900" y="3467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8B67FF"/>
                </a:solidFill>
              </a:defRPr>
            </a:pPr>
            <a:r>
              <a:rPr sz="1500" b="1">
                <a:solidFill>
                  <a:srgbClr val="8B67FF"/>
                </a:solidFill>
              </a:rPr>
              <a:t>Sections</a:t>
            </a:r>
          </a:p>
        </p:txBody>
      </p:sp>
      <p:sp>
        <p:nvSpPr>
          <p:cNvPr id="23" name="">
            <a:extLst xmlns:a="http://schemas.openxmlformats.org/drawingml/2006/main">
              <a:ext uri="{FF2B5EF4-FFF2-40B4-BE49-F238E27FC236}">
                <a16:creationId xmlns:a16="http://schemas.microsoft.com/office/drawing/2014/main" id="{2A7D100D-05B8-4012-8193-DFB4737704CD}"/>
              </a:ext>
            </a:extLst>
          </p:cNvPr>
          <p:cNvSpPr>
            <a:spLocks xmlns:a="http://schemas.openxmlformats.org/drawingml/2006/main" noGrp="1"/>
          </p:cNvSpPr>
          <p:nvPr/>
        </p:nvSpPr>
        <p:spPr>
          <a:xfrm xmlns:a="http://schemas.openxmlformats.org/drawingml/2006/main">
            <a:off x="7962900" y="3790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Organize the report</a:t>
            </a:r>
          </a:p>
        </p:txBody>
      </p:sp>
      <p:sp>
        <p:nvSpPr>
          <p:cNvPr id="24" name="">
            <a:extLst xmlns:a="http://schemas.openxmlformats.org/drawingml/2006/main">
              <a:ext uri="{FF2B5EF4-FFF2-40B4-BE49-F238E27FC236}">
                <a16:creationId xmlns:a16="http://schemas.microsoft.com/office/drawing/2014/main" id="{666DAEE3-CA4A-421D-BE6E-36CEFF531CBC}"/>
              </a:ext>
            </a:extLst>
          </p:cNvPr>
          <p:cNvSpPr>
            <a:spLocks xmlns:a="http://schemas.openxmlformats.org/drawingml/2006/main" noGrp="1"/>
          </p:cNvSpPr>
          <p:nvPr/>
        </p:nvSpPr>
        <p:spPr>
          <a:xfrm xmlns:a="http://schemas.openxmlformats.org/drawingml/2006/main">
            <a:off x="7962900" y="42481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5" name="">
            <a:extLst xmlns:a="http://schemas.openxmlformats.org/drawingml/2006/main">
              <a:ext uri="{FF2B5EF4-FFF2-40B4-BE49-F238E27FC236}">
                <a16:creationId xmlns:a16="http://schemas.microsoft.com/office/drawing/2014/main" id="{B0CA5753-593A-49B3-ACA8-5D935FFEA0A3}"/>
              </a:ext>
            </a:extLst>
          </p:cNvPr>
          <p:cNvSpPr>
            <a:spLocks xmlns:a="http://schemas.openxmlformats.org/drawingml/2006/main" noGrp="1"/>
          </p:cNvSpPr>
          <p:nvPr/>
        </p:nvSpPr>
        <p:spPr>
          <a:xfrm xmlns:a="http://schemas.openxmlformats.org/drawingml/2006/main">
            <a:off x="685800" y="4457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8B67FF"/>
                </a:solidFill>
              </a:defRPr>
            </a:pPr>
            <a:r>
              <a:rPr sz="1500" b="1">
                <a:solidFill>
                  <a:srgbClr val="8B67FF"/>
                </a:solidFill>
              </a:rPr>
              <a:t>Data Fields</a:t>
            </a:r>
          </a:p>
        </p:txBody>
      </p:sp>
      <p:sp>
        <p:nvSpPr>
          <p:cNvPr id="26" name="">
            <a:extLst xmlns:a="http://schemas.openxmlformats.org/drawingml/2006/main">
              <a:ext uri="{FF2B5EF4-FFF2-40B4-BE49-F238E27FC236}">
                <a16:creationId xmlns:a16="http://schemas.microsoft.com/office/drawing/2014/main" id="{07CF0671-1A1B-453E-9664-CC3AE14DDA44}"/>
              </a:ext>
            </a:extLst>
          </p:cNvPr>
          <p:cNvSpPr>
            <a:spLocks xmlns:a="http://schemas.openxmlformats.org/drawingml/2006/main" noGrp="1"/>
          </p:cNvSpPr>
          <p:nvPr/>
        </p:nvSpPr>
        <p:spPr>
          <a:xfrm xmlns:a="http://schemas.openxmlformats.org/drawingml/2006/main">
            <a:off x="685800" y="47815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Insert ready-made business inputs</a:t>
            </a:r>
          </a:p>
        </p:txBody>
      </p:sp>
      <p:sp>
        <p:nvSpPr>
          <p:cNvPr id="27" name="">
            <a:extLst xmlns:a="http://schemas.openxmlformats.org/drawingml/2006/main">
              <a:ext uri="{FF2B5EF4-FFF2-40B4-BE49-F238E27FC236}">
                <a16:creationId xmlns:a16="http://schemas.microsoft.com/office/drawing/2014/main" id="{50B43194-C6CA-425B-80DA-EF2420B19DC2}"/>
              </a:ext>
            </a:extLst>
          </p:cNvPr>
          <p:cNvSpPr>
            <a:spLocks xmlns:a="http://schemas.openxmlformats.org/drawingml/2006/main" noGrp="1"/>
          </p:cNvSpPr>
          <p:nvPr/>
        </p:nvSpPr>
        <p:spPr>
          <a:xfrm xmlns:a="http://schemas.openxmlformats.org/drawingml/2006/main">
            <a:off x="685800" y="52387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8" name="">
            <a:extLst xmlns:a="http://schemas.openxmlformats.org/drawingml/2006/main">
              <a:ext uri="{FF2B5EF4-FFF2-40B4-BE49-F238E27FC236}">
                <a16:creationId xmlns:a16="http://schemas.microsoft.com/office/drawing/2014/main" id="{0CA4B3F3-2FAC-4405-8B1D-267D5024D778}"/>
              </a:ext>
            </a:extLst>
          </p:cNvPr>
          <p:cNvSpPr>
            <a:spLocks xmlns:a="http://schemas.openxmlformats.org/drawingml/2006/main" noGrp="1"/>
          </p:cNvSpPr>
          <p:nvPr/>
        </p:nvSpPr>
        <p:spPr>
          <a:xfrm xmlns:a="http://schemas.openxmlformats.org/drawingml/2006/main">
            <a:off x="4324350" y="4457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0C7D9"/>
                </a:solidFill>
              </a:defRPr>
            </a:pPr>
            <a:r>
              <a:rPr sz="1500" b="1">
                <a:solidFill>
                  <a:srgbClr val="20C7D9"/>
                </a:solidFill>
              </a:rPr>
              <a:t>Themes</a:t>
            </a:r>
          </a:p>
        </p:txBody>
      </p:sp>
      <p:sp>
        <p:nvSpPr>
          <p:cNvPr id="29" name="">
            <a:extLst xmlns:a="http://schemas.openxmlformats.org/drawingml/2006/main">
              <a:ext uri="{FF2B5EF4-FFF2-40B4-BE49-F238E27FC236}">
                <a16:creationId xmlns:a16="http://schemas.microsoft.com/office/drawing/2014/main" id="{D85823F0-ED77-499E-A702-11C757C491D2}"/>
              </a:ext>
            </a:extLst>
          </p:cNvPr>
          <p:cNvSpPr>
            <a:spLocks xmlns:a="http://schemas.openxmlformats.org/drawingml/2006/main" noGrp="1"/>
          </p:cNvSpPr>
          <p:nvPr/>
        </p:nvSpPr>
        <p:spPr>
          <a:xfrm xmlns:a="http://schemas.openxmlformats.org/drawingml/2006/main">
            <a:off x="4324350" y="47815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Apply a consistent presentation</a:t>
            </a:r>
          </a:p>
        </p:txBody>
      </p:sp>
      <p:sp>
        <p:nvSpPr>
          <p:cNvPr id="30" name="">
            <a:extLst xmlns:a="http://schemas.openxmlformats.org/drawingml/2006/main">
              <a:ext uri="{FF2B5EF4-FFF2-40B4-BE49-F238E27FC236}">
                <a16:creationId xmlns:a16="http://schemas.microsoft.com/office/drawing/2014/main" id="{B6354BF9-5E8E-4D60-855E-3F56196B3AA4}"/>
              </a:ext>
            </a:extLst>
          </p:cNvPr>
          <p:cNvSpPr>
            <a:spLocks xmlns:a="http://schemas.openxmlformats.org/drawingml/2006/main" noGrp="1"/>
          </p:cNvSpPr>
          <p:nvPr/>
        </p:nvSpPr>
        <p:spPr>
          <a:xfrm xmlns:a="http://schemas.openxmlformats.org/drawingml/2006/main">
            <a:off x="4324350" y="52387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31" name="">
            <a:extLst xmlns:a="http://schemas.openxmlformats.org/drawingml/2006/main">
              <a:ext uri="{FF2B5EF4-FFF2-40B4-BE49-F238E27FC236}">
                <a16:creationId xmlns:a16="http://schemas.microsoft.com/office/drawing/2014/main" id="{B230139B-FB28-486E-A382-26CA0DE1A8A4}"/>
              </a:ext>
            </a:extLst>
          </p:cNvPr>
          <p:cNvSpPr>
            <a:spLocks xmlns:a="http://schemas.openxmlformats.org/drawingml/2006/main" noGrp="1"/>
          </p:cNvSpPr>
          <p:nvPr/>
        </p:nvSpPr>
        <p:spPr>
          <a:xfrm xmlns:a="http://schemas.openxmlformats.org/drawingml/2006/main">
            <a:off x="7962900" y="4457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9A23B"/>
                </a:solidFill>
              </a:defRPr>
            </a:pPr>
            <a:r>
              <a:rPr sz="1500" b="1">
                <a:solidFill>
                  <a:srgbClr val="E9A23B"/>
                </a:solidFill>
              </a:rPr>
              <a:t>Workflow</a:t>
            </a:r>
          </a:p>
        </p:txBody>
      </p:sp>
      <p:sp>
        <p:nvSpPr>
          <p:cNvPr id="32" name="">
            <a:extLst xmlns:a="http://schemas.openxmlformats.org/drawingml/2006/main">
              <a:ext uri="{FF2B5EF4-FFF2-40B4-BE49-F238E27FC236}">
                <a16:creationId xmlns:a16="http://schemas.microsoft.com/office/drawing/2014/main" id="{487DB637-1191-4378-9BA4-88C12982BB9C}"/>
              </a:ext>
            </a:extLst>
          </p:cNvPr>
          <p:cNvSpPr>
            <a:spLocks xmlns:a="http://schemas.openxmlformats.org/drawingml/2006/main" noGrp="1"/>
          </p:cNvSpPr>
          <p:nvPr/>
        </p:nvSpPr>
        <p:spPr>
          <a:xfrm xmlns:a="http://schemas.openxmlformats.org/drawingml/2006/main">
            <a:off x="7962900" y="47815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C8CEE0"/>
                </a:solidFill>
              </a:defRPr>
            </a:pPr>
            <a:r>
              <a:rPr sz="1275" b="0">
                <a:solidFill>
                  <a:srgbClr val="C8CEE0"/>
                </a:solidFill>
              </a:rPr>
              <a:t>Design and simulate routing</a:t>
            </a:r>
          </a:p>
        </p:txBody>
      </p:sp>
      <p:sp>
        <p:nvSpPr>
          <p:cNvPr id="33" name="">
            <a:extLst xmlns:a="http://schemas.openxmlformats.org/drawingml/2006/main">
              <a:ext uri="{FF2B5EF4-FFF2-40B4-BE49-F238E27FC236}">
                <a16:creationId xmlns:a16="http://schemas.microsoft.com/office/drawing/2014/main" id="{AA327906-92C1-4DB9-A5B3-E0FFE72B65F6}"/>
              </a:ext>
            </a:extLst>
          </p:cNvPr>
          <p:cNvSpPr>
            <a:spLocks xmlns:a="http://schemas.openxmlformats.org/drawingml/2006/main" noGrp="1"/>
          </p:cNvSpPr>
          <p:nvPr/>
        </p:nvSpPr>
        <p:spPr>
          <a:xfrm xmlns:a="http://schemas.openxmlformats.org/drawingml/2006/main">
            <a:off x="7962900" y="5238750"/>
            <a:ext cx="31432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34" name="">
            <a:extLst xmlns:a="http://schemas.openxmlformats.org/drawingml/2006/main">
              <a:ext uri="{FF2B5EF4-FFF2-40B4-BE49-F238E27FC236}">
                <a16:creationId xmlns:a16="http://schemas.microsoft.com/office/drawing/2014/main" id="{B3B1FEE2-C57C-4FB2-B441-3A5F0391F596}"/>
              </a:ext>
            </a:extLst>
          </p:cNvPr>
          <p:cNvSpPr>
            <a:spLocks xmlns:a="http://schemas.openxmlformats.org/drawingml/2006/main" noGrp="1"/>
          </p:cNvSpPr>
          <p:nvPr/>
        </p:nvSpPr>
        <p:spPr>
          <a:xfrm xmlns:a="http://schemas.openxmlformats.org/drawingml/2006/main">
            <a:off x="685800" y="56197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8992AD"/>
                </a:solidFill>
              </a:defRPr>
            </a:pPr>
            <a:r>
              <a:rPr sz="1050" b="0">
                <a:solidFill>
                  <a:srgbClr val="8992AD"/>
                </a:solidFill>
              </a:rPr>
              <a:t>Current live demonstrations use WidgetFlow’s governed template and report review flow; workflow design/simulation is covered in the appendix.</a:t>
            </a:r>
          </a:p>
        </p:txBody>
      </p:sp>
    </p:spTree>
    <p:extLst>
      <p:ext uri="{BB962C8B-B14F-4D97-AF65-F5344CB8AC3E}">
        <p14:creationId xmlns:p14="http://schemas.microsoft.com/office/powerpoint/2010/main" val="518267505"/>
      </p:ext>
    </p:extLst>
  </p:cSld>
</p:sld>
</file>

<file path=ppt/slides/slide8.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84D992D-82AA-4E40-B0C2-79860D746FB7}"/>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ELEMENT SYSTEM</a:t>
            </a:r>
          </a:p>
        </p:txBody>
      </p:sp>
      <p:sp>
        <p:nvSpPr>
          <p:cNvPr id="2" name="slide-title-8">
            <a:extLst xmlns:a="http://schemas.openxmlformats.org/drawingml/2006/main">
              <a:ext uri="{FF2B5EF4-FFF2-40B4-BE49-F238E27FC236}">
                <a16:creationId xmlns:a16="http://schemas.microsoft.com/office/drawing/2014/main" id="{FF559533-70BB-49BE-A1D7-637D56152CA3}"/>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23 elements support simple and sophisticated reports</a:t>
            </a:r>
          </a:p>
        </p:txBody>
      </p:sp>
      <p:sp>
        <p:nvSpPr>
          <p:cNvPr id="3" name="">
            <a:extLst xmlns:a="http://schemas.openxmlformats.org/drawingml/2006/main">
              <a:ext uri="{FF2B5EF4-FFF2-40B4-BE49-F238E27FC236}">
                <a16:creationId xmlns:a16="http://schemas.microsoft.com/office/drawing/2014/main" id="{FD46BE59-99C9-408A-8DCF-A5DD6C79BB93}"/>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08</a:t>
            </a:r>
          </a:p>
        </p:txBody>
      </p:sp>
      <p:sp>
        <p:nvSpPr>
          <p:cNvPr id="4" name="">
            <a:extLst xmlns:a="http://schemas.openxmlformats.org/drawingml/2006/main">
              <a:ext uri="{FF2B5EF4-FFF2-40B4-BE49-F238E27FC236}">
                <a16:creationId xmlns:a16="http://schemas.microsoft.com/office/drawing/2014/main" id="{1DD32774-50E2-4674-A300-FC2C487C145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E51229EA-2F90-4064-A28D-B9767010B303}"/>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2B6E3B8E-BF3E-42F8-9B3F-51996DC5D893}"/>
              </a:ext>
            </a:extLst>
          </p:cNvPr>
          <p:cNvSpPr>
            <a:spLocks xmlns:a="http://schemas.openxmlformats.org/drawingml/2006/main" noGrp="1"/>
          </p:cNvSpPr>
          <p:nvPr/>
        </p:nvSpPr>
        <p:spPr>
          <a:xfrm xmlns:a="http://schemas.openxmlformats.org/drawingml/2006/main">
            <a:off x="781050" y="16573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INPUTS</a:t>
            </a:r>
          </a:p>
        </p:txBody>
      </p:sp>
      <p:sp>
        <p:nvSpPr>
          <p:cNvPr id="7" name="">
            <a:extLst xmlns:a="http://schemas.openxmlformats.org/drawingml/2006/main">
              <a:ext uri="{FF2B5EF4-FFF2-40B4-BE49-F238E27FC236}">
                <a16:creationId xmlns:a16="http://schemas.microsoft.com/office/drawing/2014/main" id="{4C3F98FC-9A9E-438C-84E2-4E310596E692}"/>
              </a:ext>
            </a:extLst>
          </p:cNvPr>
          <p:cNvSpPr>
            <a:spLocks xmlns:a="http://schemas.openxmlformats.org/drawingml/2006/main" noGrp="1"/>
          </p:cNvSpPr>
          <p:nvPr/>
        </p:nvSpPr>
        <p:spPr>
          <a:xfrm xmlns:a="http://schemas.openxmlformats.org/drawingml/2006/main">
            <a:off x="2428875" y="1771650"/>
            <a:ext cx="1143000" cy="0"/>
          </a:xfrm>
          <a:prstGeom xmlns:a="http://schemas.openxmlformats.org/drawingml/2006/main" prst="line">
            <a:avLst/>
          </a:prstGeom>
          <a:noFill xmlns:a="http://schemas.openxmlformats.org/drawingml/2006/main"/>
          <a:ln xmlns:a="http://schemas.openxmlformats.org/drawingml/2006/main" w="28575">
            <a:solidFill>
              <a:srgbClr val="6D3CFF"/>
            </a:solidFill>
            <a:prstDash val="solid"/>
          </a:ln>
        </p:spPr>
      </p:sp>
      <p:sp>
        <p:nvSpPr>
          <p:cNvPr id="8" name="">
            <a:extLst xmlns:a="http://schemas.openxmlformats.org/drawingml/2006/main">
              <a:ext uri="{FF2B5EF4-FFF2-40B4-BE49-F238E27FC236}">
                <a16:creationId xmlns:a16="http://schemas.microsoft.com/office/drawing/2014/main" id="{716827B2-B28C-4FF2-8E16-E6AACC45A38A}"/>
              </a:ext>
            </a:extLst>
          </p:cNvPr>
          <p:cNvSpPr>
            <a:spLocks xmlns:a="http://schemas.openxmlformats.org/drawingml/2006/main" noGrp="1"/>
          </p:cNvSpPr>
          <p:nvPr/>
        </p:nvSpPr>
        <p:spPr>
          <a:xfrm xmlns:a="http://schemas.openxmlformats.org/drawingml/2006/main">
            <a:off x="3848100" y="1628775"/>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Text, text area, number, date, date &amp; time</a:t>
            </a:r>
          </a:p>
        </p:txBody>
      </p:sp>
      <p:sp>
        <p:nvSpPr>
          <p:cNvPr id="9" name="">
            <a:extLst xmlns:a="http://schemas.openxmlformats.org/drawingml/2006/main">
              <a:ext uri="{FF2B5EF4-FFF2-40B4-BE49-F238E27FC236}">
                <a16:creationId xmlns:a16="http://schemas.microsoft.com/office/drawing/2014/main" id="{AB07FDEB-037A-4128-B828-B00502A45459}"/>
              </a:ext>
            </a:extLst>
          </p:cNvPr>
          <p:cNvSpPr>
            <a:spLocks xmlns:a="http://schemas.openxmlformats.org/drawingml/2006/main" noGrp="1"/>
          </p:cNvSpPr>
          <p:nvPr/>
        </p:nvSpPr>
        <p:spPr>
          <a:xfrm xmlns:a="http://schemas.openxmlformats.org/drawingml/2006/main">
            <a:off x="781050" y="2495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CHOICES</a:t>
            </a:r>
          </a:p>
        </p:txBody>
      </p:sp>
      <p:sp>
        <p:nvSpPr>
          <p:cNvPr id="10" name="">
            <a:extLst xmlns:a="http://schemas.openxmlformats.org/drawingml/2006/main">
              <a:ext uri="{FF2B5EF4-FFF2-40B4-BE49-F238E27FC236}">
                <a16:creationId xmlns:a16="http://schemas.microsoft.com/office/drawing/2014/main" id="{FFCCCEF3-C38A-4813-81E5-7FC4EA3B98CB}"/>
              </a:ext>
            </a:extLst>
          </p:cNvPr>
          <p:cNvSpPr>
            <a:spLocks xmlns:a="http://schemas.openxmlformats.org/drawingml/2006/main" noGrp="1"/>
          </p:cNvSpPr>
          <p:nvPr/>
        </p:nvSpPr>
        <p:spPr>
          <a:xfrm xmlns:a="http://schemas.openxmlformats.org/drawingml/2006/main">
            <a:off x="2428875" y="2609850"/>
            <a:ext cx="1143000" cy="0"/>
          </a:xfrm>
          <a:prstGeom xmlns:a="http://schemas.openxmlformats.org/drawingml/2006/main" prst="line">
            <a:avLst/>
          </a:prstGeom>
          <a:noFill xmlns:a="http://schemas.openxmlformats.org/drawingml/2006/main"/>
          <a:ln xmlns:a="http://schemas.openxmlformats.org/drawingml/2006/main" w="28575">
            <a:solidFill>
              <a:srgbClr val="20C7D9"/>
            </a:solidFill>
            <a:prstDash val="solid"/>
          </a:ln>
        </p:spPr>
      </p:sp>
      <p:sp>
        <p:nvSpPr>
          <p:cNvPr id="11" name="">
            <a:extLst xmlns:a="http://schemas.openxmlformats.org/drawingml/2006/main">
              <a:ext uri="{FF2B5EF4-FFF2-40B4-BE49-F238E27FC236}">
                <a16:creationId xmlns:a16="http://schemas.microsoft.com/office/drawing/2014/main" id="{32985841-1767-4A1D-9CE1-E3E1F7793021}"/>
              </a:ext>
            </a:extLst>
          </p:cNvPr>
          <p:cNvSpPr>
            <a:spLocks xmlns:a="http://schemas.openxmlformats.org/drawingml/2006/main" noGrp="1"/>
          </p:cNvSpPr>
          <p:nvPr/>
        </p:nvSpPr>
        <p:spPr>
          <a:xfrm xmlns:a="http://schemas.openxmlformats.org/drawingml/2006/main">
            <a:off x="3848100" y="2466975"/>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Select, checkbox, radio, rating, acknowledgement</a:t>
            </a:r>
          </a:p>
        </p:txBody>
      </p:sp>
      <p:sp>
        <p:nvSpPr>
          <p:cNvPr id="12" name="">
            <a:extLst xmlns:a="http://schemas.openxmlformats.org/drawingml/2006/main">
              <a:ext uri="{FF2B5EF4-FFF2-40B4-BE49-F238E27FC236}">
                <a16:creationId xmlns:a16="http://schemas.microsoft.com/office/drawing/2014/main" id="{8123147E-912F-45BE-A0FA-257F1EA94F99}"/>
              </a:ext>
            </a:extLst>
          </p:cNvPr>
          <p:cNvSpPr>
            <a:spLocks xmlns:a="http://schemas.openxmlformats.org/drawingml/2006/main" noGrp="1"/>
          </p:cNvSpPr>
          <p:nvPr/>
        </p:nvSpPr>
        <p:spPr>
          <a:xfrm xmlns:a="http://schemas.openxmlformats.org/drawingml/2006/main">
            <a:off x="781050" y="3333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A673"/>
                </a:solidFill>
              </a:defRPr>
            </a:pPr>
            <a:r>
              <a:rPr sz="1125" b="1">
                <a:solidFill>
                  <a:srgbClr val="17A673"/>
                </a:solidFill>
              </a:rPr>
              <a:t>FINANCIAL</a:t>
            </a:r>
          </a:p>
        </p:txBody>
      </p:sp>
      <p:sp>
        <p:nvSpPr>
          <p:cNvPr id="13" name="">
            <a:extLst xmlns:a="http://schemas.openxmlformats.org/drawingml/2006/main">
              <a:ext uri="{FF2B5EF4-FFF2-40B4-BE49-F238E27FC236}">
                <a16:creationId xmlns:a16="http://schemas.microsoft.com/office/drawing/2014/main" id="{A03BF569-5BE9-414D-A0B8-1D01880F3B2B}"/>
              </a:ext>
            </a:extLst>
          </p:cNvPr>
          <p:cNvSpPr>
            <a:spLocks xmlns:a="http://schemas.openxmlformats.org/drawingml/2006/main" noGrp="1"/>
          </p:cNvSpPr>
          <p:nvPr/>
        </p:nvSpPr>
        <p:spPr>
          <a:xfrm xmlns:a="http://schemas.openxmlformats.org/drawingml/2006/main">
            <a:off x="2428875" y="3448050"/>
            <a:ext cx="1143000" cy="0"/>
          </a:xfrm>
          <a:prstGeom xmlns:a="http://schemas.openxmlformats.org/drawingml/2006/main" prst="line">
            <a:avLst/>
          </a:prstGeom>
          <a:noFill xmlns:a="http://schemas.openxmlformats.org/drawingml/2006/main"/>
          <a:ln xmlns:a="http://schemas.openxmlformats.org/drawingml/2006/main" w="28575">
            <a:solidFill>
              <a:srgbClr val="17A673"/>
            </a:solidFill>
            <a:prstDash val="solid"/>
          </a:ln>
        </p:spPr>
      </p:sp>
      <p:sp>
        <p:nvSpPr>
          <p:cNvPr id="14" name="">
            <a:extLst xmlns:a="http://schemas.openxmlformats.org/drawingml/2006/main">
              <a:ext uri="{FF2B5EF4-FFF2-40B4-BE49-F238E27FC236}">
                <a16:creationId xmlns:a16="http://schemas.microsoft.com/office/drawing/2014/main" id="{E17354E0-14B7-4A65-A42D-DD33722445B0}"/>
              </a:ext>
            </a:extLst>
          </p:cNvPr>
          <p:cNvSpPr>
            <a:spLocks xmlns:a="http://schemas.openxmlformats.org/drawingml/2006/main" noGrp="1"/>
          </p:cNvSpPr>
          <p:nvPr/>
        </p:nvSpPr>
        <p:spPr>
          <a:xfrm xmlns:a="http://schemas.openxmlformats.org/drawingml/2006/main">
            <a:off x="3848100" y="3305175"/>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Currency and percentage</a:t>
            </a:r>
          </a:p>
        </p:txBody>
      </p:sp>
      <p:sp>
        <p:nvSpPr>
          <p:cNvPr id="15" name="">
            <a:extLst xmlns:a="http://schemas.openxmlformats.org/drawingml/2006/main">
              <a:ext uri="{FF2B5EF4-FFF2-40B4-BE49-F238E27FC236}">
                <a16:creationId xmlns:a16="http://schemas.microsoft.com/office/drawing/2014/main" id="{E6BFD767-CFA6-441C-B990-98FFFC936F6B}"/>
              </a:ext>
            </a:extLst>
          </p:cNvPr>
          <p:cNvSpPr>
            <a:spLocks xmlns:a="http://schemas.openxmlformats.org/drawingml/2006/main" noGrp="1"/>
          </p:cNvSpPr>
          <p:nvPr/>
        </p:nvSpPr>
        <p:spPr>
          <a:xfrm xmlns:a="http://schemas.openxmlformats.org/drawingml/2006/main">
            <a:off x="781050" y="41719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9A23B"/>
                </a:solidFill>
              </a:defRPr>
            </a:pPr>
            <a:r>
              <a:rPr sz="1125" b="1">
                <a:solidFill>
                  <a:srgbClr val="E9A23B"/>
                </a:solidFill>
              </a:rPr>
              <a:t>LAYOUT</a:t>
            </a:r>
          </a:p>
        </p:txBody>
      </p:sp>
      <p:sp>
        <p:nvSpPr>
          <p:cNvPr id="16" name="">
            <a:extLst xmlns:a="http://schemas.openxmlformats.org/drawingml/2006/main">
              <a:ext uri="{FF2B5EF4-FFF2-40B4-BE49-F238E27FC236}">
                <a16:creationId xmlns:a16="http://schemas.microsoft.com/office/drawing/2014/main" id="{12F403A2-3290-414D-86DE-7A3593251388}"/>
              </a:ext>
            </a:extLst>
          </p:cNvPr>
          <p:cNvSpPr>
            <a:spLocks xmlns:a="http://schemas.openxmlformats.org/drawingml/2006/main" noGrp="1"/>
          </p:cNvSpPr>
          <p:nvPr/>
        </p:nvSpPr>
        <p:spPr>
          <a:xfrm xmlns:a="http://schemas.openxmlformats.org/drawingml/2006/main">
            <a:off x="2428875" y="4286250"/>
            <a:ext cx="1143000" cy="0"/>
          </a:xfrm>
          <a:prstGeom xmlns:a="http://schemas.openxmlformats.org/drawingml/2006/main" prst="line">
            <a:avLst/>
          </a:prstGeom>
          <a:noFill xmlns:a="http://schemas.openxmlformats.org/drawingml/2006/main"/>
          <a:ln xmlns:a="http://schemas.openxmlformats.org/drawingml/2006/main" w="28575">
            <a:solidFill>
              <a:srgbClr val="E9A23B"/>
            </a:solidFill>
            <a:prstDash val="solid"/>
          </a:ln>
        </p:spPr>
      </p:sp>
      <p:sp>
        <p:nvSpPr>
          <p:cNvPr id="17" name="">
            <a:extLst xmlns:a="http://schemas.openxmlformats.org/drawingml/2006/main">
              <a:ext uri="{FF2B5EF4-FFF2-40B4-BE49-F238E27FC236}">
                <a16:creationId xmlns:a16="http://schemas.microsoft.com/office/drawing/2014/main" id="{09D403B2-A2A0-472A-BBF6-8DF66A3A99B2}"/>
              </a:ext>
            </a:extLst>
          </p:cNvPr>
          <p:cNvSpPr>
            <a:spLocks xmlns:a="http://schemas.openxmlformats.org/drawingml/2006/main" noGrp="1"/>
          </p:cNvSpPr>
          <p:nvPr/>
        </p:nvSpPr>
        <p:spPr>
          <a:xfrm xmlns:a="http://schemas.openxmlformats.org/drawingml/2006/main">
            <a:off x="3848100" y="4143375"/>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Heading, paragraph, divider, spacer, image, info box</a:t>
            </a:r>
          </a:p>
        </p:txBody>
      </p:sp>
      <p:sp>
        <p:nvSpPr>
          <p:cNvPr id="18" name="">
            <a:extLst xmlns:a="http://schemas.openxmlformats.org/drawingml/2006/main">
              <a:ext uri="{FF2B5EF4-FFF2-40B4-BE49-F238E27FC236}">
                <a16:creationId xmlns:a16="http://schemas.microsoft.com/office/drawing/2014/main" id="{8DDFDDE8-B2A7-48A0-999F-FD8EACFA734F}"/>
              </a:ext>
            </a:extLst>
          </p:cNvPr>
          <p:cNvSpPr>
            <a:spLocks xmlns:a="http://schemas.openxmlformats.org/drawingml/2006/main" noGrp="1"/>
          </p:cNvSpPr>
          <p:nvPr/>
        </p:nvSpPr>
        <p:spPr>
          <a:xfrm xmlns:a="http://schemas.openxmlformats.org/drawingml/2006/main">
            <a:off x="781050" y="50101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84A5C"/>
                </a:solidFill>
              </a:defRPr>
            </a:pPr>
            <a:r>
              <a:rPr sz="1125" b="1">
                <a:solidFill>
                  <a:srgbClr val="D84A5C"/>
                </a:solidFill>
              </a:rPr>
              <a:t>ADVANCED</a:t>
            </a:r>
          </a:p>
        </p:txBody>
      </p:sp>
      <p:sp>
        <p:nvSpPr>
          <p:cNvPr id="19" name="">
            <a:extLst xmlns:a="http://schemas.openxmlformats.org/drawingml/2006/main">
              <a:ext uri="{FF2B5EF4-FFF2-40B4-BE49-F238E27FC236}">
                <a16:creationId xmlns:a16="http://schemas.microsoft.com/office/drawing/2014/main" id="{F86A1775-5530-4899-AF16-F03A8592E280}"/>
              </a:ext>
            </a:extLst>
          </p:cNvPr>
          <p:cNvSpPr>
            <a:spLocks xmlns:a="http://schemas.openxmlformats.org/drawingml/2006/main" noGrp="1"/>
          </p:cNvSpPr>
          <p:nvPr/>
        </p:nvSpPr>
        <p:spPr>
          <a:xfrm xmlns:a="http://schemas.openxmlformats.org/drawingml/2006/main">
            <a:off x="2428875" y="5124450"/>
            <a:ext cx="1143000" cy="0"/>
          </a:xfrm>
          <a:prstGeom xmlns:a="http://schemas.openxmlformats.org/drawingml/2006/main" prst="line">
            <a:avLst/>
          </a:prstGeom>
          <a:noFill xmlns:a="http://schemas.openxmlformats.org/drawingml/2006/main"/>
          <a:ln xmlns:a="http://schemas.openxmlformats.org/drawingml/2006/main" w="28575">
            <a:solidFill>
              <a:srgbClr val="D84A5C"/>
            </a:solidFill>
            <a:prstDash val="solid"/>
          </a:ln>
        </p:spPr>
      </p:sp>
      <p:sp>
        <p:nvSpPr>
          <p:cNvPr id="20" name="">
            <a:extLst xmlns:a="http://schemas.openxmlformats.org/drawingml/2006/main">
              <a:ext uri="{FF2B5EF4-FFF2-40B4-BE49-F238E27FC236}">
                <a16:creationId xmlns:a16="http://schemas.microsoft.com/office/drawing/2014/main" id="{632E8B63-A095-4A94-941E-2DF8F2BC4FD6}"/>
              </a:ext>
            </a:extLst>
          </p:cNvPr>
          <p:cNvSpPr>
            <a:spLocks xmlns:a="http://schemas.openxmlformats.org/drawingml/2006/main" noGrp="1"/>
          </p:cNvSpPr>
          <p:nvPr/>
        </p:nvSpPr>
        <p:spPr>
          <a:xfrm xmlns:a="http://schemas.openxmlformats.org/drawingml/2006/main">
            <a:off x="3848100" y="4981575"/>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File, signature, table, repeating group and KPI</a:t>
            </a:r>
          </a:p>
        </p:txBody>
      </p:sp>
      <p:sp>
        <p:nvSpPr>
          <p:cNvPr id="21" name="">
            <a:extLst xmlns:a="http://schemas.openxmlformats.org/drawingml/2006/main">
              <a:ext uri="{FF2B5EF4-FFF2-40B4-BE49-F238E27FC236}">
                <a16:creationId xmlns:a16="http://schemas.microsoft.com/office/drawing/2014/main" id="{593EA4C0-2E7C-46EC-A7C7-C22C929173B9}"/>
              </a:ext>
            </a:extLst>
          </p:cNvPr>
          <p:cNvSpPr>
            <a:spLocks xmlns:a="http://schemas.openxmlformats.org/drawingml/2006/main" noGrp="1"/>
          </p:cNvSpPr>
          <p:nvPr/>
        </p:nvSpPr>
        <p:spPr>
          <a:xfrm xmlns:a="http://schemas.openxmlformats.org/drawingml/2006/main">
            <a:off x="781050" y="59055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44054"/>
                </a:solidFill>
              </a:defRPr>
            </a:pPr>
            <a:r>
              <a:rPr sz="1500" b="0">
                <a:solidFill>
                  <a:srgbClr val="344054"/>
                </a:solidFill>
              </a:rPr>
              <a:t>Administrators decide which elements are available for future template creation.</a:t>
            </a:r>
          </a:p>
        </p:txBody>
      </p:sp>
    </p:spTree>
    <p:extLst>
      <p:ext uri="{BB962C8B-B14F-4D97-AF65-F5344CB8AC3E}">
        <p14:creationId xmlns:p14="http://schemas.microsoft.com/office/powerpoint/2010/main" val="563167883"/>
      </p:ext>
    </p:extLst>
  </p:cSld>
</p:sld>
</file>

<file path=ppt/slides/slide9.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1FA3CA8-2FE2-46BA-8264-93BDBE1C29C2}"/>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CONTENT LIBRARY VS DATA FIELDS</a:t>
            </a:r>
          </a:p>
        </p:txBody>
      </p:sp>
      <p:sp>
        <p:nvSpPr>
          <p:cNvPr id="2" name="slide-title-9">
            <a:extLst xmlns:a="http://schemas.openxmlformats.org/drawingml/2006/main">
              <a:ext uri="{FF2B5EF4-FFF2-40B4-BE49-F238E27FC236}">
                <a16:creationId xmlns:a16="http://schemas.microsoft.com/office/drawing/2014/main" id="{E3E9B6C5-7190-4C8E-B385-0ABFD7B47866}"/>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Approved language and report data serve different jobs</a:t>
            </a:r>
          </a:p>
        </p:txBody>
      </p:sp>
      <p:sp>
        <p:nvSpPr>
          <p:cNvPr id="3" name="">
            <a:extLst xmlns:a="http://schemas.openxmlformats.org/drawingml/2006/main">
              <a:ext uri="{FF2B5EF4-FFF2-40B4-BE49-F238E27FC236}">
                <a16:creationId xmlns:a16="http://schemas.microsoft.com/office/drawing/2014/main" id="{63FEF585-D0AE-4A1D-A2C7-CA239F919F27}"/>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09</a:t>
            </a:r>
          </a:p>
        </p:txBody>
      </p:sp>
      <p:sp>
        <p:nvSpPr>
          <p:cNvPr id="4" name="">
            <a:extLst xmlns:a="http://schemas.openxmlformats.org/drawingml/2006/main">
              <a:ext uri="{FF2B5EF4-FFF2-40B4-BE49-F238E27FC236}">
                <a16:creationId xmlns:a16="http://schemas.microsoft.com/office/drawing/2014/main" id="{3D929A23-D6AF-44C5-A9E2-0E904229D88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2A6374BC-A564-40ED-BE81-B0DB4D823F99}"/>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942DE9A0-A02D-4DB0-B9D8-DC1A632FE280}"/>
              </a:ext>
            </a:extLst>
          </p:cNvPr>
          <p:cNvSpPr>
            <a:spLocks xmlns:a="http://schemas.openxmlformats.org/drawingml/2006/main" noGrp="1"/>
          </p:cNvSpPr>
          <p:nvPr/>
        </p:nvSpPr>
        <p:spPr>
          <a:xfrm xmlns:a="http://schemas.openxmlformats.org/drawingml/2006/main">
            <a:off x="762000" y="1714500"/>
            <a:ext cx="4762500" cy="3905250"/>
          </a:xfrm>
          <a:prstGeom xmlns:a="http://schemas.openxmlformats.org/drawingml/2006/main" prst="roundRect">
            <a:avLst>
              <a:gd name="adj" fmla="val 5366"/>
            </a:avLst>
          </a:prstGeom>
          <a:solidFill xmlns:a="http://schemas.openxmlformats.org/drawingml/2006/main">
            <a:srgbClr val="EEE9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C6E966-4F1A-4C41-83A9-FAB80E02C270}"/>
              </a:ext>
            </a:extLst>
          </p:cNvPr>
          <p:cNvSpPr>
            <a:spLocks xmlns:a="http://schemas.openxmlformats.org/drawingml/2006/main" noGrp="1"/>
          </p:cNvSpPr>
          <p:nvPr/>
        </p:nvSpPr>
        <p:spPr>
          <a:xfrm xmlns:a="http://schemas.openxmlformats.org/drawingml/2006/main">
            <a:off x="1028700" y="1981200"/>
            <a:ext cx="422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B1020"/>
                </a:solidFill>
              </a:defRPr>
            </a:pPr>
            <a:r>
              <a:rPr sz="2100" b="1">
                <a:solidFill>
                  <a:srgbClr val="0B1020"/>
                </a:solidFill>
              </a:rPr>
              <a:t>CONTENT LIBRARY</a:t>
            </a:r>
          </a:p>
        </p:txBody>
      </p:sp>
      <p:sp>
        <p:nvSpPr>
          <p:cNvPr id="8" name="">
            <a:extLst xmlns:a="http://schemas.openxmlformats.org/drawingml/2006/main">
              <a:ext uri="{FF2B5EF4-FFF2-40B4-BE49-F238E27FC236}">
                <a16:creationId xmlns:a16="http://schemas.microsoft.com/office/drawing/2014/main" id="{7BB5E5D8-7CC1-472E-98C8-47900A9484A9}"/>
              </a:ext>
            </a:extLst>
          </p:cNvPr>
          <p:cNvSpPr>
            <a:spLocks xmlns:a="http://schemas.openxmlformats.org/drawingml/2006/main" noGrp="1"/>
          </p:cNvSpPr>
          <p:nvPr/>
        </p:nvSpPr>
        <p:spPr>
          <a:xfrm xmlns:a="http://schemas.openxmlformats.org/drawingml/2006/main">
            <a:off x="1028700" y="24574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Reusable organization-approved wording.</a:t>
            </a:r>
          </a:p>
        </p:txBody>
      </p:sp>
      <p:sp>
        <p:nvSpPr>
          <p:cNvPr id="9" name="">
            <a:extLst xmlns:a="http://schemas.openxmlformats.org/drawingml/2006/main">
              <a:ext uri="{FF2B5EF4-FFF2-40B4-BE49-F238E27FC236}">
                <a16:creationId xmlns:a16="http://schemas.microsoft.com/office/drawing/2014/main" id="{0994C4C6-FCB6-4E3D-B35A-4175FF0F22A6}"/>
              </a:ext>
            </a:extLst>
          </p:cNvPr>
          <p:cNvSpPr>
            <a:spLocks xmlns:a="http://schemas.openxmlformats.org/drawingml/2006/main" noGrp="1"/>
          </p:cNvSpPr>
          <p:nvPr/>
        </p:nvSpPr>
        <p:spPr>
          <a:xfrm xmlns:a="http://schemas.openxmlformats.org/drawingml/2006/main">
            <a:off x="1028700" y="3086100"/>
            <a:ext cx="4229100" cy="0"/>
          </a:xfrm>
          <a:prstGeom xmlns:a="http://schemas.openxmlformats.org/drawingml/2006/main" prst="line">
            <a:avLst/>
          </a:prstGeom>
          <a:noFill xmlns:a="http://schemas.openxmlformats.org/drawingml/2006/main"/>
          <a:ln xmlns:a="http://schemas.openxmlformats.org/drawingml/2006/main" w="28575">
            <a:solidFill>
              <a:srgbClr val="6D3CFF"/>
            </a:solidFill>
            <a:prstDash val="solid"/>
          </a:ln>
        </p:spPr>
      </p:sp>
      <p:sp>
        <p:nvSpPr>
          <p:cNvPr id="10" name="">
            <a:extLst xmlns:a="http://schemas.openxmlformats.org/drawingml/2006/main">
              <a:ext uri="{FF2B5EF4-FFF2-40B4-BE49-F238E27FC236}">
                <a16:creationId xmlns:a16="http://schemas.microsoft.com/office/drawing/2014/main" id="{22B20BA5-577E-4959-8CA9-765183651409}"/>
              </a:ext>
            </a:extLst>
          </p:cNvPr>
          <p:cNvSpPr>
            <a:spLocks xmlns:a="http://schemas.openxmlformats.org/drawingml/2006/main" noGrp="1"/>
          </p:cNvSpPr>
          <p:nvPr/>
        </p:nvSpPr>
        <p:spPr>
          <a:xfrm xmlns:a="http://schemas.openxmlformats.org/drawingml/2006/main">
            <a:off x="1047750" y="3429000"/>
            <a:ext cx="95250" cy="952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1" name="">
            <a:extLst xmlns:a="http://schemas.openxmlformats.org/drawingml/2006/main">
              <a:ext uri="{FF2B5EF4-FFF2-40B4-BE49-F238E27FC236}">
                <a16:creationId xmlns:a16="http://schemas.microsoft.com/office/drawing/2014/main" id="{1FCBE046-3B34-4220-ABCD-DD305DED2982}"/>
              </a:ext>
            </a:extLst>
          </p:cNvPr>
          <p:cNvSpPr>
            <a:spLocks xmlns:a="http://schemas.openxmlformats.org/drawingml/2006/main" noGrp="1"/>
          </p:cNvSpPr>
          <p:nvPr/>
        </p:nvSpPr>
        <p:spPr>
          <a:xfrm xmlns:a="http://schemas.openxmlformats.org/drawingml/2006/main">
            <a:off x="1257300" y="33528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020"/>
                </a:solidFill>
              </a:defRPr>
            </a:pPr>
            <a:r>
              <a:rPr sz="1350" b="1">
                <a:solidFill>
                  <a:srgbClr val="0B1020"/>
                </a:solidFill>
              </a:rPr>
              <a:t>Headings and standard text</a:t>
            </a:r>
          </a:p>
        </p:txBody>
      </p:sp>
      <p:sp>
        <p:nvSpPr>
          <p:cNvPr id="12" name="">
            <a:extLst xmlns:a="http://schemas.openxmlformats.org/drawingml/2006/main">
              <a:ext uri="{FF2B5EF4-FFF2-40B4-BE49-F238E27FC236}">
                <a16:creationId xmlns:a16="http://schemas.microsoft.com/office/drawing/2014/main" id="{78D95816-6DAC-42F9-93E3-D487392F48E5}"/>
              </a:ext>
            </a:extLst>
          </p:cNvPr>
          <p:cNvSpPr>
            <a:spLocks xmlns:a="http://schemas.openxmlformats.org/drawingml/2006/main" noGrp="1"/>
          </p:cNvSpPr>
          <p:nvPr/>
        </p:nvSpPr>
        <p:spPr>
          <a:xfrm xmlns:a="http://schemas.openxmlformats.org/drawingml/2006/main">
            <a:off x="1047750" y="3905250"/>
            <a:ext cx="95250" cy="952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3" name="">
            <a:extLst xmlns:a="http://schemas.openxmlformats.org/drawingml/2006/main">
              <a:ext uri="{FF2B5EF4-FFF2-40B4-BE49-F238E27FC236}">
                <a16:creationId xmlns:a16="http://schemas.microsoft.com/office/drawing/2014/main" id="{369E045B-E29C-487E-89FB-DD71ED9AC1C4}"/>
              </a:ext>
            </a:extLst>
          </p:cNvPr>
          <p:cNvSpPr>
            <a:spLocks xmlns:a="http://schemas.openxmlformats.org/drawingml/2006/main" noGrp="1"/>
          </p:cNvSpPr>
          <p:nvPr/>
        </p:nvSpPr>
        <p:spPr>
          <a:xfrm xmlns:a="http://schemas.openxmlformats.org/drawingml/2006/main">
            <a:off x="1257300" y="38290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Disclaimers and instructions</a:t>
            </a:r>
          </a:p>
        </p:txBody>
      </p:sp>
      <p:sp>
        <p:nvSpPr>
          <p:cNvPr id="14" name="">
            <a:extLst xmlns:a="http://schemas.openxmlformats.org/drawingml/2006/main">
              <a:ext uri="{FF2B5EF4-FFF2-40B4-BE49-F238E27FC236}">
                <a16:creationId xmlns:a16="http://schemas.microsoft.com/office/drawing/2014/main" id="{E4F0D853-0DF1-45D1-88A7-FBC7599800F4}"/>
              </a:ext>
            </a:extLst>
          </p:cNvPr>
          <p:cNvSpPr>
            <a:spLocks xmlns:a="http://schemas.openxmlformats.org/drawingml/2006/main" noGrp="1"/>
          </p:cNvSpPr>
          <p:nvPr/>
        </p:nvSpPr>
        <p:spPr>
          <a:xfrm xmlns:a="http://schemas.openxmlformats.org/drawingml/2006/main">
            <a:off x="1047750" y="4381500"/>
            <a:ext cx="95250" cy="952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5" name="">
            <a:extLst xmlns:a="http://schemas.openxmlformats.org/drawingml/2006/main">
              <a:ext uri="{FF2B5EF4-FFF2-40B4-BE49-F238E27FC236}">
                <a16:creationId xmlns:a16="http://schemas.microsoft.com/office/drawing/2014/main" id="{56A14331-ED82-40D2-B66B-D1EE0FD9A42C}"/>
              </a:ext>
            </a:extLst>
          </p:cNvPr>
          <p:cNvSpPr>
            <a:spLocks xmlns:a="http://schemas.openxmlformats.org/drawingml/2006/main" noGrp="1"/>
          </p:cNvSpPr>
          <p:nvPr/>
        </p:nvSpPr>
        <p:spPr>
          <a:xfrm xmlns:a="http://schemas.openxmlformats.org/drawingml/2006/main">
            <a:off x="1257300" y="43053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Consistent corporate language</a:t>
            </a:r>
          </a:p>
        </p:txBody>
      </p:sp>
      <p:sp>
        <p:nvSpPr>
          <p:cNvPr id="16" name="">
            <a:extLst xmlns:a="http://schemas.openxmlformats.org/drawingml/2006/main">
              <a:ext uri="{FF2B5EF4-FFF2-40B4-BE49-F238E27FC236}">
                <a16:creationId xmlns:a16="http://schemas.microsoft.com/office/drawing/2014/main" id="{223B2AFA-832F-4941-9B42-BB0B195A6FB4}"/>
              </a:ext>
            </a:extLst>
          </p:cNvPr>
          <p:cNvSpPr>
            <a:spLocks xmlns:a="http://schemas.openxmlformats.org/drawingml/2006/main" noGrp="1"/>
          </p:cNvSpPr>
          <p:nvPr/>
        </p:nvSpPr>
        <p:spPr>
          <a:xfrm xmlns:a="http://schemas.openxmlformats.org/drawingml/2006/main">
            <a:off x="1047750" y="4857750"/>
            <a:ext cx="95250" cy="952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7" name="">
            <a:extLst xmlns:a="http://schemas.openxmlformats.org/drawingml/2006/main">
              <a:ext uri="{FF2B5EF4-FFF2-40B4-BE49-F238E27FC236}">
                <a16:creationId xmlns:a16="http://schemas.microsoft.com/office/drawing/2014/main" id="{6377ECBF-9F6E-4AFB-9B1A-EAB54AF1F0EB}"/>
              </a:ext>
            </a:extLst>
          </p:cNvPr>
          <p:cNvSpPr>
            <a:spLocks xmlns:a="http://schemas.openxmlformats.org/drawingml/2006/main" noGrp="1"/>
          </p:cNvSpPr>
          <p:nvPr/>
        </p:nvSpPr>
        <p:spPr>
          <a:xfrm xmlns:a="http://schemas.openxmlformats.org/drawingml/2006/main">
            <a:off x="1257300" y="47815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Inserted as a safe reusable copy</a:t>
            </a:r>
          </a:p>
        </p:txBody>
      </p:sp>
      <p:sp>
        <p:nvSpPr>
          <p:cNvPr id="18" name="">
            <a:extLst xmlns:a="http://schemas.openxmlformats.org/drawingml/2006/main">
              <a:ext uri="{FF2B5EF4-FFF2-40B4-BE49-F238E27FC236}">
                <a16:creationId xmlns:a16="http://schemas.microsoft.com/office/drawing/2014/main" id="{BDB8B497-577E-401D-9DBE-AC815EFD23E3}"/>
              </a:ext>
            </a:extLst>
          </p:cNvPr>
          <p:cNvSpPr>
            <a:spLocks xmlns:a="http://schemas.openxmlformats.org/drawingml/2006/main" noGrp="1"/>
          </p:cNvSpPr>
          <p:nvPr/>
        </p:nvSpPr>
        <p:spPr>
          <a:xfrm xmlns:a="http://schemas.openxmlformats.org/drawingml/2006/main">
            <a:off x="6667500" y="1714500"/>
            <a:ext cx="4762500" cy="3905250"/>
          </a:xfrm>
          <a:prstGeom xmlns:a="http://schemas.openxmlformats.org/drawingml/2006/main" prst="roundRect">
            <a:avLst>
              <a:gd name="adj" fmla="val 5366"/>
            </a:avLst>
          </a:prstGeom>
          <a:solidFill xmlns:a="http://schemas.openxmlformats.org/drawingml/2006/main">
            <a:srgbClr val="E6F9F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A92B1EC-5C72-40AB-A355-6B980E1AFD28}"/>
              </a:ext>
            </a:extLst>
          </p:cNvPr>
          <p:cNvSpPr>
            <a:spLocks xmlns:a="http://schemas.openxmlformats.org/drawingml/2006/main" noGrp="1"/>
          </p:cNvSpPr>
          <p:nvPr/>
        </p:nvSpPr>
        <p:spPr>
          <a:xfrm xmlns:a="http://schemas.openxmlformats.org/drawingml/2006/main">
            <a:off x="6934200" y="1981200"/>
            <a:ext cx="422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B1020"/>
                </a:solidFill>
              </a:defRPr>
            </a:pPr>
            <a:r>
              <a:rPr sz="2100" b="1">
                <a:solidFill>
                  <a:srgbClr val="0B1020"/>
                </a:solidFill>
              </a:rPr>
              <a:t>DATA FIELDS</a:t>
            </a:r>
          </a:p>
        </p:txBody>
      </p:sp>
      <p:sp>
        <p:nvSpPr>
          <p:cNvPr id="20" name="">
            <a:extLst xmlns:a="http://schemas.openxmlformats.org/drawingml/2006/main">
              <a:ext uri="{FF2B5EF4-FFF2-40B4-BE49-F238E27FC236}">
                <a16:creationId xmlns:a16="http://schemas.microsoft.com/office/drawing/2014/main" id="{18317FCD-8966-4A12-B7C6-A92BB18C9B80}"/>
              </a:ext>
            </a:extLst>
          </p:cNvPr>
          <p:cNvSpPr>
            <a:spLocks xmlns:a="http://schemas.openxmlformats.org/drawingml/2006/main" noGrp="1"/>
          </p:cNvSpPr>
          <p:nvPr/>
        </p:nvSpPr>
        <p:spPr>
          <a:xfrm xmlns:a="http://schemas.openxmlformats.org/drawingml/2006/main">
            <a:off x="6934200" y="24574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Information people complete inside each report.</a:t>
            </a:r>
          </a:p>
        </p:txBody>
      </p:sp>
      <p:sp>
        <p:nvSpPr>
          <p:cNvPr id="21" name="">
            <a:extLst xmlns:a="http://schemas.openxmlformats.org/drawingml/2006/main">
              <a:ext uri="{FF2B5EF4-FFF2-40B4-BE49-F238E27FC236}">
                <a16:creationId xmlns:a16="http://schemas.microsoft.com/office/drawing/2014/main" id="{7942211D-9ADC-4075-91EE-11CA3AAE0265}"/>
              </a:ext>
            </a:extLst>
          </p:cNvPr>
          <p:cNvSpPr>
            <a:spLocks xmlns:a="http://schemas.openxmlformats.org/drawingml/2006/main" noGrp="1"/>
          </p:cNvSpPr>
          <p:nvPr/>
        </p:nvSpPr>
        <p:spPr>
          <a:xfrm xmlns:a="http://schemas.openxmlformats.org/drawingml/2006/main">
            <a:off x="6934200" y="3086100"/>
            <a:ext cx="4229100" cy="0"/>
          </a:xfrm>
          <a:prstGeom xmlns:a="http://schemas.openxmlformats.org/drawingml/2006/main" prst="line">
            <a:avLst/>
          </a:prstGeom>
          <a:noFill xmlns:a="http://schemas.openxmlformats.org/drawingml/2006/main"/>
          <a:ln xmlns:a="http://schemas.openxmlformats.org/drawingml/2006/main" w="28575">
            <a:solidFill>
              <a:srgbClr val="20C7D9"/>
            </a:solidFill>
            <a:prstDash val="solid"/>
          </a:ln>
        </p:spPr>
      </p:sp>
      <p:sp>
        <p:nvSpPr>
          <p:cNvPr id="22" name="">
            <a:extLst xmlns:a="http://schemas.openxmlformats.org/drawingml/2006/main">
              <a:ext uri="{FF2B5EF4-FFF2-40B4-BE49-F238E27FC236}">
                <a16:creationId xmlns:a16="http://schemas.microsoft.com/office/drawing/2014/main" id="{C67AEBFC-D438-47FA-974F-F0D3FF717350}"/>
              </a:ext>
            </a:extLst>
          </p:cNvPr>
          <p:cNvSpPr>
            <a:spLocks xmlns:a="http://schemas.openxmlformats.org/drawingml/2006/main" noGrp="1"/>
          </p:cNvSpPr>
          <p:nvPr/>
        </p:nvSpPr>
        <p:spPr>
          <a:xfrm xmlns:a="http://schemas.openxmlformats.org/drawingml/2006/main">
            <a:off x="6953250" y="3429000"/>
            <a:ext cx="95250" cy="952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3" name="">
            <a:extLst xmlns:a="http://schemas.openxmlformats.org/drawingml/2006/main">
              <a:ext uri="{FF2B5EF4-FFF2-40B4-BE49-F238E27FC236}">
                <a16:creationId xmlns:a16="http://schemas.microsoft.com/office/drawing/2014/main" id="{369AF42A-BCB2-483E-A388-3A778A9042AB}"/>
              </a:ext>
            </a:extLst>
          </p:cNvPr>
          <p:cNvSpPr>
            <a:spLocks xmlns:a="http://schemas.openxmlformats.org/drawingml/2006/main" noGrp="1"/>
          </p:cNvSpPr>
          <p:nvPr/>
        </p:nvSpPr>
        <p:spPr>
          <a:xfrm xmlns:a="http://schemas.openxmlformats.org/drawingml/2006/main">
            <a:off x="7162800" y="33528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020"/>
                </a:solidFill>
              </a:defRPr>
            </a:pPr>
            <a:r>
              <a:rPr sz="1350" b="1">
                <a:solidFill>
                  <a:srgbClr val="0B1020"/>
                </a:solidFill>
              </a:rPr>
              <a:t>Reporting date and department</a:t>
            </a:r>
          </a:p>
        </p:txBody>
      </p:sp>
      <p:sp>
        <p:nvSpPr>
          <p:cNvPr id="24" name="">
            <a:extLst xmlns:a="http://schemas.openxmlformats.org/drawingml/2006/main">
              <a:ext uri="{FF2B5EF4-FFF2-40B4-BE49-F238E27FC236}">
                <a16:creationId xmlns:a16="http://schemas.microsoft.com/office/drawing/2014/main" id="{0C179DFD-1A2E-4551-8582-337707CBF58C}"/>
              </a:ext>
            </a:extLst>
          </p:cNvPr>
          <p:cNvSpPr>
            <a:spLocks xmlns:a="http://schemas.openxmlformats.org/drawingml/2006/main" noGrp="1"/>
          </p:cNvSpPr>
          <p:nvPr/>
        </p:nvSpPr>
        <p:spPr>
          <a:xfrm xmlns:a="http://schemas.openxmlformats.org/drawingml/2006/main">
            <a:off x="6953250" y="3905250"/>
            <a:ext cx="95250" cy="952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5" name="">
            <a:extLst xmlns:a="http://schemas.openxmlformats.org/drawingml/2006/main">
              <a:ext uri="{FF2B5EF4-FFF2-40B4-BE49-F238E27FC236}">
                <a16:creationId xmlns:a16="http://schemas.microsoft.com/office/drawing/2014/main" id="{EB8D507A-219F-436E-BEF8-75A7BD2DEAAB}"/>
              </a:ext>
            </a:extLst>
          </p:cNvPr>
          <p:cNvSpPr>
            <a:spLocks xmlns:a="http://schemas.openxmlformats.org/drawingml/2006/main" noGrp="1"/>
          </p:cNvSpPr>
          <p:nvPr/>
        </p:nvSpPr>
        <p:spPr>
          <a:xfrm xmlns:a="http://schemas.openxmlformats.org/drawingml/2006/main">
            <a:off x="7162800" y="38290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Amount, percentage and status</a:t>
            </a:r>
          </a:p>
        </p:txBody>
      </p:sp>
      <p:sp>
        <p:nvSpPr>
          <p:cNvPr id="26" name="">
            <a:extLst xmlns:a="http://schemas.openxmlformats.org/drawingml/2006/main">
              <a:ext uri="{FF2B5EF4-FFF2-40B4-BE49-F238E27FC236}">
                <a16:creationId xmlns:a16="http://schemas.microsoft.com/office/drawing/2014/main" id="{F5106F9C-14AC-4523-BA53-522329CAE3C4}"/>
              </a:ext>
            </a:extLst>
          </p:cNvPr>
          <p:cNvSpPr>
            <a:spLocks xmlns:a="http://schemas.openxmlformats.org/drawingml/2006/main" noGrp="1"/>
          </p:cNvSpPr>
          <p:nvPr/>
        </p:nvSpPr>
        <p:spPr>
          <a:xfrm xmlns:a="http://schemas.openxmlformats.org/drawingml/2006/main">
            <a:off x="6953250" y="4381500"/>
            <a:ext cx="95250" cy="952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7" name="">
            <a:extLst xmlns:a="http://schemas.openxmlformats.org/drawingml/2006/main">
              <a:ext uri="{FF2B5EF4-FFF2-40B4-BE49-F238E27FC236}">
                <a16:creationId xmlns:a16="http://schemas.microsoft.com/office/drawing/2014/main" id="{DE7E2032-22F2-43E6-99AF-CFC3FEA9B020}"/>
              </a:ext>
            </a:extLst>
          </p:cNvPr>
          <p:cNvSpPr>
            <a:spLocks xmlns:a="http://schemas.openxmlformats.org/drawingml/2006/main" noGrp="1"/>
          </p:cNvSpPr>
          <p:nvPr/>
        </p:nvSpPr>
        <p:spPr>
          <a:xfrm xmlns:a="http://schemas.openxmlformats.org/drawingml/2006/main">
            <a:off x="7162800" y="43053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Comments and operational values</a:t>
            </a:r>
          </a:p>
        </p:txBody>
      </p:sp>
      <p:sp>
        <p:nvSpPr>
          <p:cNvPr id="28" name="">
            <a:extLst xmlns:a="http://schemas.openxmlformats.org/drawingml/2006/main">
              <a:ext uri="{FF2B5EF4-FFF2-40B4-BE49-F238E27FC236}">
                <a16:creationId xmlns:a16="http://schemas.microsoft.com/office/drawing/2014/main" id="{05D1173E-7740-46BD-AEA1-488329005168}"/>
              </a:ext>
            </a:extLst>
          </p:cNvPr>
          <p:cNvSpPr>
            <a:spLocks xmlns:a="http://schemas.openxmlformats.org/drawingml/2006/main" noGrp="1"/>
          </p:cNvSpPr>
          <p:nvPr/>
        </p:nvSpPr>
        <p:spPr>
          <a:xfrm xmlns:a="http://schemas.openxmlformats.org/drawingml/2006/main">
            <a:off x="6953250" y="4857750"/>
            <a:ext cx="95250" cy="952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9" name="">
            <a:extLst xmlns:a="http://schemas.openxmlformats.org/drawingml/2006/main">
              <a:ext uri="{FF2B5EF4-FFF2-40B4-BE49-F238E27FC236}">
                <a16:creationId xmlns:a16="http://schemas.microsoft.com/office/drawing/2014/main" id="{28D290A2-795B-4F31-BD09-D3D338251D0D}"/>
              </a:ext>
            </a:extLst>
          </p:cNvPr>
          <p:cNvSpPr>
            <a:spLocks xmlns:a="http://schemas.openxmlformats.org/drawingml/2006/main" noGrp="1"/>
          </p:cNvSpPr>
          <p:nvPr/>
        </p:nvSpPr>
        <p:spPr>
          <a:xfrm xmlns:a="http://schemas.openxmlformats.org/drawingml/2006/main">
            <a:off x="7162800" y="47815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Changes for every report instance</a:t>
            </a:r>
          </a:p>
        </p:txBody>
      </p:sp>
      <p:sp>
        <p:nvSpPr>
          <p:cNvPr id="30" name="">
            <a:extLst xmlns:a="http://schemas.openxmlformats.org/drawingml/2006/main">
              <a:ext uri="{FF2B5EF4-FFF2-40B4-BE49-F238E27FC236}">
                <a16:creationId xmlns:a16="http://schemas.microsoft.com/office/drawing/2014/main" id="{05DB4FD4-C3FC-4A6F-BED6-C76343A3BF5C}"/>
              </a:ext>
            </a:extLst>
          </p:cNvPr>
          <p:cNvSpPr>
            <a:spLocks xmlns:a="http://schemas.openxmlformats.org/drawingml/2006/main" noGrp="1"/>
          </p:cNvSpPr>
          <p:nvPr/>
        </p:nvSpPr>
        <p:spPr>
          <a:xfrm xmlns:a="http://schemas.openxmlformats.org/drawingml/2006/main">
            <a:off x="1428750" y="581025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1020"/>
                </a:solidFill>
              </a:defRPr>
            </a:pPr>
            <a:r>
              <a:rPr sz="1575" b="1">
                <a:solidFill>
                  <a:srgbClr val="0B1020"/>
                </a:solidFill>
              </a:rPr>
              <a:t>Approved content says what the organization wants to say. Data fields capture what happened.</a:t>
            </a:r>
          </a:p>
        </p:txBody>
      </p:sp>
    </p:spTree>
    <p:extLst>
      <p:ext uri="{BB962C8B-B14F-4D97-AF65-F5344CB8AC3E}">
        <p14:creationId xmlns:p14="http://schemas.microsoft.com/office/powerpoint/2010/main" val="169301866"/>
      </p:ext>
    </p:extLst>
  </p:cSld>
</p:sld>
</file>

<file path=ppt/slides/slide10.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A5321C2-BCEE-45CB-AB3D-5AEDF4734A4F}"/>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PACKS</a:t>
            </a:r>
          </a:p>
        </p:txBody>
      </p:sp>
      <p:sp>
        <p:nvSpPr>
          <p:cNvPr id="2" name="slide-title-10">
            <a:extLst xmlns:a="http://schemas.openxmlformats.org/drawingml/2006/main">
              <a:ext uri="{FF2B5EF4-FFF2-40B4-BE49-F238E27FC236}">
                <a16:creationId xmlns:a16="http://schemas.microsoft.com/office/drawing/2014/main" id="{003CB8AC-2B43-4B2C-BDFE-290C532FFF01}"/>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Reuse proven building blocks at every level</a:t>
            </a:r>
          </a:p>
        </p:txBody>
      </p:sp>
      <p:sp>
        <p:nvSpPr>
          <p:cNvPr id="3" name="">
            <a:extLst xmlns:a="http://schemas.openxmlformats.org/drawingml/2006/main">
              <a:ext uri="{FF2B5EF4-FFF2-40B4-BE49-F238E27FC236}">
                <a16:creationId xmlns:a16="http://schemas.microsoft.com/office/drawing/2014/main" id="{2DF0E713-1E2D-4D5B-BB98-278246567134}"/>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10</a:t>
            </a:r>
          </a:p>
        </p:txBody>
      </p:sp>
      <p:sp>
        <p:nvSpPr>
          <p:cNvPr id="4" name="">
            <a:extLst xmlns:a="http://schemas.openxmlformats.org/drawingml/2006/main">
              <a:ext uri="{FF2B5EF4-FFF2-40B4-BE49-F238E27FC236}">
                <a16:creationId xmlns:a16="http://schemas.microsoft.com/office/drawing/2014/main" id="{EAE78629-98D6-4D88-98B5-34BC9E4A084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73F59717-23FC-4B3B-A2A5-4AA1DFEFABDB}"/>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8A74791E-9A60-49E4-A17F-81F5FBB28A28}"/>
              </a:ext>
            </a:extLst>
          </p:cNvPr>
          <p:cNvSpPr>
            <a:spLocks xmlns:a="http://schemas.openxmlformats.org/drawingml/2006/main" noGrp="1"/>
          </p:cNvSpPr>
          <p:nvPr/>
        </p:nvSpPr>
        <p:spPr>
          <a:xfrm xmlns:a="http://schemas.openxmlformats.org/drawingml/2006/main">
            <a:off x="723900" y="18573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8B67FF"/>
                </a:solidFill>
              </a:defRPr>
            </a:pPr>
            <a:r>
              <a:rPr sz="1275" b="1">
                <a:solidFill>
                  <a:srgbClr val="8B67FF"/>
                </a:solidFill>
              </a:rPr>
              <a:t>STANDARD PACKS</a:t>
            </a:r>
          </a:p>
        </p:txBody>
      </p:sp>
      <p:sp>
        <p:nvSpPr>
          <p:cNvPr id="7" name="">
            <a:extLst xmlns:a="http://schemas.openxmlformats.org/drawingml/2006/main">
              <a:ext uri="{FF2B5EF4-FFF2-40B4-BE49-F238E27FC236}">
                <a16:creationId xmlns:a16="http://schemas.microsoft.com/office/drawing/2014/main" id="{A5173C75-1CDE-4F26-A232-FC75F8094219}"/>
              </a:ext>
            </a:extLst>
          </p:cNvPr>
          <p:cNvSpPr>
            <a:spLocks xmlns:a="http://schemas.openxmlformats.org/drawingml/2006/main" noGrp="1"/>
          </p:cNvSpPr>
          <p:nvPr/>
        </p:nvSpPr>
        <p:spPr>
          <a:xfrm xmlns:a="http://schemas.openxmlformats.org/drawingml/2006/main">
            <a:off x="723900" y="2457450"/>
            <a:ext cx="3000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Prepared centrally by Admin</a:t>
            </a:r>
          </a:p>
        </p:txBody>
      </p:sp>
      <p:sp>
        <p:nvSpPr>
          <p:cNvPr id="8" name="">
            <a:extLst xmlns:a="http://schemas.openxmlformats.org/drawingml/2006/main">
              <a:ext uri="{FF2B5EF4-FFF2-40B4-BE49-F238E27FC236}">
                <a16:creationId xmlns:a16="http://schemas.microsoft.com/office/drawing/2014/main" id="{273F1CB2-9596-4094-AA9E-6525E98FFF7E}"/>
              </a:ext>
            </a:extLst>
          </p:cNvPr>
          <p:cNvSpPr>
            <a:spLocks xmlns:a="http://schemas.openxmlformats.org/drawingml/2006/main" noGrp="1"/>
          </p:cNvSpPr>
          <p:nvPr/>
        </p:nvSpPr>
        <p:spPr>
          <a:xfrm xmlns:a="http://schemas.openxmlformats.org/drawingml/2006/main">
            <a:off x="723900" y="3390900"/>
            <a:ext cx="3000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B9C0D3"/>
                </a:solidFill>
              </a:defRPr>
            </a:pPr>
            <a:r>
              <a:rPr sz="1500" b="0">
                <a:solidFill>
                  <a:srgbClr val="B9C0D3"/>
                </a:solidFill>
              </a:rPr>
              <a:t>Organization consistency</a:t>
            </a:r>
          </a:p>
        </p:txBody>
      </p:sp>
      <p:sp>
        <p:nvSpPr>
          <p:cNvPr id="9" name="">
            <a:extLst xmlns:a="http://schemas.openxmlformats.org/drawingml/2006/main">
              <a:ext uri="{FF2B5EF4-FFF2-40B4-BE49-F238E27FC236}">
                <a16:creationId xmlns:a16="http://schemas.microsoft.com/office/drawing/2014/main" id="{FA19FF16-8144-44EA-AC41-57A68C5988CB}"/>
              </a:ext>
            </a:extLst>
          </p:cNvPr>
          <p:cNvSpPr>
            <a:spLocks xmlns:a="http://schemas.openxmlformats.org/drawingml/2006/main" noGrp="1"/>
          </p:cNvSpPr>
          <p:nvPr/>
        </p:nvSpPr>
        <p:spPr>
          <a:xfrm xmlns:a="http://schemas.openxmlformats.org/drawingml/2006/main">
            <a:off x="723900" y="4171950"/>
            <a:ext cx="3000375" cy="0"/>
          </a:xfrm>
          <a:prstGeom xmlns:a="http://schemas.openxmlformats.org/drawingml/2006/main" prst="line">
            <a:avLst/>
          </a:prstGeom>
          <a:noFill xmlns:a="http://schemas.openxmlformats.org/drawingml/2006/main"/>
          <a:ln xmlns:a="http://schemas.openxmlformats.org/drawingml/2006/main" w="38100">
            <a:solidFill>
              <a:srgbClr val="8B67FF"/>
            </a:solidFill>
            <a:prstDash val="solid"/>
          </a:ln>
        </p:spPr>
      </p:sp>
      <p:sp>
        <p:nvSpPr>
          <p:cNvPr id="10" name="">
            <a:extLst xmlns:a="http://schemas.openxmlformats.org/drawingml/2006/main">
              <a:ext uri="{FF2B5EF4-FFF2-40B4-BE49-F238E27FC236}">
                <a16:creationId xmlns:a16="http://schemas.microsoft.com/office/drawing/2014/main" id="{F576BDA0-E518-4AF5-B87E-AEE1328FF852}"/>
              </a:ext>
            </a:extLst>
          </p:cNvPr>
          <p:cNvSpPr>
            <a:spLocks xmlns:a="http://schemas.openxmlformats.org/drawingml/2006/main" noGrp="1"/>
          </p:cNvSpPr>
          <p:nvPr/>
        </p:nvSpPr>
        <p:spPr>
          <a:xfrm xmlns:a="http://schemas.openxmlformats.org/drawingml/2006/main">
            <a:off x="4419600" y="18573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0C7D9"/>
                </a:solidFill>
              </a:defRPr>
            </a:pPr>
            <a:r>
              <a:rPr sz="1275" b="1">
                <a:solidFill>
                  <a:srgbClr val="20C7D9"/>
                </a:solidFill>
              </a:rPr>
              <a:t>BUILT-IN PACKS</a:t>
            </a:r>
          </a:p>
        </p:txBody>
      </p:sp>
      <p:sp>
        <p:nvSpPr>
          <p:cNvPr id="11" name="">
            <a:extLst xmlns:a="http://schemas.openxmlformats.org/drawingml/2006/main">
              <a:ext uri="{FF2B5EF4-FFF2-40B4-BE49-F238E27FC236}">
                <a16:creationId xmlns:a16="http://schemas.microsoft.com/office/drawing/2014/main" id="{322BDE73-7B95-408A-9F8C-694FCB86D551}"/>
              </a:ext>
            </a:extLst>
          </p:cNvPr>
          <p:cNvSpPr>
            <a:spLocks xmlns:a="http://schemas.openxmlformats.org/drawingml/2006/main" noGrp="1"/>
          </p:cNvSpPr>
          <p:nvPr/>
        </p:nvSpPr>
        <p:spPr>
          <a:xfrm xmlns:a="http://schemas.openxmlformats.org/drawingml/2006/main">
            <a:off x="4419600" y="2457450"/>
            <a:ext cx="3000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Ready-made section collections</a:t>
            </a:r>
          </a:p>
        </p:txBody>
      </p:sp>
      <p:sp>
        <p:nvSpPr>
          <p:cNvPr id="12" name="">
            <a:extLst xmlns:a="http://schemas.openxmlformats.org/drawingml/2006/main">
              <a:ext uri="{FF2B5EF4-FFF2-40B4-BE49-F238E27FC236}">
                <a16:creationId xmlns:a16="http://schemas.microsoft.com/office/drawing/2014/main" id="{AF6468C8-8C0C-413F-BE05-46070A691032}"/>
              </a:ext>
            </a:extLst>
          </p:cNvPr>
          <p:cNvSpPr>
            <a:spLocks xmlns:a="http://schemas.openxmlformats.org/drawingml/2006/main" noGrp="1"/>
          </p:cNvSpPr>
          <p:nvPr/>
        </p:nvSpPr>
        <p:spPr>
          <a:xfrm xmlns:a="http://schemas.openxmlformats.org/drawingml/2006/main">
            <a:off x="4419600" y="3390900"/>
            <a:ext cx="3000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B9C0D3"/>
                </a:solidFill>
              </a:defRPr>
            </a:pPr>
            <a:r>
              <a:rPr sz="1500" b="0">
                <a:solidFill>
                  <a:srgbClr val="B9C0D3"/>
                </a:solidFill>
              </a:rPr>
              <a:t>A faster starting point</a:t>
            </a:r>
          </a:p>
        </p:txBody>
      </p:sp>
      <p:sp>
        <p:nvSpPr>
          <p:cNvPr id="13" name="">
            <a:extLst xmlns:a="http://schemas.openxmlformats.org/drawingml/2006/main">
              <a:ext uri="{FF2B5EF4-FFF2-40B4-BE49-F238E27FC236}">
                <a16:creationId xmlns:a16="http://schemas.microsoft.com/office/drawing/2014/main" id="{669BABCF-B98F-49A1-AAB2-2CCABC2D77A0}"/>
              </a:ext>
            </a:extLst>
          </p:cNvPr>
          <p:cNvSpPr>
            <a:spLocks xmlns:a="http://schemas.openxmlformats.org/drawingml/2006/main" noGrp="1"/>
          </p:cNvSpPr>
          <p:nvPr/>
        </p:nvSpPr>
        <p:spPr>
          <a:xfrm xmlns:a="http://schemas.openxmlformats.org/drawingml/2006/main">
            <a:off x="4419600" y="4171950"/>
            <a:ext cx="3000375" cy="0"/>
          </a:xfrm>
          <a:prstGeom xmlns:a="http://schemas.openxmlformats.org/drawingml/2006/main" prst="line">
            <a:avLst/>
          </a:prstGeom>
          <a:noFill xmlns:a="http://schemas.openxmlformats.org/drawingml/2006/main"/>
          <a:ln xmlns:a="http://schemas.openxmlformats.org/drawingml/2006/main" w="38100">
            <a:solidFill>
              <a:srgbClr val="20C7D9"/>
            </a:solidFill>
            <a:prstDash val="solid"/>
          </a:ln>
        </p:spPr>
      </p:sp>
      <p:sp>
        <p:nvSpPr>
          <p:cNvPr id="14" name="">
            <a:extLst xmlns:a="http://schemas.openxmlformats.org/drawingml/2006/main">
              <a:ext uri="{FF2B5EF4-FFF2-40B4-BE49-F238E27FC236}">
                <a16:creationId xmlns:a16="http://schemas.microsoft.com/office/drawing/2014/main" id="{209C743A-D5DC-4D5F-AD4E-022807EF5A0B}"/>
              </a:ext>
            </a:extLst>
          </p:cNvPr>
          <p:cNvSpPr>
            <a:spLocks xmlns:a="http://schemas.openxmlformats.org/drawingml/2006/main" noGrp="1"/>
          </p:cNvSpPr>
          <p:nvPr/>
        </p:nvSpPr>
        <p:spPr>
          <a:xfrm xmlns:a="http://schemas.openxmlformats.org/drawingml/2006/main">
            <a:off x="8115300" y="18573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7A673"/>
                </a:solidFill>
              </a:defRPr>
            </a:pPr>
            <a:r>
              <a:rPr sz="1275" b="1">
                <a:solidFill>
                  <a:srgbClr val="17A673"/>
                </a:solidFill>
              </a:rPr>
              <a:t>MY PACKS</a:t>
            </a:r>
          </a:p>
        </p:txBody>
      </p:sp>
      <p:sp>
        <p:nvSpPr>
          <p:cNvPr id="15" name="">
            <a:extLst xmlns:a="http://schemas.openxmlformats.org/drawingml/2006/main">
              <a:ext uri="{FF2B5EF4-FFF2-40B4-BE49-F238E27FC236}">
                <a16:creationId xmlns:a16="http://schemas.microsoft.com/office/drawing/2014/main" id="{5DC74873-C8C1-4814-804D-A65B646E330A}"/>
              </a:ext>
            </a:extLst>
          </p:cNvPr>
          <p:cNvSpPr>
            <a:spLocks xmlns:a="http://schemas.openxmlformats.org/drawingml/2006/main" noGrp="1"/>
          </p:cNvSpPr>
          <p:nvPr/>
        </p:nvSpPr>
        <p:spPr>
          <a:xfrm xmlns:a="http://schemas.openxmlformats.org/drawingml/2006/main">
            <a:off x="8115300" y="2457450"/>
            <a:ext cx="3000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Saved by each individual user</a:t>
            </a:r>
          </a:p>
        </p:txBody>
      </p:sp>
      <p:sp>
        <p:nvSpPr>
          <p:cNvPr id="16" name="">
            <a:extLst xmlns:a="http://schemas.openxmlformats.org/drawingml/2006/main">
              <a:ext uri="{FF2B5EF4-FFF2-40B4-BE49-F238E27FC236}">
                <a16:creationId xmlns:a16="http://schemas.microsoft.com/office/drawing/2014/main" id="{9F02AB17-7BF2-4287-9E21-5187671FBDFE}"/>
              </a:ext>
            </a:extLst>
          </p:cNvPr>
          <p:cNvSpPr>
            <a:spLocks xmlns:a="http://schemas.openxmlformats.org/drawingml/2006/main" noGrp="1"/>
          </p:cNvSpPr>
          <p:nvPr/>
        </p:nvSpPr>
        <p:spPr>
          <a:xfrm xmlns:a="http://schemas.openxmlformats.org/drawingml/2006/main">
            <a:off x="8115300" y="3390900"/>
            <a:ext cx="3000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B9C0D3"/>
                </a:solidFill>
              </a:defRPr>
            </a:pPr>
            <a:r>
              <a:rPr sz="1500" b="0">
                <a:solidFill>
                  <a:srgbClr val="B9C0D3"/>
                </a:solidFill>
              </a:rPr>
              <a:t>Personal productivity</a:t>
            </a:r>
          </a:p>
        </p:txBody>
      </p:sp>
      <p:sp>
        <p:nvSpPr>
          <p:cNvPr id="17" name="">
            <a:extLst xmlns:a="http://schemas.openxmlformats.org/drawingml/2006/main">
              <a:ext uri="{FF2B5EF4-FFF2-40B4-BE49-F238E27FC236}">
                <a16:creationId xmlns:a16="http://schemas.microsoft.com/office/drawing/2014/main" id="{4DCE8592-1EA0-4713-A5B2-2531FC3C5CC3}"/>
              </a:ext>
            </a:extLst>
          </p:cNvPr>
          <p:cNvSpPr>
            <a:spLocks xmlns:a="http://schemas.openxmlformats.org/drawingml/2006/main" noGrp="1"/>
          </p:cNvSpPr>
          <p:nvPr/>
        </p:nvSpPr>
        <p:spPr>
          <a:xfrm xmlns:a="http://schemas.openxmlformats.org/drawingml/2006/main">
            <a:off x="8115300" y="4171950"/>
            <a:ext cx="3000375" cy="0"/>
          </a:xfrm>
          <a:prstGeom xmlns:a="http://schemas.openxmlformats.org/drawingml/2006/main" prst="line">
            <a:avLst/>
          </a:prstGeom>
          <a:noFill xmlns:a="http://schemas.openxmlformats.org/drawingml/2006/main"/>
          <a:ln xmlns:a="http://schemas.openxmlformats.org/drawingml/2006/main" w="38100">
            <a:solidFill>
              <a:srgbClr val="17A673"/>
            </a:solidFill>
            <a:prstDash val="solid"/>
          </a:ln>
        </p:spPr>
      </p:sp>
      <p:sp>
        <p:nvSpPr>
          <p:cNvPr id="18" name="">
            <a:extLst xmlns:a="http://schemas.openxmlformats.org/drawingml/2006/main">
              <a:ext uri="{FF2B5EF4-FFF2-40B4-BE49-F238E27FC236}">
                <a16:creationId xmlns:a16="http://schemas.microsoft.com/office/drawing/2014/main" id="{94ACD6B5-488A-46A6-9918-AC2C7A4AACF4}"/>
              </a:ext>
            </a:extLst>
          </p:cNvPr>
          <p:cNvSpPr>
            <a:spLocks xmlns:a="http://schemas.openxmlformats.org/drawingml/2006/main" noGrp="1"/>
          </p:cNvSpPr>
          <p:nvPr/>
        </p:nvSpPr>
        <p:spPr>
          <a:xfrm xmlns:a="http://schemas.openxmlformats.org/drawingml/2006/main">
            <a:off x="723900" y="50482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Packs accelerate template creation. They do not become templates or create reports on their own.</a:t>
            </a:r>
          </a:p>
        </p:txBody>
      </p:sp>
    </p:spTree>
    <p:extLst>
      <p:ext uri="{BB962C8B-B14F-4D97-AF65-F5344CB8AC3E}">
        <p14:creationId xmlns:p14="http://schemas.microsoft.com/office/powerpoint/2010/main" val="546265877"/>
      </p:ext>
    </p:extLst>
  </p:cSld>
</p:sld>
</file>

<file path=ppt/slides/slide11.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E3C234A-34ED-452A-896A-F0833E5BA895}"/>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SNAPSHOT SAFETY</a:t>
            </a:r>
          </a:p>
        </p:txBody>
      </p:sp>
      <p:sp>
        <p:nvSpPr>
          <p:cNvPr id="2" name="slide-title-11">
            <a:extLst xmlns:a="http://schemas.openxmlformats.org/drawingml/2006/main">
              <a:ext uri="{FF2B5EF4-FFF2-40B4-BE49-F238E27FC236}">
                <a16:creationId xmlns:a16="http://schemas.microsoft.com/office/drawing/2014/main" id="{022E6EA0-0AD9-47B1-A5FA-746614B3382D}"/>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Reuse without silently rewriting existing work</a:t>
            </a:r>
          </a:p>
        </p:txBody>
      </p:sp>
      <p:sp>
        <p:nvSpPr>
          <p:cNvPr id="3" name="">
            <a:extLst xmlns:a="http://schemas.openxmlformats.org/drawingml/2006/main">
              <a:ext uri="{FF2B5EF4-FFF2-40B4-BE49-F238E27FC236}">
                <a16:creationId xmlns:a16="http://schemas.microsoft.com/office/drawing/2014/main" id="{EE8F6B8A-42CE-4CAB-A93F-66E65E928FB5}"/>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11</a:t>
            </a:r>
          </a:p>
        </p:txBody>
      </p:sp>
      <p:sp>
        <p:nvSpPr>
          <p:cNvPr id="4" name="">
            <a:extLst xmlns:a="http://schemas.openxmlformats.org/drawingml/2006/main">
              <a:ext uri="{FF2B5EF4-FFF2-40B4-BE49-F238E27FC236}">
                <a16:creationId xmlns:a16="http://schemas.microsoft.com/office/drawing/2014/main" id="{A6DC95F6-7FAD-4794-A9FA-DED5CE28D1A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C076A3AB-A0F2-4E60-9DA8-0F1346032173}"/>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25BC4157-F4AA-4D7F-B737-189BD937E8CC}"/>
              </a:ext>
            </a:extLst>
          </p:cNvPr>
          <p:cNvSpPr>
            <a:spLocks xmlns:a="http://schemas.openxmlformats.org/drawingml/2006/main" noGrp="1"/>
          </p:cNvSpPr>
          <p:nvPr/>
        </p:nvSpPr>
        <p:spPr>
          <a:xfrm xmlns:a="http://schemas.openxmlformats.org/drawingml/2006/main">
            <a:off x="857250" y="2190750"/>
            <a:ext cx="2319338"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7" name="">
            <a:extLst xmlns:a="http://schemas.openxmlformats.org/drawingml/2006/main">
              <a:ext uri="{FF2B5EF4-FFF2-40B4-BE49-F238E27FC236}">
                <a16:creationId xmlns:a16="http://schemas.microsoft.com/office/drawing/2014/main" id="{9B823DB1-FDB0-47C0-BCA5-91032BF54F31}"/>
              </a:ext>
            </a:extLst>
          </p:cNvPr>
          <p:cNvSpPr>
            <a:spLocks xmlns:a="http://schemas.openxmlformats.org/drawingml/2006/main" noGrp="1"/>
          </p:cNvSpPr>
          <p:nvPr/>
        </p:nvSpPr>
        <p:spPr>
          <a:xfrm xmlns:a="http://schemas.openxmlformats.org/drawingml/2006/main">
            <a:off x="1028700" y="2343150"/>
            <a:ext cx="19764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01</a:t>
            </a:r>
          </a:p>
        </p:txBody>
      </p:sp>
      <p:sp>
        <p:nvSpPr>
          <p:cNvPr id="8" name="">
            <a:extLst xmlns:a="http://schemas.openxmlformats.org/drawingml/2006/main">
              <a:ext uri="{FF2B5EF4-FFF2-40B4-BE49-F238E27FC236}">
                <a16:creationId xmlns:a16="http://schemas.microsoft.com/office/drawing/2014/main" id="{D6ED5FA2-A3B4-48B3-801B-CD0CFBDF10C8}"/>
              </a:ext>
            </a:extLst>
          </p:cNvPr>
          <p:cNvSpPr>
            <a:spLocks xmlns:a="http://schemas.openxmlformats.org/drawingml/2006/main" noGrp="1"/>
          </p:cNvSpPr>
          <p:nvPr/>
        </p:nvSpPr>
        <p:spPr>
          <a:xfrm xmlns:a="http://schemas.openxmlformats.org/drawingml/2006/main">
            <a:off x="1028700" y="2600325"/>
            <a:ext cx="19764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Select</a:t>
            </a:r>
          </a:p>
        </p:txBody>
      </p:sp>
      <p:sp>
        <p:nvSpPr>
          <p:cNvPr id="9" name="">
            <a:extLst xmlns:a="http://schemas.openxmlformats.org/drawingml/2006/main">
              <a:ext uri="{FF2B5EF4-FFF2-40B4-BE49-F238E27FC236}">
                <a16:creationId xmlns:a16="http://schemas.microsoft.com/office/drawing/2014/main" id="{9302059E-96F2-4346-844C-9E2BD881372F}"/>
              </a:ext>
            </a:extLst>
          </p:cNvPr>
          <p:cNvSpPr>
            <a:spLocks xmlns:a="http://schemas.openxmlformats.org/drawingml/2006/main" noGrp="1"/>
          </p:cNvSpPr>
          <p:nvPr/>
        </p:nvSpPr>
        <p:spPr>
          <a:xfrm xmlns:a="http://schemas.openxmlformats.org/drawingml/2006/main">
            <a:off x="1028700" y="2943225"/>
            <a:ext cx="1976438"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Choose a Pack or approved item</a:t>
            </a:r>
          </a:p>
        </p:txBody>
      </p:sp>
      <p:sp>
        <p:nvSpPr>
          <p:cNvPr id="10" name="">
            <a:extLst xmlns:a="http://schemas.openxmlformats.org/drawingml/2006/main">
              <a:ext uri="{FF2B5EF4-FFF2-40B4-BE49-F238E27FC236}">
                <a16:creationId xmlns:a16="http://schemas.microsoft.com/office/drawing/2014/main" id="{BB3CAAE6-0000-4B71-8A2E-6D2BBF85B9A3}"/>
              </a:ext>
            </a:extLst>
          </p:cNvPr>
          <p:cNvSpPr>
            <a:spLocks xmlns:a="http://schemas.openxmlformats.org/drawingml/2006/main" noGrp="1"/>
          </p:cNvSpPr>
          <p:nvPr/>
        </p:nvSpPr>
        <p:spPr>
          <a:xfrm xmlns:a="http://schemas.openxmlformats.org/drawingml/2006/main">
            <a:off x="3243263" y="25622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1" name="">
            <a:extLst xmlns:a="http://schemas.openxmlformats.org/drawingml/2006/main">
              <a:ext uri="{FF2B5EF4-FFF2-40B4-BE49-F238E27FC236}">
                <a16:creationId xmlns:a16="http://schemas.microsoft.com/office/drawing/2014/main" id="{0D04E7C1-2220-4161-9A8E-DEACD3DE9FDC}"/>
              </a:ext>
            </a:extLst>
          </p:cNvPr>
          <p:cNvSpPr>
            <a:spLocks xmlns:a="http://schemas.openxmlformats.org/drawingml/2006/main" noGrp="1"/>
          </p:cNvSpPr>
          <p:nvPr/>
        </p:nvSpPr>
        <p:spPr>
          <a:xfrm xmlns:a="http://schemas.openxmlformats.org/drawingml/2006/main">
            <a:off x="3576638" y="2190750"/>
            <a:ext cx="2319338"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1EC95102-5D2F-4F90-A36E-4762D9B6A634}"/>
              </a:ext>
            </a:extLst>
          </p:cNvPr>
          <p:cNvSpPr>
            <a:spLocks xmlns:a="http://schemas.openxmlformats.org/drawingml/2006/main" noGrp="1"/>
          </p:cNvSpPr>
          <p:nvPr/>
        </p:nvSpPr>
        <p:spPr>
          <a:xfrm xmlns:a="http://schemas.openxmlformats.org/drawingml/2006/main">
            <a:off x="3748088" y="2343150"/>
            <a:ext cx="19764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02</a:t>
            </a:r>
          </a:p>
        </p:txBody>
      </p:sp>
      <p:sp>
        <p:nvSpPr>
          <p:cNvPr id="13" name="">
            <a:extLst xmlns:a="http://schemas.openxmlformats.org/drawingml/2006/main">
              <a:ext uri="{FF2B5EF4-FFF2-40B4-BE49-F238E27FC236}">
                <a16:creationId xmlns:a16="http://schemas.microsoft.com/office/drawing/2014/main" id="{861DFA2F-A4F2-42F9-A665-B36211F5C170}"/>
              </a:ext>
            </a:extLst>
          </p:cNvPr>
          <p:cNvSpPr>
            <a:spLocks xmlns:a="http://schemas.openxmlformats.org/drawingml/2006/main" noGrp="1"/>
          </p:cNvSpPr>
          <p:nvPr/>
        </p:nvSpPr>
        <p:spPr>
          <a:xfrm xmlns:a="http://schemas.openxmlformats.org/drawingml/2006/main">
            <a:off x="3748088" y="2600325"/>
            <a:ext cx="19764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Insert</a:t>
            </a:r>
          </a:p>
        </p:txBody>
      </p:sp>
      <p:sp>
        <p:nvSpPr>
          <p:cNvPr id="14" name="">
            <a:extLst xmlns:a="http://schemas.openxmlformats.org/drawingml/2006/main">
              <a:ext uri="{FF2B5EF4-FFF2-40B4-BE49-F238E27FC236}">
                <a16:creationId xmlns:a16="http://schemas.microsoft.com/office/drawing/2014/main" id="{148EA3E4-E5BA-45E4-A008-370B618BFFBC}"/>
              </a:ext>
            </a:extLst>
          </p:cNvPr>
          <p:cNvSpPr>
            <a:spLocks xmlns:a="http://schemas.openxmlformats.org/drawingml/2006/main" noGrp="1"/>
          </p:cNvSpPr>
          <p:nvPr/>
        </p:nvSpPr>
        <p:spPr>
          <a:xfrm xmlns:a="http://schemas.openxmlformats.org/drawingml/2006/main">
            <a:off x="3748088" y="2943225"/>
            <a:ext cx="1976438"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Place it into the template</a:t>
            </a:r>
          </a:p>
        </p:txBody>
      </p:sp>
      <p:sp>
        <p:nvSpPr>
          <p:cNvPr id="15" name="">
            <a:extLst xmlns:a="http://schemas.openxmlformats.org/drawingml/2006/main">
              <a:ext uri="{FF2B5EF4-FFF2-40B4-BE49-F238E27FC236}">
                <a16:creationId xmlns:a16="http://schemas.microsoft.com/office/drawing/2014/main" id="{C3A9B330-D3DC-4847-AAC2-2274166EBE37}"/>
              </a:ext>
            </a:extLst>
          </p:cNvPr>
          <p:cNvSpPr>
            <a:spLocks xmlns:a="http://schemas.openxmlformats.org/drawingml/2006/main" noGrp="1"/>
          </p:cNvSpPr>
          <p:nvPr/>
        </p:nvSpPr>
        <p:spPr>
          <a:xfrm xmlns:a="http://schemas.openxmlformats.org/drawingml/2006/main">
            <a:off x="5962650" y="25622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6" name="">
            <a:extLst xmlns:a="http://schemas.openxmlformats.org/drawingml/2006/main">
              <a:ext uri="{FF2B5EF4-FFF2-40B4-BE49-F238E27FC236}">
                <a16:creationId xmlns:a16="http://schemas.microsoft.com/office/drawing/2014/main" id="{21E3992A-FF54-40F8-9CD7-71442EAE2858}"/>
              </a:ext>
            </a:extLst>
          </p:cNvPr>
          <p:cNvSpPr>
            <a:spLocks xmlns:a="http://schemas.openxmlformats.org/drawingml/2006/main" noGrp="1"/>
          </p:cNvSpPr>
          <p:nvPr/>
        </p:nvSpPr>
        <p:spPr>
          <a:xfrm xmlns:a="http://schemas.openxmlformats.org/drawingml/2006/main">
            <a:off x="6296025" y="2190750"/>
            <a:ext cx="2319338"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17" name="">
            <a:extLst xmlns:a="http://schemas.openxmlformats.org/drawingml/2006/main">
              <a:ext uri="{FF2B5EF4-FFF2-40B4-BE49-F238E27FC236}">
                <a16:creationId xmlns:a16="http://schemas.microsoft.com/office/drawing/2014/main" id="{B4490D79-19D4-4DBB-9663-B45D78B2505F}"/>
              </a:ext>
            </a:extLst>
          </p:cNvPr>
          <p:cNvSpPr>
            <a:spLocks xmlns:a="http://schemas.openxmlformats.org/drawingml/2006/main" noGrp="1"/>
          </p:cNvSpPr>
          <p:nvPr/>
        </p:nvSpPr>
        <p:spPr>
          <a:xfrm xmlns:a="http://schemas.openxmlformats.org/drawingml/2006/main">
            <a:off x="6467475" y="2343150"/>
            <a:ext cx="19764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03</a:t>
            </a:r>
          </a:p>
        </p:txBody>
      </p:sp>
      <p:sp>
        <p:nvSpPr>
          <p:cNvPr id="18" name="">
            <a:extLst xmlns:a="http://schemas.openxmlformats.org/drawingml/2006/main">
              <a:ext uri="{FF2B5EF4-FFF2-40B4-BE49-F238E27FC236}">
                <a16:creationId xmlns:a16="http://schemas.microsoft.com/office/drawing/2014/main" id="{CC47150E-2D33-4563-BF04-2286E4D83CDB}"/>
              </a:ext>
            </a:extLst>
          </p:cNvPr>
          <p:cNvSpPr>
            <a:spLocks xmlns:a="http://schemas.openxmlformats.org/drawingml/2006/main" noGrp="1"/>
          </p:cNvSpPr>
          <p:nvPr/>
        </p:nvSpPr>
        <p:spPr>
          <a:xfrm xmlns:a="http://schemas.openxmlformats.org/drawingml/2006/main">
            <a:off x="6467475" y="2600325"/>
            <a:ext cx="19764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Own copy</a:t>
            </a:r>
          </a:p>
        </p:txBody>
      </p:sp>
      <p:sp>
        <p:nvSpPr>
          <p:cNvPr id="19" name="">
            <a:extLst xmlns:a="http://schemas.openxmlformats.org/drawingml/2006/main">
              <a:ext uri="{FF2B5EF4-FFF2-40B4-BE49-F238E27FC236}">
                <a16:creationId xmlns:a16="http://schemas.microsoft.com/office/drawing/2014/main" id="{172C7FEC-C8BD-436D-B376-7E29DF68FE3F}"/>
              </a:ext>
            </a:extLst>
          </p:cNvPr>
          <p:cNvSpPr>
            <a:spLocks xmlns:a="http://schemas.openxmlformats.org/drawingml/2006/main" noGrp="1"/>
          </p:cNvSpPr>
          <p:nvPr/>
        </p:nvSpPr>
        <p:spPr>
          <a:xfrm xmlns:a="http://schemas.openxmlformats.org/drawingml/2006/main">
            <a:off x="6467475" y="2943225"/>
            <a:ext cx="1976438"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Template receives its own snapshot</a:t>
            </a:r>
          </a:p>
        </p:txBody>
      </p:sp>
      <p:sp>
        <p:nvSpPr>
          <p:cNvPr id="20" name="">
            <a:extLst xmlns:a="http://schemas.openxmlformats.org/drawingml/2006/main">
              <a:ext uri="{FF2B5EF4-FFF2-40B4-BE49-F238E27FC236}">
                <a16:creationId xmlns:a16="http://schemas.microsoft.com/office/drawing/2014/main" id="{1A00CB72-C662-43BF-B543-FFD40EE8ED7F}"/>
              </a:ext>
            </a:extLst>
          </p:cNvPr>
          <p:cNvSpPr>
            <a:spLocks xmlns:a="http://schemas.openxmlformats.org/drawingml/2006/main" noGrp="1"/>
          </p:cNvSpPr>
          <p:nvPr/>
        </p:nvSpPr>
        <p:spPr>
          <a:xfrm xmlns:a="http://schemas.openxmlformats.org/drawingml/2006/main">
            <a:off x="8682038" y="25622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21" name="">
            <a:extLst xmlns:a="http://schemas.openxmlformats.org/drawingml/2006/main">
              <a:ext uri="{FF2B5EF4-FFF2-40B4-BE49-F238E27FC236}">
                <a16:creationId xmlns:a16="http://schemas.microsoft.com/office/drawing/2014/main" id="{D6F80897-9263-49A5-B67D-9707FB5D4E0E}"/>
              </a:ext>
            </a:extLst>
          </p:cNvPr>
          <p:cNvSpPr>
            <a:spLocks xmlns:a="http://schemas.openxmlformats.org/drawingml/2006/main" noGrp="1"/>
          </p:cNvSpPr>
          <p:nvPr/>
        </p:nvSpPr>
        <p:spPr>
          <a:xfrm xmlns:a="http://schemas.openxmlformats.org/drawingml/2006/main">
            <a:off x="9015413" y="2190750"/>
            <a:ext cx="2319338"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E8EAF2"/>
            </a:solidFill>
            <a:prstDash val="solid"/>
          </a:ln>
        </p:spPr>
      </p:sp>
      <p:sp>
        <p:nvSpPr>
          <p:cNvPr id="22" name="">
            <a:extLst xmlns:a="http://schemas.openxmlformats.org/drawingml/2006/main">
              <a:ext uri="{FF2B5EF4-FFF2-40B4-BE49-F238E27FC236}">
                <a16:creationId xmlns:a16="http://schemas.microsoft.com/office/drawing/2014/main" id="{07D0F5BD-5528-401E-B86B-1500E75383A1}"/>
              </a:ext>
            </a:extLst>
          </p:cNvPr>
          <p:cNvSpPr>
            <a:spLocks xmlns:a="http://schemas.openxmlformats.org/drawingml/2006/main" noGrp="1"/>
          </p:cNvSpPr>
          <p:nvPr/>
        </p:nvSpPr>
        <p:spPr>
          <a:xfrm xmlns:a="http://schemas.openxmlformats.org/drawingml/2006/main">
            <a:off x="9186863" y="2343150"/>
            <a:ext cx="19764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17A673"/>
                </a:solidFill>
              </a:defRPr>
            </a:pPr>
            <a:r>
              <a:rPr sz="900" b="1">
                <a:solidFill>
                  <a:srgbClr val="17A673"/>
                </a:solidFill>
              </a:rPr>
              <a:t>04</a:t>
            </a:r>
          </a:p>
        </p:txBody>
      </p:sp>
      <p:sp>
        <p:nvSpPr>
          <p:cNvPr id="23" name="">
            <a:extLst xmlns:a="http://schemas.openxmlformats.org/drawingml/2006/main">
              <a:ext uri="{FF2B5EF4-FFF2-40B4-BE49-F238E27FC236}">
                <a16:creationId xmlns:a16="http://schemas.microsoft.com/office/drawing/2014/main" id="{327444D8-1538-4ADA-959A-858858869388}"/>
              </a:ext>
            </a:extLst>
          </p:cNvPr>
          <p:cNvSpPr>
            <a:spLocks xmlns:a="http://schemas.openxmlformats.org/drawingml/2006/main" noGrp="1"/>
          </p:cNvSpPr>
          <p:nvPr/>
        </p:nvSpPr>
        <p:spPr>
          <a:xfrm xmlns:a="http://schemas.openxmlformats.org/drawingml/2006/main">
            <a:off x="9186863" y="2600325"/>
            <a:ext cx="19764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Stay stable</a:t>
            </a:r>
          </a:p>
        </p:txBody>
      </p:sp>
      <p:sp>
        <p:nvSpPr>
          <p:cNvPr id="24" name="">
            <a:extLst xmlns:a="http://schemas.openxmlformats.org/drawingml/2006/main">
              <a:ext uri="{FF2B5EF4-FFF2-40B4-BE49-F238E27FC236}">
                <a16:creationId xmlns:a16="http://schemas.microsoft.com/office/drawing/2014/main" id="{E5624C86-BD90-4409-8BEF-3A595EA48EF1}"/>
              </a:ext>
            </a:extLst>
          </p:cNvPr>
          <p:cNvSpPr>
            <a:spLocks xmlns:a="http://schemas.openxmlformats.org/drawingml/2006/main" noGrp="1"/>
          </p:cNvSpPr>
          <p:nvPr/>
        </p:nvSpPr>
        <p:spPr>
          <a:xfrm xmlns:a="http://schemas.openxmlformats.org/drawingml/2006/main">
            <a:off x="9186863" y="2943225"/>
            <a:ext cx="1976438"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Later source changes do not rewrite it</a:t>
            </a:r>
          </a:p>
        </p:txBody>
      </p:sp>
      <p:sp>
        <p:nvSpPr>
          <p:cNvPr id="25" name="">
            <a:extLst xmlns:a="http://schemas.openxmlformats.org/drawingml/2006/main">
              <a:ext uri="{FF2B5EF4-FFF2-40B4-BE49-F238E27FC236}">
                <a16:creationId xmlns:a16="http://schemas.microsoft.com/office/drawing/2014/main" id="{ED378BDD-B979-4E8B-AFF3-E62A1A0970CD}"/>
              </a:ext>
            </a:extLst>
          </p:cNvPr>
          <p:cNvSpPr>
            <a:spLocks xmlns:a="http://schemas.openxmlformats.org/drawingml/2006/main" noGrp="1"/>
          </p:cNvSpPr>
          <p:nvPr/>
        </p:nvSpPr>
        <p:spPr>
          <a:xfrm xmlns:a="http://schemas.openxmlformats.org/drawingml/2006/main">
            <a:off x="1524000" y="4572000"/>
            <a:ext cx="914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B1020"/>
                </a:solidFill>
              </a:defRPr>
            </a:pPr>
            <a:r>
              <a:rPr sz="2025" b="1">
                <a:solidFill>
                  <a:srgbClr val="0B1020"/>
                </a:solidFill>
              </a:rPr>
              <a:t>Central standards can evolve while previously created templates remain predictable.</a:t>
            </a:r>
          </a:p>
        </p:txBody>
      </p:sp>
      <p:sp>
        <p:nvSpPr>
          <p:cNvPr id="26" name="">
            <a:extLst xmlns:a="http://schemas.openxmlformats.org/drawingml/2006/main">
              <a:ext uri="{FF2B5EF4-FFF2-40B4-BE49-F238E27FC236}">
                <a16:creationId xmlns:a16="http://schemas.microsoft.com/office/drawing/2014/main" id="{9E282581-7483-46D5-BD2D-0E7C25D8C660}"/>
              </a:ext>
            </a:extLst>
          </p:cNvPr>
          <p:cNvSpPr>
            <a:spLocks xmlns:a="http://schemas.openxmlformats.org/drawingml/2006/main" noGrp="1"/>
          </p:cNvSpPr>
          <p:nvPr/>
        </p:nvSpPr>
        <p:spPr>
          <a:xfrm xmlns:a="http://schemas.openxmlformats.org/drawingml/2006/main">
            <a:off x="2286000" y="5286375"/>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6D3CFF"/>
                </a:solidFill>
              </a:defRPr>
            </a:pPr>
            <a:r>
              <a:rPr sz="1500" b="1">
                <a:solidFill>
                  <a:srgbClr val="6D3CFF"/>
                </a:solidFill>
              </a:rPr>
              <a:t>A controlled copy—not a fragile live dependency.</a:t>
            </a:r>
          </a:p>
        </p:txBody>
      </p:sp>
    </p:spTree>
    <p:extLst>
      <p:ext uri="{BB962C8B-B14F-4D97-AF65-F5344CB8AC3E}">
        <p14:creationId xmlns:p14="http://schemas.microsoft.com/office/powerpoint/2010/main" val="320270194"/>
      </p:ext>
    </p:extLst>
  </p:cSld>
</p:sld>
</file>

<file path=ppt/slides/slide12.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A9A226B-4B21-4D06-A43A-233CE031BC6D}"/>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TEMPLATE GOVERNANCE</a:t>
            </a:r>
          </a:p>
        </p:txBody>
      </p:sp>
      <p:sp>
        <p:nvSpPr>
          <p:cNvPr id="2" name="slide-title-12">
            <a:extLst xmlns:a="http://schemas.openxmlformats.org/drawingml/2006/main">
              <a:ext uri="{FF2B5EF4-FFF2-40B4-BE49-F238E27FC236}">
                <a16:creationId xmlns:a16="http://schemas.microsoft.com/office/drawing/2014/main" id="{63662FA4-D641-4700-9BCE-4E5C6958D0F6}"/>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New reporting standards reach the right level of oversight</a:t>
            </a:r>
          </a:p>
        </p:txBody>
      </p:sp>
      <p:sp>
        <p:nvSpPr>
          <p:cNvPr id="3" name="">
            <a:extLst xmlns:a="http://schemas.openxmlformats.org/drawingml/2006/main">
              <a:ext uri="{FF2B5EF4-FFF2-40B4-BE49-F238E27FC236}">
                <a16:creationId xmlns:a16="http://schemas.microsoft.com/office/drawing/2014/main" id="{8A519839-BBB0-4325-BA00-B488B9451D25}"/>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12</a:t>
            </a:r>
          </a:p>
        </p:txBody>
      </p:sp>
      <p:sp>
        <p:nvSpPr>
          <p:cNvPr id="4" name="">
            <a:extLst xmlns:a="http://schemas.openxmlformats.org/drawingml/2006/main">
              <a:ext uri="{FF2B5EF4-FFF2-40B4-BE49-F238E27FC236}">
                <a16:creationId xmlns:a16="http://schemas.microsoft.com/office/drawing/2014/main" id="{424837F4-ED69-4969-BE8A-6F61FDE2934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7EAACF47-F730-48F9-A76F-94C37487EDC8}"/>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9457A205-6855-4190-89FA-8712BB9DF095}"/>
              </a:ext>
            </a:extLst>
          </p:cNvPr>
          <p:cNvSpPr>
            <a:spLocks xmlns:a="http://schemas.openxmlformats.org/drawingml/2006/main" noGrp="1"/>
          </p:cNvSpPr>
          <p:nvPr/>
        </p:nvSpPr>
        <p:spPr>
          <a:xfrm xmlns:a="http://schemas.openxmlformats.org/drawingml/2006/main">
            <a:off x="838200" y="1809750"/>
            <a:ext cx="2381250" cy="781050"/>
          </a:xfrm>
          <a:prstGeom xmlns:a="http://schemas.openxmlformats.org/drawingml/2006/main" prst="roundRect">
            <a:avLst>
              <a:gd name="adj" fmla="val 19512"/>
            </a:avLst>
          </a:prstGeom>
          <a:solidFill xmlns:a="http://schemas.openxmlformats.org/drawingml/2006/main">
            <a:srgbClr val="151A2F"/>
          </a:solidFill>
          <a:ln xmlns:a="http://schemas.openxmlformats.org/drawingml/2006/main" w="9525">
            <a:solidFill>
              <a:srgbClr val="333A55"/>
            </a:solidFill>
            <a:prstDash val="solid"/>
          </a:ln>
        </p:spPr>
      </p:sp>
      <p:sp>
        <p:nvSpPr>
          <p:cNvPr id="7" name="">
            <a:extLst xmlns:a="http://schemas.openxmlformats.org/drawingml/2006/main">
              <a:ext uri="{FF2B5EF4-FFF2-40B4-BE49-F238E27FC236}">
                <a16:creationId xmlns:a16="http://schemas.microsoft.com/office/drawing/2014/main" id="{B569950D-E9B2-4EE0-A816-5C09FC890F4A}"/>
              </a:ext>
            </a:extLst>
          </p:cNvPr>
          <p:cNvSpPr>
            <a:spLocks xmlns:a="http://schemas.openxmlformats.org/drawingml/2006/main" noGrp="1"/>
          </p:cNvSpPr>
          <p:nvPr/>
        </p:nvSpPr>
        <p:spPr>
          <a:xfrm xmlns:a="http://schemas.openxmlformats.org/drawingml/2006/main">
            <a:off x="1028700" y="19431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8B67FF"/>
                </a:solidFill>
              </a:defRPr>
            </a:pPr>
            <a:r>
              <a:rPr sz="1050" b="1">
                <a:solidFill>
                  <a:srgbClr val="8B67FF"/>
                </a:solidFill>
              </a:rPr>
              <a:t>EMPLOYEE</a:t>
            </a:r>
          </a:p>
        </p:txBody>
      </p:sp>
      <p:sp>
        <p:nvSpPr>
          <p:cNvPr id="8" name="">
            <a:extLst xmlns:a="http://schemas.openxmlformats.org/drawingml/2006/main">
              <a:ext uri="{FF2B5EF4-FFF2-40B4-BE49-F238E27FC236}">
                <a16:creationId xmlns:a16="http://schemas.microsoft.com/office/drawing/2014/main" id="{D5B602A0-0E53-48C8-9AE0-5F0AD4966BEE}"/>
              </a:ext>
            </a:extLst>
          </p:cNvPr>
          <p:cNvSpPr>
            <a:spLocks xmlns:a="http://schemas.openxmlformats.org/drawingml/2006/main" noGrp="1"/>
          </p:cNvSpPr>
          <p:nvPr/>
        </p:nvSpPr>
        <p:spPr>
          <a:xfrm xmlns:a="http://schemas.openxmlformats.org/drawingml/2006/main">
            <a:off x="1028700" y="2190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Creates template</a:t>
            </a:r>
          </a:p>
        </p:txBody>
      </p:sp>
      <p:sp>
        <p:nvSpPr>
          <p:cNvPr id="9" name="">
            <a:extLst xmlns:a="http://schemas.openxmlformats.org/drawingml/2006/main">
              <a:ext uri="{FF2B5EF4-FFF2-40B4-BE49-F238E27FC236}">
                <a16:creationId xmlns:a16="http://schemas.microsoft.com/office/drawing/2014/main" id="{BCCF8E8D-E680-4140-959A-F6E24EB835BA}"/>
              </a:ext>
            </a:extLst>
          </p:cNvPr>
          <p:cNvSpPr>
            <a:spLocks xmlns:a="http://schemas.openxmlformats.org/drawingml/2006/main" noGrp="1"/>
          </p:cNvSpPr>
          <p:nvPr/>
        </p:nvSpPr>
        <p:spPr>
          <a:xfrm xmlns:a="http://schemas.openxmlformats.org/drawingml/2006/main">
            <a:off x="3524250" y="1990725"/>
            <a:ext cx="590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8B67FF"/>
                </a:solidFill>
              </a:defRPr>
            </a:pPr>
            <a:r>
              <a:rPr sz="2550" b="1">
                <a:solidFill>
                  <a:srgbClr val="8B67FF"/>
                </a:solidFill>
              </a:rPr>
              <a:t>→</a:t>
            </a:r>
          </a:p>
        </p:txBody>
      </p:sp>
      <p:sp>
        <p:nvSpPr>
          <p:cNvPr id="10" name="">
            <a:extLst xmlns:a="http://schemas.openxmlformats.org/drawingml/2006/main">
              <a:ext uri="{FF2B5EF4-FFF2-40B4-BE49-F238E27FC236}">
                <a16:creationId xmlns:a16="http://schemas.microsoft.com/office/drawing/2014/main" id="{4C1F86E1-D193-4865-9C8F-1D8A340064D4}"/>
              </a:ext>
            </a:extLst>
          </p:cNvPr>
          <p:cNvSpPr>
            <a:spLocks xmlns:a="http://schemas.openxmlformats.org/drawingml/2006/main" noGrp="1"/>
          </p:cNvSpPr>
          <p:nvPr/>
        </p:nvSpPr>
        <p:spPr>
          <a:xfrm xmlns:a="http://schemas.openxmlformats.org/drawingml/2006/main">
            <a:off x="4381500" y="1809750"/>
            <a:ext cx="3333750" cy="781050"/>
          </a:xfrm>
          <a:prstGeom xmlns:a="http://schemas.openxmlformats.org/drawingml/2006/main" prst="roundRect">
            <a:avLst>
              <a:gd name="adj" fmla="val 19512"/>
            </a:avLst>
          </a:prstGeom>
          <a:solidFill xmlns:a="http://schemas.openxmlformats.org/drawingml/2006/main">
            <a:srgbClr val="222943"/>
          </a:solidFill>
          <a:ln xmlns:a="http://schemas.openxmlformats.org/drawingml/2006/main" w="9525">
            <a:solidFill>
              <a:srgbClr val="333A55"/>
            </a:solidFill>
            <a:prstDash val="solid"/>
          </a:ln>
        </p:spPr>
      </p:sp>
      <p:sp>
        <p:nvSpPr>
          <p:cNvPr id="11" name="">
            <a:extLst xmlns:a="http://schemas.openxmlformats.org/drawingml/2006/main">
              <a:ext uri="{FF2B5EF4-FFF2-40B4-BE49-F238E27FC236}">
                <a16:creationId xmlns:a16="http://schemas.microsoft.com/office/drawing/2014/main" id="{68AA8789-8A52-43D0-8121-A31228EF8E7C}"/>
              </a:ext>
            </a:extLst>
          </p:cNvPr>
          <p:cNvSpPr>
            <a:spLocks xmlns:a="http://schemas.openxmlformats.org/drawingml/2006/main" noGrp="1"/>
          </p:cNvSpPr>
          <p:nvPr/>
        </p:nvSpPr>
        <p:spPr>
          <a:xfrm xmlns:a="http://schemas.openxmlformats.org/drawingml/2006/main">
            <a:off x="4610100" y="1943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8B67FF"/>
                </a:solidFill>
              </a:defRPr>
            </a:pPr>
            <a:r>
              <a:rPr sz="1050" b="1">
                <a:solidFill>
                  <a:srgbClr val="8B67FF"/>
                </a:solidFill>
              </a:rPr>
              <a:t>MANAGER</a:t>
            </a:r>
          </a:p>
        </p:txBody>
      </p:sp>
      <p:sp>
        <p:nvSpPr>
          <p:cNvPr id="12" name="">
            <a:extLst xmlns:a="http://schemas.openxmlformats.org/drawingml/2006/main">
              <a:ext uri="{FF2B5EF4-FFF2-40B4-BE49-F238E27FC236}">
                <a16:creationId xmlns:a16="http://schemas.microsoft.com/office/drawing/2014/main" id="{3BEE4DC7-AD0A-4877-A834-2060F5716111}"/>
              </a:ext>
            </a:extLst>
          </p:cNvPr>
          <p:cNvSpPr>
            <a:spLocks xmlns:a="http://schemas.openxmlformats.org/drawingml/2006/main" noGrp="1"/>
          </p:cNvSpPr>
          <p:nvPr/>
        </p:nvSpPr>
        <p:spPr>
          <a:xfrm xmlns:a="http://schemas.openxmlformats.org/drawingml/2006/main">
            <a:off x="4610100" y="2190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Reviews &amp; decides</a:t>
            </a:r>
          </a:p>
        </p:txBody>
      </p:sp>
      <p:sp>
        <p:nvSpPr>
          <p:cNvPr id="13" name="">
            <a:extLst xmlns:a="http://schemas.openxmlformats.org/drawingml/2006/main">
              <a:ext uri="{FF2B5EF4-FFF2-40B4-BE49-F238E27FC236}">
                <a16:creationId xmlns:a16="http://schemas.microsoft.com/office/drawing/2014/main" id="{C8A82A30-39DB-4D6C-8927-96D1A3ACE773}"/>
              </a:ext>
            </a:extLst>
          </p:cNvPr>
          <p:cNvSpPr>
            <a:spLocks xmlns:a="http://schemas.openxmlformats.org/drawingml/2006/main" noGrp="1"/>
          </p:cNvSpPr>
          <p:nvPr/>
        </p:nvSpPr>
        <p:spPr>
          <a:xfrm xmlns:a="http://schemas.openxmlformats.org/drawingml/2006/main">
            <a:off x="8001000" y="1990725"/>
            <a:ext cx="590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8B67FF"/>
                </a:solidFill>
              </a:defRPr>
            </a:pPr>
            <a:r>
              <a:rPr sz="2550" b="1">
                <a:solidFill>
                  <a:srgbClr val="8B67FF"/>
                </a:solidFill>
              </a:rPr>
              <a:t>→</a:t>
            </a:r>
          </a:p>
        </p:txBody>
      </p:sp>
      <p:sp>
        <p:nvSpPr>
          <p:cNvPr id="14" name="">
            <a:extLst xmlns:a="http://schemas.openxmlformats.org/drawingml/2006/main">
              <a:ext uri="{FF2B5EF4-FFF2-40B4-BE49-F238E27FC236}">
                <a16:creationId xmlns:a16="http://schemas.microsoft.com/office/drawing/2014/main" id="{4CBE6900-8890-489D-9FBE-5E9D405507FF}"/>
              </a:ext>
            </a:extLst>
          </p:cNvPr>
          <p:cNvSpPr>
            <a:spLocks xmlns:a="http://schemas.openxmlformats.org/drawingml/2006/main" noGrp="1"/>
          </p:cNvSpPr>
          <p:nvPr/>
        </p:nvSpPr>
        <p:spPr>
          <a:xfrm xmlns:a="http://schemas.openxmlformats.org/drawingml/2006/main">
            <a:off x="8953500" y="19050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AVAILABLE</a:t>
            </a:r>
          </a:p>
          <a:p xmlns:a="http://schemas.openxmlformats.org/drawingml/2006/main">
            <a:pPr algn="ctr">
              <a:defRPr sz="1500" b="1">
                <a:solidFill>
                  <a:srgbClr val="FFFFFF"/>
                </a:solidFill>
              </a:defRPr>
            </a:pPr>
            <a:r>
              <a:rPr sz="1500" b="1">
                <a:solidFill>
                  <a:srgbClr val="FFFFFF"/>
                </a:solidFill>
              </a:rPr>
              <a:t>FOR REPORTING</a:t>
            </a:r>
          </a:p>
        </p:txBody>
      </p:sp>
      <p:sp>
        <p:nvSpPr>
          <p:cNvPr id="15" name="">
            <a:extLst xmlns:a="http://schemas.openxmlformats.org/drawingml/2006/main">
              <a:ext uri="{FF2B5EF4-FFF2-40B4-BE49-F238E27FC236}">
                <a16:creationId xmlns:a16="http://schemas.microsoft.com/office/drawing/2014/main" id="{C4CD78EC-74E3-4DE0-8CB9-B3C23F196798}"/>
              </a:ext>
            </a:extLst>
          </p:cNvPr>
          <p:cNvSpPr>
            <a:spLocks xmlns:a="http://schemas.openxmlformats.org/drawingml/2006/main" noGrp="1"/>
          </p:cNvSpPr>
          <p:nvPr/>
        </p:nvSpPr>
        <p:spPr>
          <a:xfrm xmlns:a="http://schemas.openxmlformats.org/drawingml/2006/main">
            <a:off x="838200" y="3028950"/>
            <a:ext cx="2381250" cy="781050"/>
          </a:xfrm>
          <a:prstGeom xmlns:a="http://schemas.openxmlformats.org/drawingml/2006/main" prst="roundRect">
            <a:avLst>
              <a:gd name="adj" fmla="val 19512"/>
            </a:avLst>
          </a:prstGeom>
          <a:solidFill xmlns:a="http://schemas.openxmlformats.org/drawingml/2006/main">
            <a:srgbClr val="151A2F"/>
          </a:solidFill>
          <a:ln xmlns:a="http://schemas.openxmlformats.org/drawingml/2006/main" w="9525">
            <a:solidFill>
              <a:srgbClr val="333A55"/>
            </a:solidFill>
            <a:prstDash val="solid"/>
          </a:ln>
        </p:spPr>
      </p:sp>
      <p:sp>
        <p:nvSpPr>
          <p:cNvPr id="16" name="">
            <a:extLst xmlns:a="http://schemas.openxmlformats.org/drawingml/2006/main">
              <a:ext uri="{FF2B5EF4-FFF2-40B4-BE49-F238E27FC236}">
                <a16:creationId xmlns:a16="http://schemas.microsoft.com/office/drawing/2014/main" id="{226CB213-1859-49EE-8C45-B1761BE6A18B}"/>
              </a:ext>
            </a:extLst>
          </p:cNvPr>
          <p:cNvSpPr>
            <a:spLocks xmlns:a="http://schemas.openxmlformats.org/drawingml/2006/main" noGrp="1"/>
          </p:cNvSpPr>
          <p:nvPr/>
        </p:nvSpPr>
        <p:spPr>
          <a:xfrm xmlns:a="http://schemas.openxmlformats.org/drawingml/2006/main">
            <a:off x="1028700" y="31623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0C7D9"/>
                </a:solidFill>
              </a:defRPr>
            </a:pPr>
            <a:r>
              <a:rPr sz="1050" b="1">
                <a:solidFill>
                  <a:srgbClr val="20C7D9"/>
                </a:solidFill>
              </a:rPr>
              <a:t>MANAGER</a:t>
            </a:r>
          </a:p>
        </p:txBody>
      </p:sp>
      <p:sp>
        <p:nvSpPr>
          <p:cNvPr id="17" name="">
            <a:extLst xmlns:a="http://schemas.openxmlformats.org/drawingml/2006/main">
              <a:ext uri="{FF2B5EF4-FFF2-40B4-BE49-F238E27FC236}">
                <a16:creationId xmlns:a16="http://schemas.microsoft.com/office/drawing/2014/main" id="{96B2C33A-351F-4803-90B0-4AA1A0ADB770}"/>
              </a:ext>
            </a:extLst>
          </p:cNvPr>
          <p:cNvSpPr>
            <a:spLocks xmlns:a="http://schemas.openxmlformats.org/drawingml/2006/main" noGrp="1"/>
          </p:cNvSpPr>
          <p:nvPr/>
        </p:nvSpPr>
        <p:spPr>
          <a:xfrm xmlns:a="http://schemas.openxmlformats.org/drawingml/2006/main">
            <a:off x="1028700" y="3409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Creates template</a:t>
            </a:r>
          </a:p>
        </p:txBody>
      </p:sp>
      <p:sp>
        <p:nvSpPr>
          <p:cNvPr id="18" name="">
            <a:extLst xmlns:a="http://schemas.openxmlformats.org/drawingml/2006/main">
              <a:ext uri="{FF2B5EF4-FFF2-40B4-BE49-F238E27FC236}">
                <a16:creationId xmlns:a16="http://schemas.microsoft.com/office/drawing/2014/main" id="{740CFC1D-24AD-40E6-B6A9-10819EE95703}"/>
              </a:ext>
            </a:extLst>
          </p:cNvPr>
          <p:cNvSpPr>
            <a:spLocks xmlns:a="http://schemas.openxmlformats.org/drawingml/2006/main" noGrp="1"/>
          </p:cNvSpPr>
          <p:nvPr/>
        </p:nvSpPr>
        <p:spPr>
          <a:xfrm xmlns:a="http://schemas.openxmlformats.org/drawingml/2006/main">
            <a:off x="3524250" y="3209925"/>
            <a:ext cx="590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20C7D9"/>
                </a:solidFill>
              </a:defRPr>
            </a:pPr>
            <a:r>
              <a:rPr sz="2550" b="1">
                <a:solidFill>
                  <a:srgbClr val="20C7D9"/>
                </a:solidFill>
              </a:rPr>
              <a:t>→</a:t>
            </a:r>
          </a:p>
        </p:txBody>
      </p:sp>
      <p:sp>
        <p:nvSpPr>
          <p:cNvPr id="19" name="">
            <a:extLst xmlns:a="http://schemas.openxmlformats.org/drawingml/2006/main">
              <a:ext uri="{FF2B5EF4-FFF2-40B4-BE49-F238E27FC236}">
                <a16:creationId xmlns:a16="http://schemas.microsoft.com/office/drawing/2014/main" id="{7397C995-739F-4142-9713-5BE53DE2AA91}"/>
              </a:ext>
            </a:extLst>
          </p:cNvPr>
          <p:cNvSpPr>
            <a:spLocks xmlns:a="http://schemas.openxmlformats.org/drawingml/2006/main" noGrp="1"/>
          </p:cNvSpPr>
          <p:nvPr/>
        </p:nvSpPr>
        <p:spPr>
          <a:xfrm xmlns:a="http://schemas.openxmlformats.org/drawingml/2006/main">
            <a:off x="4381500" y="3028950"/>
            <a:ext cx="3333750" cy="781050"/>
          </a:xfrm>
          <a:prstGeom xmlns:a="http://schemas.openxmlformats.org/drawingml/2006/main" prst="roundRect">
            <a:avLst>
              <a:gd name="adj" fmla="val 19512"/>
            </a:avLst>
          </a:prstGeom>
          <a:solidFill xmlns:a="http://schemas.openxmlformats.org/drawingml/2006/main">
            <a:srgbClr val="222943"/>
          </a:solidFill>
          <a:ln xmlns:a="http://schemas.openxmlformats.org/drawingml/2006/main" w="9525">
            <a:solidFill>
              <a:srgbClr val="333A55"/>
            </a:solidFill>
            <a:prstDash val="solid"/>
          </a:ln>
        </p:spPr>
      </p:sp>
      <p:sp>
        <p:nvSpPr>
          <p:cNvPr id="20" name="">
            <a:extLst xmlns:a="http://schemas.openxmlformats.org/drawingml/2006/main">
              <a:ext uri="{FF2B5EF4-FFF2-40B4-BE49-F238E27FC236}">
                <a16:creationId xmlns:a16="http://schemas.microsoft.com/office/drawing/2014/main" id="{84C40160-6335-47F5-BA10-658D97A57070}"/>
              </a:ext>
            </a:extLst>
          </p:cNvPr>
          <p:cNvSpPr>
            <a:spLocks xmlns:a="http://schemas.openxmlformats.org/drawingml/2006/main" noGrp="1"/>
          </p:cNvSpPr>
          <p:nvPr/>
        </p:nvSpPr>
        <p:spPr>
          <a:xfrm xmlns:a="http://schemas.openxmlformats.org/drawingml/2006/main">
            <a:off x="4610100" y="3162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0C7D9"/>
                </a:solidFill>
              </a:defRPr>
            </a:pPr>
            <a:r>
              <a:rPr sz="1050" b="1">
                <a:solidFill>
                  <a:srgbClr val="20C7D9"/>
                </a:solidFill>
              </a:rPr>
              <a:t>DIRECTOR</a:t>
            </a:r>
          </a:p>
        </p:txBody>
      </p:sp>
      <p:sp>
        <p:nvSpPr>
          <p:cNvPr id="21" name="">
            <a:extLst xmlns:a="http://schemas.openxmlformats.org/drawingml/2006/main">
              <a:ext uri="{FF2B5EF4-FFF2-40B4-BE49-F238E27FC236}">
                <a16:creationId xmlns:a16="http://schemas.microsoft.com/office/drawing/2014/main" id="{307A9D93-2748-46B8-89AF-40B063018F5D}"/>
              </a:ext>
            </a:extLst>
          </p:cNvPr>
          <p:cNvSpPr>
            <a:spLocks xmlns:a="http://schemas.openxmlformats.org/drawingml/2006/main" noGrp="1"/>
          </p:cNvSpPr>
          <p:nvPr/>
        </p:nvSpPr>
        <p:spPr>
          <a:xfrm xmlns:a="http://schemas.openxmlformats.org/drawingml/2006/main">
            <a:off x="4610100" y="3409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Reviews &amp; decides</a:t>
            </a:r>
          </a:p>
        </p:txBody>
      </p:sp>
      <p:sp>
        <p:nvSpPr>
          <p:cNvPr id="22" name="">
            <a:extLst xmlns:a="http://schemas.openxmlformats.org/drawingml/2006/main">
              <a:ext uri="{FF2B5EF4-FFF2-40B4-BE49-F238E27FC236}">
                <a16:creationId xmlns:a16="http://schemas.microsoft.com/office/drawing/2014/main" id="{36D9B3BB-15B5-42D6-AAC1-C8758689BEA3}"/>
              </a:ext>
            </a:extLst>
          </p:cNvPr>
          <p:cNvSpPr>
            <a:spLocks xmlns:a="http://schemas.openxmlformats.org/drawingml/2006/main" noGrp="1"/>
          </p:cNvSpPr>
          <p:nvPr/>
        </p:nvSpPr>
        <p:spPr>
          <a:xfrm xmlns:a="http://schemas.openxmlformats.org/drawingml/2006/main">
            <a:off x="8001000" y="3209925"/>
            <a:ext cx="590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20C7D9"/>
                </a:solidFill>
              </a:defRPr>
            </a:pPr>
            <a:r>
              <a:rPr sz="2550" b="1">
                <a:solidFill>
                  <a:srgbClr val="20C7D9"/>
                </a:solidFill>
              </a:rPr>
              <a:t>→</a:t>
            </a:r>
          </a:p>
        </p:txBody>
      </p:sp>
      <p:sp>
        <p:nvSpPr>
          <p:cNvPr id="23" name="">
            <a:extLst xmlns:a="http://schemas.openxmlformats.org/drawingml/2006/main">
              <a:ext uri="{FF2B5EF4-FFF2-40B4-BE49-F238E27FC236}">
                <a16:creationId xmlns:a16="http://schemas.microsoft.com/office/drawing/2014/main" id="{1A41A25C-5209-49B6-8BBA-CC442BC835BB}"/>
              </a:ext>
            </a:extLst>
          </p:cNvPr>
          <p:cNvSpPr>
            <a:spLocks xmlns:a="http://schemas.openxmlformats.org/drawingml/2006/main" noGrp="1"/>
          </p:cNvSpPr>
          <p:nvPr/>
        </p:nvSpPr>
        <p:spPr>
          <a:xfrm xmlns:a="http://schemas.openxmlformats.org/drawingml/2006/main">
            <a:off x="8953500" y="31242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AVAILABLE</a:t>
            </a:r>
          </a:p>
          <a:p xmlns:a="http://schemas.openxmlformats.org/drawingml/2006/main">
            <a:pPr algn="ctr">
              <a:defRPr sz="1500" b="1">
                <a:solidFill>
                  <a:srgbClr val="FFFFFF"/>
                </a:solidFill>
              </a:defRPr>
            </a:pPr>
            <a:r>
              <a:rPr sz="1500" b="1">
                <a:solidFill>
                  <a:srgbClr val="FFFFFF"/>
                </a:solidFill>
              </a:rPr>
              <a:t>FOR REPORTING</a:t>
            </a:r>
          </a:p>
        </p:txBody>
      </p:sp>
      <p:sp>
        <p:nvSpPr>
          <p:cNvPr id="24" name="">
            <a:extLst xmlns:a="http://schemas.openxmlformats.org/drawingml/2006/main">
              <a:ext uri="{FF2B5EF4-FFF2-40B4-BE49-F238E27FC236}">
                <a16:creationId xmlns:a16="http://schemas.microsoft.com/office/drawing/2014/main" id="{4EFC3B77-8994-45E6-9B6A-E0C97A2E7C2B}"/>
              </a:ext>
            </a:extLst>
          </p:cNvPr>
          <p:cNvSpPr>
            <a:spLocks xmlns:a="http://schemas.openxmlformats.org/drawingml/2006/main" noGrp="1"/>
          </p:cNvSpPr>
          <p:nvPr/>
        </p:nvSpPr>
        <p:spPr>
          <a:xfrm xmlns:a="http://schemas.openxmlformats.org/drawingml/2006/main">
            <a:off x="838200" y="4248150"/>
            <a:ext cx="2381250" cy="781050"/>
          </a:xfrm>
          <a:prstGeom xmlns:a="http://schemas.openxmlformats.org/drawingml/2006/main" prst="roundRect">
            <a:avLst>
              <a:gd name="adj" fmla="val 19512"/>
            </a:avLst>
          </a:prstGeom>
          <a:solidFill xmlns:a="http://schemas.openxmlformats.org/drawingml/2006/main">
            <a:srgbClr val="151A2F"/>
          </a:solidFill>
          <a:ln xmlns:a="http://schemas.openxmlformats.org/drawingml/2006/main" w="9525">
            <a:solidFill>
              <a:srgbClr val="333A55"/>
            </a:solidFill>
            <a:prstDash val="solid"/>
          </a:ln>
        </p:spPr>
      </p:sp>
      <p:sp>
        <p:nvSpPr>
          <p:cNvPr id="25" name="">
            <a:extLst xmlns:a="http://schemas.openxmlformats.org/drawingml/2006/main">
              <a:ext uri="{FF2B5EF4-FFF2-40B4-BE49-F238E27FC236}">
                <a16:creationId xmlns:a16="http://schemas.microsoft.com/office/drawing/2014/main" id="{151464D2-37BD-4F98-A420-FF8D365DABDE}"/>
              </a:ext>
            </a:extLst>
          </p:cNvPr>
          <p:cNvSpPr>
            <a:spLocks xmlns:a="http://schemas.openxmlformats.org/drawingml/2006/main" noGrp="1"/>
          </p:cNvSpPr>
          <p:nvPr/>
        </p:nvSpPr>
        <p:spPr>
          <a:xfrm xmlns:a="http://schemas.openxmlformats.org/drawingml/2006/main">
            <a:off x="1028700" y="43815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A673"/>
                </a:solidFill>
              </a:defRPr>
            </a:pPr>
            <a:r>
              <a:rPr sz="1050" b="1">
                <a:solidFill>
                  <a:srgbClr val="17A673"/>
                </a:solidFill>
              </a:rPr>
              <a:t>DIRECTOR</a:t>
            </a:r>
          </a:p>
        </p:txBody>
      </p:sp>
      <p:sp>
        <p:nvSpPr>
          <p:cNvPr id="26" name="">
            <a:extLst xmlns:a="http://schemas.openxmlformats.org/drawingml/2006/main">
              <a:ext uri="{FF2B5EF4-FFF2-40B4-BE49-F238E27FC236}">
                <a16:creationId xmlns:a16="http://schemas.microsoft.com/office/drawing/2014/main" id="{21F26F4E-B5B4-4C1F-ADAD-FB8AC1FB6C0F}"/>
              </a:ext>
            </a:extLst>
          </p:cNvPr>
          <p:cNvSpPr>
            <a:spLocks xmlns:a="http://schemas.openxmlformats.org/drawingml/2006/main" noGrp="1"/>
          </p:cNvSpPr>
          <p:nvPr/>
        </p:nvSpPr>
        <p:spPr>
          <a:xfrm xmlns:a="http://schemas.openxmlformats.org/drawingml/2006/main">
            <a:off x="1028700" y="4629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Creates template</a:t>
            </a:r>
          </a:p>
        </p:txBody>
      </p:sp>
      <p:sp>
        <p:nvSpPr>
          <p:cNvPr id="27" name="">
            <a:extLst xmlns:a="http://schemas.openxmlformats.org/drawingml/2006/main">
              <a:ext uri="{FF2B5EF4-FFF2-40B4-BE49-F238E27FC236}">
                <a16:creationId xmlns:a16="http://schemas.microsoft.com/office/drawing/2014/main" id="{8E03BA11-9AD0-4708-B7A4-7A74EC00809D}"/>
              </a:ext>
            </a:extLst>
          </p:cNvPr>
          <p:cNvSpPr>
            <a:spLocks xmlns:a="http://schemas.openxmlformats.org/drawingml/2006/main" noGrp="1"/>
          </p:cNvSpPr>
          <p:nvPr/>
        </p:nvSpPr>
        <p:spPr>
          <a:xfrm xmlns:a="http://schemas.openxmlformats.org/drawingml/2006/main">
            <a:off x="3524250" y="4429125"/>
            <a:ext cx="590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A673"/>
                </a:solidFill>
              </a:defRPr>
            </a:pPr>
            <a:r>
              <a:rPr sz="2550" b="1">
                <a:solidFill>
                  <a:srgbClr val="17A673"/>
                </a:solidFill>
              </a:rPr>
              <a:t>→</a:t>
            </a:r>
          </a:p>
        </p:txBody>
      </p:sp>
      <p:sp>
        <p:nvSpPr>
          <p:cNvPr id="28" name="">
            <a:extLst xmlns:a="http://schemas.openxmlformats.org/drawingml/2006/main">
              <a:ext uri="{FF2B5EF4-FFF2-40B4-BE49-F238E27FC236}">
                <a16:creationId xmlns:a16="http://schemas.microsoft.com/office/drawing/2014/main" id="{71A275F1-53FB-451D-8F8A-23B4099FD61A}"/>
              </a:ext>
            </a:extLst>
          </p:cNvPr>
          <p:cNvSpPr>
            <a:spLocks xmlns:a="http://schemas.openxmlformats.org/drawingml/2006/main" noGrp="1"/>
          </p:cNvSpPr>
          <p:nvPr/>
        </p:nvSpPr>
        <p:spPr>
          <a:xfrm xmlns:a="http://schemas.openxmlformats.org/drawingml/2006/main">
            <a:off x="4381500" y="4248150"/>
            <a:ext cx="3333750" cy="781050"/>
          </a:xfrm>
          <a:prstGeom xmlns:a="http://schemas.openxmlformats.org/drawingml/2006/main" prst="roundRect">
            <a:avLst>
              <a:gd name="adj" fmla="val 19512"/>
            </a:avLst>
          </a:prstGeom>
          <a:solidFill xmlns:a="http://schemas.openxmlformats.org/drawingml/2006/main">
            <a:srgbClr val="222943"/>
          </a:solidFill>
          <a:ln xmlns:a="http://schemas.openxmlformats.org/drawingml/2006/main" w="9525">
            <a:solidFill>
              <a:srgbClr val="333A55"/>
            </a:solidFill>
            <a:prstDash val="solid"/>
          </a:ln>
        </p:spPr>
      </p:sp>
      <p:sp>
        <p:nvSpPr>
          <p:cNvPr id="29" name="">
            <a:extLst xmlns:a="http://schemas.openxmlformats.org/drawingml/2006/main">
              <a:ext uri="{FF2B5EF4-FFF2-40B4-BE49-F238E27FC236}">
                <a16:creationId xmlns:a16="http://schemas.microsoft.com/office/drawing/2014/main" id="{3B14E91D-C67D-4D27-A813-C80DDB0A8D0D}"/>
              </a:ext>
            </a:extLst>
          </p:cNvPr>
          <p:cNvSpPr>
            <a:spLocks xmlns:a="http://schemas.openxmlformats.org/drawingml/2006/main" noGrp="1"/>
          </p:cNvSpPr>
          <p:nvPr/>
        </p:nvSpPr>
        <p:spPr>
          <a:xfrm xmlns:a="http://schemas.openxmlformats.org/drawingml/2006/main">
            <a:off x="4610100" y="4381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A673"/>
                </a:solidFill>
              </a:defRPr>
            </a:pPr>
            <a:r>
              <a:rPr sz="1050" b="1">
                <a:solidFill>
                  <a:srgbClr val="17A673"/>
                </a:solidFill>
              </a:rPr>
              <a:t>DIRECT PUBLICATION</a:t>
            </a:r>
          </a:p>
        </p:txBody>
      </p:sp>
      <p:sp>
        <p:nvSpPr>
          <p:cNvPr id="30" name="">
            <a:extLst xmlns:a="http://schemas.openxmlformats.org/drawingml/2006/main">
              <a:ext uri="{FF2B5EF4-FFF2-40B4-BE49-F238E27FC236}">
                <a16:creationId xmlns:a16="http://schemas.microsoft.com/office/drawing/2014/main" id="{F6114691-6A90-47FE-BE2E-0F36BFDFB3E5}"/>
              </a:ext>
            </a:extLst>
          </p:cNvPr>
          <p:cNvSpPr>
            <a:spLocks xmlns:a="http://schemas.openxmlformats.org/drawingml/2006/main" noGrp="1"/>
          </p:cNvSpPr>
          <p:nvPr/>
        </p:nvSpPr>
        <p:spPr>
          <a:xfrm xmlns:a="http://schemas.openxmlformats.org/drawingml/2006/main">
            <a:off x="4610100" y="4629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Publishes directly</a:t>
            </a:r>
          </a:p>
        </p:txBody>
      </p:sp>
      <p:sp>
        <p:nvSpPr>
          <p:cNvPr id="31" name="">
            <a:extLst xmlns:a="http://schemas.openxmlformats.org/drawingml/2006/main">
              <a:ext uri="{FF2B5EF4-FFF2-40B4-BE49-F238E27FC236}">
                <a16:creationId xmlns:a16="http://schemas.microsoft.com/office/drawing/2014/main" id="{C6CFA2DC-1CFA-433D-B458-5107FF60AB99}"/>
              </a:ext>
            </a:extLst>
          </p:cNvPr>
          <p:cNvSpPr>
            <a:spLocks xmlns:a="http://schemas.openxmlformats.org/drawingml/2006/main" noGrp="1"/>
          </p:cNvSpPr>
          <p:nvPr/>
        </p:nvSpPr>
        <p:spPr>
          <a:xfrm xmlns:a="http://schemas.openxmlformats.org/drawingml/2006/main">
            <a:off x="8001000" y="4429125"/>
            <a:ext cx="590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A673"/>
                </a:solidFill>
              </a:defRPr>
            </a:pPr>
            <a:r>
              <a:rPr sz="2550" b="1">
                <a:solidFill>
                  <a:srgbClr val="17A673"/>
                </a:solidFill>
              </a:rPr>
              <a:t>→</a:t>
            </a:r>
          </a:p>
        </p:txBody>
      </p:sp>
      <p:sp>
        <p:nvSpPr>
          <p:cNvPr id="32" name="">
            <a:extLst xmlns:a="http://schemas.openxmlformats.org/drawingml/2006/main">
              <a:ext uri="{FF2B5EF4-FFF2-40B4-BE49-F238E27FC236}">
                <a16:creationId xmlns:a16="http://schemas.microsoft.com/office/drawing/2014/main" id="{219031FC-4E79-4BF7-96E9-15BC5778BFF9}"/>
              </a:ext>
            </a:extLst>
          </p:cNvPr>
          <p:cNvSpPr>
            <a:spLocks xmlns:a="http://schemas.openxmlformats.org/drawingml/2006/main" noGrp="1"/>
          </p:cNvSpPr>
          <p:nvPr/>
        </p:nvSpPr>
        <p:spPr>
          <a:xfrm xmlns:a="http://schemas.openxmlformats.org/drawingml/2006/main">
            <a:off x="8953500" y="43434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AVAILABLE</a:t>
            </a:r>
          </a:p>
          <a:p xmlns:a="http://schemas.openxmlformats.org/drawingml/2006/main">
            <a:pPr algn="ctr">
              <a:defRPr sz="1500" b="1">
                <a:solidFill>
                  <a:srgbClr val="FFFFFF"/>
                </a:solidFill>
              </a:defRPr>
            </a:pPr>
            <a:r>
              <a:rPr sz="1500" b="1">
                <a:solidFill>
                  <a:srgbClr val="FFFFFF"/>
                </a:solidFill>
              </a:rPr>
              <a:t>FOR REPORTING</a:t>
            </a:r>
          </a:p>
        </p:txBody>
      </p:sp>
      <p:sp>
        <p:nvSpPr>
          <p:cNvPr id="33" name="">
            <a:extLst xmlns:a="http://schemas.openxmlformats.org/drawingml/2006/main">
              <a:ext uri="{FF2B5EF4-FFF2-40B4-BE49-F238E27FC236}">
                <a16:creationId xmlns:a16="http://schemas.microsoft.com/office/drawing/2014/main" id="{284D36C2-A51A-48C5-A688-9AC0FFE54D67}"/>
              </a:ext>
            </a:extLst>
          </p:cNvPr>
          <p:cNvSpPr>
            <a:spLocks xmlns:a="http://schemas.openxmlformats.org/drawingml/2006/main" noGrp="1"/>
          </p:cNvSpPr>
          <p:nvPr/>
        </p:nvSpPr>
        <p:spPr>
          <a:xfrm xmlns:a="http://schemas.openxmlformats.org/drawingml/2006/main">
            <a:off x="838200" y="57531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8B0C8"/>
                </a:solidFill>
              </a:defRPr>
            </a:pPr>
            <a:r>
              <a:rPr sz="1275" b="0">
                <a:solidFill>
                  <a:srgbClr val="A8B0C8"/>
                </a:solidFill>
              </a:rPr>
              <a:t>Admin sets the governance policy—but does not sit in the approval chain.</a:t>
            </a:r>
          </a:p>
        </p:txBody>
      </p:sp>
    </p:spTree>
    <p:extLst>
      <p:ext uri="{BB962C8B-B14F-4D97-AF65-F5344CB8AC3E}">
        <p14:creationId xmlns:p14="http://schemas.microsoft.com/office/powerpoint/2010/main" val="257472121"/>
      </p:ext>
    </p:extLst>
  </p:cSld>
</p:sld>
</file>

<file path=ppt/slides/slide13.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ED34A2D-0490-411A-8A24-2A2DA68BF6CC}"/>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GOVERNED TEMPLATES</a:t>
            </a:r>
          </a:p>
        </p:txBody>
      </p:sp>
      <p:sp>
        <p:nvSpPr>
          <p:cNvPr id="2" name="slide-title-13">
            <a:extLst xmlns:a="http://schemas.openxmlformats.org/drawingml/2006/main">
              <a:ext uri="{FF2B5EF4-FFF2-40B4-BE49-F238E27FC236}">
                <a16:creationId xmlns:a16="http://schemas.microsoft.com/office/drawing/2014/main" id="{D87EBE18-AE97-43CC-BBC0-3390561DAFFC}"/>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Controlled publication preserves previous reporting</a:t>
            </a:r>
          </a:p>
        </p:txBody>
      </p:sp>
      <p:sp>
        <p:nvSpPr>
          <p:cNvPr id="3" name="">
            <a:extLst xmlns:a="http://schemas.openxmlformats.org/drawingml/2006/main">
              <a:ext uri="{FF2B5EF4-FFF2-40B4-BE49-F238E27FC236}">
                <a16:creationId xmlns:a16="http://schemas.microsoft.com/office/drawing/2014/main" id="{B1BFFDED-DA04-4763-8D89-E6D4D27CB0E5}"/>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13</a:t>
            </a:r>
          </a:p>
        </p:txBody>
      </p:sp>
      <p:sp>
        <p:nvSpPr>
          <p:cNvPr id="4" name="">
            <a:extLst xmlns:a="http://schemas.openxmlformats.org/drawingml/2006/main">
              <a:ext uri="{FF2B5EF4-FFF2-40B4-BE49-F238E27FC236}">
                <a16:creationId xmlns:a16="http://schemas.microsoft.com/office/drawing/2014/main" id="{5F5B7AEF-4773-4E92-94E4-B637C87FB3A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1BE49590-F4F0-4C76-B484-3B15F62A5523}"/>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F97AEAF2-620A-4B6F-8496-FA1F08BCF09D}"/>
              </a:ext>
            </a:extLst>
          </p:cNvPr>
          <p:cNvSpPr>
            <a:spLocks xmlns:a="http://schemas.openxmlformats.org/drawingml/2006/main" noGrp="1"/>
          </p:cNvSpPr>
          <p:nvPr/>
        </p:nvSpPr>
        <p:spPr>
          <a:xfrm xmlns:a="http://schemas.openxmlformats.org/drawingml/2006/main">
            <a:off x="762000" y="18097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01</a:t>
            </a:r>
          </a:p>
        </p:txBody>
      </p:sp>
      <p:sp>
        <p:nvSpPr>
          <p:cNvPr id="7" name="">
            <a:extLst xmlns:a="http://schemas.openxmlformats.org/drawingml/2006/main">
              <a:ext uri="{FF2B5EF4-FFF2-40B4-BE49-F238E27FC236}">
                <a16:creationId xmlns:a16="http://schemas.microsoft.com/office/drawing/2014/main" id="{01CD28BC-FD40-4931-883D-C7FEE831E496}"/>
              </a:ext>
            </a:extLst>
          </p:cNvPr>
          <p:cNvSpPr>
            <a:spLocks xmlns:a="http://schemas.openxmlformats.org/drawingml/2006/main" noGrp="1"/>
          </p:cNvSpPr>
          <p:nvPr/>
        </p:nvSpPr>
        <p:spPr>
          <a:xfrm xmlns:a="http://schemas.openxmlformats.org/drawingml/2006/main">
            <a:off x="1390650" y="17811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Draft safely</a:t>
            </a:r>
          </a:p>
        </p:txBody>
      </p:sp>
      <p:sp>
        <p:nvSpPr>
          <p:cNvPr id="8" name="">
            <a:extLst xmlns:a="http://schemas.openxmlformats.org/drawingml/2006/main">
              <a:ext uri="{FF2B5EF4-FFF2-40B4-BE49-F238E27FC236}">
                <a16:creationId xmlns:a16="http://schemas.microsoft.com/office/drawing/2014/main" id="{C1D53833-1A83-436A-BEF1-334882266C70}"/>
              </a:ext>
            </a:extLst>
          </p:cNvPr>
          <p:cNvSpPr>
            <a:spLocks xmlns:a="http://schemas.openxmlformats.org/drawingml/2006/main" noGrp="1"/>
          </p:cNvSpPr>
          <p:nvPr/>
        </p:nvSpPr>
        <p:spPr>
          <a:xfrm xmlns:a="http://schemas.openxmlformats.org/drawingml/2006/main">
            <a:off x="1390650" y="22288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44054"/>
                </a:solidFill>
              </a:defRPr>
            </a:pPr>
            <a:r>
              <a:rPr sz="1350" b="0">
                <a:solidFill>
                  <a:srgbClr val="344054"/>
                </a:solidFill>
              </a:rPr>
              <a:t>Build, preview and refine before submission.</a:t>
            </a:r>
          </a:p>
        </p:txBody>
      </p:sp>
      <p:sp>
        <p:nvSpPr>
          <p:cNvPr id="9" name="">
            <a:extLst xmlns:a="http://schemas.openxmlformats.org/drawingml/2006/main">
              <a:ext uri="{FF2B5EF4-FFF2-40B4-BE49-F238E27FC236}">
                <a16:creationId xmlns:a16="http://schemas.microsoft.com/office/drawing/2014/main" id="{684D57AF-5364-4889-B156-A4B962DAA495}"/>
              </a:ext>
            </a:extLst>
          </p:cNvPr>
          <p:cNvSpPr>
            <a:spLocks xmlns:a="http://schemas.openxmlformats.org/drawingml/2006/main" noGrp="1"/>
          </p:cNvSpPr>
          <p:nvPr/>
        </p:nvSpPr>
        <p:spPr>
          <a:xfrm xmlns:a="http://schemas.openxmlformats.org/drawingml/2006/main">
            <a:off x="1390650" y="3067050"/>
            <a:ext cx="4095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0" name="">
            <a:extLst xmlns:a="http://schemas.openxmlformats.org/drawingml/2006/main">
              <a:ext uri="{FF2B5EF4-FFF2-40B4-BE49-F238E27FC236}">
                <a16:creationId xmlns:a16="http://schemas.microsoft.com/office/drawing/2014/main" id="{BDD0DBAD-A02D-4698-9A49-D06660A6019D}"/>
              </a:ext>
            </a:extLst>
          </p:cNvPr>
          <p:cNvSpPr>
            <a:spLocks xmlns:a="http://schemas.openxmlformats.org/drawingml/2006/main" noGrp="1"/>
          </p:cNvSpPr>
          <p:nvPr/>
        </p:nvSpPr>
        <p:spPr>
          <a:xfrm xmlns:a="http://schemas.openxmlformats.org/drawingml/2006/main">
            <a:off x="762000" y="37147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02</a:t>
            </a:r>
          </a:p>
        </p:txBody>
      </p:sp>
      <p:sp>
        <p:nvSpPr>
          <p:cNvPr id="11" name="">
            <a:extLst xmlns:a="http://schemas.openxmlformats.org/drawingml/2006/main">
              <a:ext uri="{FF2B5EF4-FFF2-40B4-BE49-F238E27FC236}">
                <a16:creationId xmlns:a16="http://schemas.microsoft.com/office/drawing/2014/main" id="{ACBA1054-B1CC-4FB9-A16F-4C1811D457E1}"/>
              </a:ext>
            </a:extLst>
          </p:cNvPr>
          <p:cNvSpPr>
            <a:spLocks xmlns:a="http://schemas.openxmlformats.org/drawingml/2006/main" noGrp="1"/>
          </p:cNvSpPr>
          <p:nvPr/>
        </p:nvSpPr>
        <p:spPr>
          <a:xfrm xmlns:a="http://schemas.openxmlformats.org/drawingml/2006/main">
            <a:off x="1390650" y="36861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Discuss in context</a:t>
            </a:r>
          </a:p>
        </p:txBody>
      </p:sp>
      <p:sp>
        <p:nvSpPr>
          <p:cNvPr id="12" name="">
            <a:extLst xmlns:a="http://schemas.openxmlformats.org/drawingml/2006/main">
              <a:ext uri="{FF2B5EF4-FFF2-40B4-BE49-F238E27FC236}">
                <a16:creationId xmlns:a16="http://schemas.microsoft.com/office/drawing/2014/main" id="{9E50B11E-D382-4B07-8446-2A4DE64F2F91}"/>
              </a:ext>
            </a:extLst>
          </p:cNvPr>
          <p:cNvSpPr>
            <a:spLocks xmlns:a="http://schemas.openxmlformats.org/drawingml/2006/main" noGrp="1"/>
          </p:cNvSpPr>
          <p:nvPr/>
        </p:nvSpPr>
        <p:spPr>
          <a:xfrm xmlns:a="http://schemas.openxmlformats.org/drawingml/2006/main">
            <a:off x="1390650" y="41338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44054"/>
                </a:solidFill>
              </a:defRPr>
            </a:pPr>
            <a:r>
              <a:rPr sz="1350" b="0">
                <a:solidFill>
                  <a:srgbClr val="344054"/>
                </a:solidFill>
              </a:rPr>
              <a:t>Creator and approver comments stay with the request.</a:t>
            </a:r>
          </a:p>
        </p:txBody>
      </p:sp>
      <p:sp>
        <p:nvSpPr>
          <p:cNvPr id="13" name="">
            <a:extLst xmlns:a="http://schemas.openxmlformats.org/drawingml/2006/main">
              <a:ext uri="{FF2B5EF4-FFF2-40B4-BE49-F238E27FC236}">
                <a16:creationId xmlns:a16="http://schemas.microsoft.com/office/drawing/2014/main" id="{673B4FAE-CE20-42FC-9549-1EFEF7339F9D}"/>
              </a:ext>
            </a:extLst>
          </p:cNvPr>
          <p:cNvSpPr>
            <a:spLocks xmlns:a="http://schemas.openxmlformats.org/drawingml/2006/main" noGrp="1"/>
          </p:cNvSpPr>
          <p:nvPr/>
        </p:nvSpPr>
        <p:spPr>
          <a:xfrm xmlns:a="http://schemas.openxmlformats.org/drawingml/2006/main">
            <a:off x="1390650" y="4972050"/>
            <a:ext cx="4095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4" name="">
            <a:extLst xmlns:a="http://schemas.openxmlformats.org/drawingml/2006/main">
              <a:ext uri="{FF2B5EF4-FFF2-40B4-BE49-F238E27FC236}">
                <a16:creationId xmlns:a16="http://schemas.microsoft.com/office/drawing/2014/main" id="{065E7496-B47C-4E1F-8C1F-D19BE60A233E}"/>
              </a:ext>
            </a:extLst>
          </p:cNvPr>
          <p:cNvSpPr>
            <a:spLocks xmlns:a="http://schemas.openxmlformats.org/drawingml/2006/main" noGrp="1"/>
          </p:cNvSpPr>
          <p:nvPr/>
        </p:nvSpPr>
        <p:spPr>
          <a:xfrm xmlns:a="http://schemas.openxmlformats.org/drawingml/2006/main">
            <a:off x="6286500" y="18097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03</a:t>
            </a:r>
          </a:p>
        </p:txBody>
      </p:sp>
      <p:sp>
        <p:nvSpPr>
          <p:cNvPr id="15" name="">
            <a:extLst xmlns:a="http://schemas.openxmlformats.org/drawingml/2006/main">
              <a:ext uri="{FF2B5EF4-FFF2-40B4-BE49-F238E27FC236}">
                <a16:creationId xmlns:a16="http://schemas.microsoft.com/office/drawing/2014/main" id="{6CCF4E9B-AFF8-4346-9DB2-AD0FDC5F1834}"/>
              </a:ext>
            </a:extLst>
          </p:cNvPr>
          <p:cNvSpPr>
            <a:spLocks xmlns:a="http://schemas.openxmlformats.org/drawingml/2006/main" noGrp="1"/>
          </p:cNvSpPr>
          <p:nvPr/>
        </p:nvSpPr>
        <p:spPr>
          <a:xfrm xmlns:a="http://schemas.openxmlformats.org/drawingml/2006/main">
            <a:off x="6915150" y="17811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Approve or return the standard</a:t>
            </a:r>
          </a:p>
        </p:txBody>
      </p:sp>
      <p:sp>
        <p:nvSpPr>
          <p:cNvPr id="16" name="">
            <a:extLst xmlns:a="http://schemas.openxmlformats.org/drawingml/2006/main">
              <a:ext uri="{FF2B5EF4-FFF2-40B4-BE49-F238E27FC236}">
                <a16:creationId xmlns:a16="http://schemas.microsoft.com/office/drawing/2014/main" id="{3E117B9D-90A5-49FB-AA43-BA39CBC6F939}"/>
              </a:ext>
            </a:extLst>
          </p:cNvPr>
          <p:cNvSpPr>
            <a:spLocks xmlns:a="http://schemas.openxmlformats.org/drawingml/2006/main" noGrp="1"/>
          </p:cNvSpPr>
          <p:nvPr/>
        </p:nvSpPr>
        <p:spPr>
          <a:xfrm xmlns:a="http://schemas.openxmlformats.org/drawingml/2006/main">
            <a:off x="6915150" y="22288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44054"/>
                </a:solidFill>
              </a:defRPr>
            </a:pPr>
            <a:r>
              <a:rPr sz="1350" b="0">
                <a:solidFill>
                  <a:srgbClr val="344054"/>
                </a:solidFill>
              </a:rPr>
              <a:t>A named reviewer records the decision and reason.</a:t>
            </a:r>
          </a:p>
        </p:txBody>
      </p:sp>
      <p:sp>
        <p:nvSpPr>
          <p:cNvPr id="17" name="">
            <a:extLst xmlns:a="http://schemas.openxmlformats.org/drawingml/2006/main">
              <a:ext uri="{FF2B5EF4-FFF2-40B4-BE49-F238E27FC236}">
                <a16:creationId xmlns:a16="http://schemas.microsoft.com/office/drawing/2014/main" id="{DA63CD45-2A84-46A7-A84F-559F765C2CD7}"/>
              </a:ext>
            </a:extLst>
          </p:cNvPr>
          <p:cNvSpPr>
            <a:spLocks xmlns:a="http://schemas.openxmlformats.org/drawingml/2006/main" noGrp="1"/>
          </p:cNvSpPr>
          <p:nvPr/>
        </p:nvSpPr>
        <p:spPr>
          <a:xfrm xmlns:a="http://schemas.openxmlformats.org/drawingml/2006/main">
            <a:off x="6915150" y="3067050"/>
            <a:ext cx="4095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8" name="">
            <a:extLst xmlns:a="http://schemas.openxmlformats.org/drawingml/2006/main">
              <a:ext uri="{FF2B5EF4-FFF2-40B4-BE49-F238E27FC236}">
                <a16:creationId xmlns:a16="http://schemas.microsoft.com/office/drawing/2014/main" id="{C426CE6C-7AAA-4F0C-9627-98D550F7E28B}"/>
              </a:ext>
            </a:extLst>
          </p:cNvPr>
          <p:cNvSpPr>
            <a:spLocks xmlns:a="http://schemas.openxmlformats.org/drawingml/2006/main" noGrp="1"/>
          </p:cNvSpPr>
          <p:nvPr/>
        </p:nvSpPr>
        <p:spPr>
          <a:xfrm xmlns:a="http://schemas.openxmlformats.org/drawingml/2006/main">
            <a:off x="6286500" y="37147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04</a:t>
            </a:r>
          </a:p>
        </p:txBody>
      </p:sp>
      <p:sp>
        <p:nvSpPr>
          <p:cNvPr id="19" name="">
            <a:extLst xmlns:a="http://schemas.openxmlformats.org/drawingml/2006/main">
              <a:ext uri="{FF2B5EF4-FFF2-40B4-BE49-F238E27FC236}">
                <a16:creationId xmlns:a16="http://schemas.microsoft.com/office/drawing/2014/main" id="{35A8F081-96B5-411A-B062-62755480AD3F}"/>
              </a:ext>
            </a:extLst>
          </p:cNvPr>
          <p:cNvSpPr>
            <a:spLocks xmlns:a="http://schemas.openxmlformats.org/drawingml/2006/main" noGrp="1"/>
          </p:cNvSpPr>
          <p:nvPr/>
        </p:nvSpPr>
        <p:spPr>
          <a:xfrm xmlns:a="http://schemas.openxmlformats.org/drawingml/2006/main">
            <a:off x="6915150" y="36861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Version without disruption</a:t>
            </a:r>
          </a:p>
        </p:txBody>
      </p:sp>
      <p:sp>
        <p:nvSpPr>
          <p:cNvPr id="20" name="">
            <a:extLst xmlns:a="http://schemas.openxmlformats.org/drawingml/2006/main">
              <a:ext uri="{FF2B5EF4-FFF2-40B4-BE49-F238E27FC236}">
                <a16:creationId xmlns:a16="http://schemas.microsoft.com/office/drawing/2014/main" id="{7B8D6CDD-CFE0-4999-BC11-258AAD512D08}"/>
              </a:ext>
            </a:extLst>
          </p:cNvPr>
          <p:cNvSpPr>
            <a:spLocks xmlns:a="http://schemas.openxmlformats.org/drawingml/2006/main" noGrp="1"/>
          </p:cNvSpPr>
          <p:nvPr/>
        </p:nvSpPr>
        <p:spPr>
          <a:xfrm xmlns:a="http://schemas.openxmlformats.org/drawingml/2006/main">
            <a:off x="6915150" y="41338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44054"/>
                </a:solidFill>
              </a:defRPr>
            </a:pPr>
            <a:r>
              <a:rPr sz="1350" b="0">
                <a:solidFill>
                  <a:srgbClr val="344054"/>
                </a:solidFill>
              </a:rPr>
              <a:t>Approved templates stay locked; new versions begin as new drafts.</a:t>
            </a:r>
          </a:p>
        </p:txBody>
      </p:sp>
      <p:sp>
        <p:nvSpPr>
          <p:cNvPr id="21" name="">
            <a:extLst xmlns:a="http://schemas.openxmlformats.org/drawingml/2006/main">
              <a:ext uri="{FF2B5EF4-FFF2-40B4-BE49-F238E27FC236}">
                <a16:creationId xmlns:a16="http://schemas.microsoft.com/office/drawing/2014/main" id="{C1F69F44-3CEB-4537-9F5C-A277E026734C}"/>
              </a:ext>
            </a:extLst>
          </p:cNvPr>
          <p:cNvSpPr>
            <a:spLocks xmlns:a="http://schemas.openxmlformats.org/drawingml/2006/main" noGrp="1"/>
          </p:cNvSpPr>
          <p:nvPr/>
        </p:nvSpPr>
        <p:spPr>
          <a:xfrm xmlns:a="http://schemas.openxmlformats.org/drawingml/2006/main">
            <a:off x="6915150" y="4972050"/>
            <a:ext cx="4095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2" name="">
            <a:extLst xmlns:a="http://schemas.openxmlformats.org/drawingml/2006/main">
              <a:ext uri="{FF2B5EF4-FFF2-40B4-BE49-F238E27FC236}">
                <a16:creationId xmlns:a16="http://schemas.microsoft.com/office/drawing/2014/main" id="{F8DD6BE9-F211-489C-AB4C-37DDCF53E7EB}"/>
              </a:ext>
            </a:extLst>
          </p:cNvPr>
          <p:cNvSpPr>
            <a:spLocks xmlns:a="http://schemas.openxmlformats.org/drawingml/2006/main" noGrp="1"/>
          </p:cNvSpPr>
          <p:nvPr/>
        </p:nvSpPr>
        <p:spPr>
          <a:xfrm xmlns:a="http://schemas.openxmlformats.org/drawingml/2006/main">
            <a:off x="1333500" y="56007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6D3CFF"/>
                </a:solidFill>
              </a:defRPr>
            </a:pPr>
            <a:r>
              <a:rPr sz="1575" b="1">
                <a:solidFill>
                  <a:srgbClr val="6D3CFF"/>
                </a:solidFill>
              </a:rPr>
              <a:t>The approved template becomes the reusable standard; older report instances keep the version they used.</a:t>
            </a:r>
          </a:p>
        </p:txBody>
      </p:sp>
    </p:spTree>
    <p:extLst>
      <p:ext uri="{BB962C8B-B14F-4D97-AF65-F5344CB8AC3E}">
        <p14:creationId xmlns:p14="http://schemas.microsoft.com/office/powerpoint/2010/main" val="1863731173"/>
      </p:ext>
    </p:extLst>
  </p:cSld>
</p:sld>
</file>

<file path=ppt/slides/slide14.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9974C79-B694-4204-8552-759C6EF97662}"/>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REPORT CREATION</a:t>
            </a:r>
          </a:p>
        </p:txBody>
      </p:sp>
      <p:sp>
        <p:nvSpPr>
          <p:cNvPr id="2" name="slide-title-14">
            <a:extLst xmlns:a="http://schemas.openxmlformats.org/drawingml/2006/main">
              <a:ext uri="{FF2B5EF4-FFF2-40B4-BE49-F238E27FC236}">
                <a16:creationId xmlns:a16="http://schemas.microsoft.com/office/drawing/2014/main" id="{EB8FDDCC-5143-4DCD-BD00-03240D8BCB9A}"/>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Approved templates guide complete business reports</a:t>
            </a:r>
          </a:p>
        </p:txBody>
      </p:sp>
      <p:sp>
        <p:nvSpPr>
          <p:cNvPr id="3" name="">
            <a:extLst xmlns:a="http://schemas.openxmlformats.org/drawingml/2006/main">
              <a:ext uri="{FF2B5EF4-FFF2-40B4-BE49-F238E27FC236}">
                <a16:creationId xmlns:a16="http://schemas.microsoft.com/office/drawing/2014/main" id="{86CFEFBD-A089-40CD-B87A-B98048091CA1}"/>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14</a:t>
            </a:r>
          </a:p>
        </p:txBody>
      </p:sp>
      <p:sp>
        <p:nvSpPr>
          <p:cNvPr id="4" name="">
            <a:extLst xmlns:a="http://schemas.openxmlformats.org/drawingml/2006/main">
              <a:ext uri="{FF2B5EF4-FFF2-40B4-BE49-F238E27FC236}">
                <a16:creationId xmlns:a16="http://schemas.microsoft.com/office/drawing/2014/main" id="{75567C3B-005E-4405-A200-F9E3E0C9A00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50BEF320-3813-453D-B33F-454CFB8CF401}"/>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4D5B788A-78E9-4F4B-BAAF-C556CD4807B2}"/>
              </a:ext>
            </a:extLst>
          </p:cNvPr>
          <p:cNvSpPr>
            <a:spLocks xmlns:a="http://schemas.openxmlformats.org/drawingml/2006/main" noGrp="1"/>
          </p:cNvSpPr>
          <p:nvPr/>
        </p:nvSpPr>
        <p:spPr>
          <a:xfrm xmlns:a="http://schemas.openxmlformats.org/drawingml/2006/main">
            <a:off x="666750" y="1952625"/>
            <a:ext cx="195834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E8EAF2"/>
            </a:solidFill>
            <a:prstDash val="solid"/>
          </a:ln>
        </p:spPr>
      </p:sp>
      <p:sp>
        <p:nvSpPr>
          <p:cNvPr id="7" name="">
            <a:extLst xmlns:a="http://schemas.openxmlformats.org/drawingml/2006/main">
              <a:ext uri="{FF2B5EF4-FFF2-40B4-BE49-F238E27FC236}">
                <a16:creationId xmlns:a16="http://schemas.microsoft.com/office/drawing/2014/main" id="{0C68F970-63BA-4A6E-9C2A-A385E7E6AC38}"/>
              </a:ext>
            </a:extLst>
          </p:cNvPr>
          <p:cNvSpPr>
            <a:spLocks xmlns:a="http://schemas.openxmlformats.org/drawingml/2006/main" noGrp="1"/>
          </p:cNvSpPr>
          <p:nvPr/>
        </p:nvSpPr>
        <p:spPr>
          <a:xfrm xmlns:a="http://schemas.openxmlformats.org/drawingml/2006/main">
            <a:off x="838200" y="2105025"/>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01</a:t>
            </a:r>
          </a:p>
        </p:txBody>
      </p:sp>
      <p:sp>
        <p:nvSpPr>
          <p:cNvPr id="8" name="">
            <a:extLst xmlns:a="http://schemas.openxmlformats.org/drawingml/2006/main">
              <a:ext uri="{FF2B5EF4-FFF2-40B4-BE49-F238E27FC236}">
                <a16:creationId xmlns:a16="http://schemas.microsoft.com/office/drawing/2014/main" id="{4E25D6B7-DEBF-41F9-A232-463509EA2D87}"/>
              </a:ext>
            </a:extLst>
          </p:cNvPr>
          <p:cNvSpPr>
            <a:spLocks xmlns:a="http://schemas.openxmlformats.org/drawingml/2006/main" noGrp="1"/>
          </p:cNvSpPr>
          <p:nvPr/>
        </p:nvSpPr>
        <p:spPr>
          <a:xfrm xmlns:a="http://schemas.openxmlformats.org/drawingml/2006/main">
            <a:off x="838200" y="2362200"/>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Choose</a:t>
            </a:r>
          </a:p>
        </p:txBody>
      </p:sp>
      <p:sp>
        <p:nvSpPr>
          <p:cNvPr id="9" name="">
            <a:extLst xmlns:a="http://schemas.openxmlformats.org/drawingml/2006/main">
              <a:ext uri="{FF2B5EF4-FFF2-40B4-BE49-F238E27FC236}">
                <a16:creationId xmlns:a16="http://schemas.microsoft.com/office/drawing/2014/main" id="{61999E9E-576C-4C50-A827-99512A872E7A}"/>
              </a:ext>
            </a:extLst>
          </p:cNvPr>
          <p:cNvSpPr>
            <a:spLocks xmlns:a="http://schemas.openxmlformats.org/drawingml/2006/main" noGrp="1"/>
          </p:cNvSpPr>
          <p:nvPr/>
        </p:nvSpPr>
        <p:spPr>
          <a:xfrm xmlns:a="http://schemas.openxmlformats.org/drawingml/2006/main">
            <a:off x="838200" y="2705100"/>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Select an approved template</a:t>
            </a:r>
          </a:p>
        </p:txBody>
      </p:sp>
      <p:sp>
        <p:nvSpPr>
          <p:cNvPr id="10" name="">
            <a:extLst xmlns:a="http://schemas.openxmlformats.org/drawingml/2006/main">
              <a:ext uri="{FF2B5EF4-FFF2-40B4-BE49-F238E27FC236}">
                <a16:creationId xmlns:a16="http://schemas.microsoft.com/office/drawing/2014/main" id="{5C9AF08F-C061-49CE-944D-075AA15F9967}"/>
              </a:ext>
            </a:extLst>
          </p:cNvPr>
          <p:cNvSpPr>
            <a:spLocks xmlns:a="http://schemas.openxmlformats.org/drawingml/2006/main" noGrp="1"/>
          </p:cNvSpPr>
          <p:nvPr/>
        </p:nvSpPr>
        <p:spPr>
          <a:xfrm xmlns:a="http://schemas.openxmlformats.org/drawingml/2006/main">
            <a:off x="2691765" y="23241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1" name="">
            <a:extLst xmlns:a="http://schemas.openxmlformats.org/drawingml/2006/main">
              <a:ext uri="{FF2B5EF4-FFF2-40B4-BE49-F238E27FC236}">
                <a16:creationId xmlns:a16="http://schemas.microsoft.com/office/drawing/2014/main" id="{0AD22799-AA52-4E8D-AB59-02D1A0D4A5B0}"/>
              </a:ext>
            </a:extLst>
          </p:cNvPr>
          <p:cNvSpPr>
            <a:spLocks xmlns:a="http://schemas.openxmlformats.org/drawingml/2006/main" noGrp="1"/>
          </p:cNvSpPr>
          <p:nvPr/>
        </p:nvSpPr>
        <p:spPr>
          <a:xfrm xmlns:a="http://schemas.openxmlformats.org/drawingml/2006/main">
            <a:off x="2891790" y="1952625"/>
            <a:ext cx="195834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3143F0CB-8EAD-4FE9-B24F-C790F282A63E}"/>
              </a:ext>
            </a:extLst>
          </p:cNvPr>
          <p:cNvSpPr>
            <a:spLocks xmlns:a="http://schemas.openxmlformats.org/drawingml/2006/main" noGrp="1"/>
          </p:cNvSpPr>
          <p:nvPr/>
        </p:nvSpPr>
        <p:spPr>
          <a:xfrm xmlns:a="http://schemas.openxmlformats.org/drawingml/2006/main">
            <a:off x="3063240" y="2105025"/>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02</a:t>
            </a:r>
          </a:p>
        </p:txBody>
      </p:sp>
      <p:sp>
        <p:nvSpPr>
          <p:cNvPr id="13" name="">
            <a:extLst xmlns:a="http://schemas.openxmlformats.org/drawingml/2006/main">
              <a:ext uri="{FF2B5EF4-FFF2-40B4-BE49-F238E27FC236}">
                <a16:creationId xmlns:a16="http://schemas.microsoft.com/office/drawing/2014/main" id="{5F0A5DD0-9DAE-43EF-BC8D-238668C70C87}"/>
              </a:ext>
            </a:extLst>
          </p:cNvPr>
          <p:cNvSpPr>
            <a:spLocks xmlns:a="http://schemas.openxmlformats.org/drawingml/2006/main" noGrp="1"/>
          </p:cNvSpPr>
          <p:nvPr/>
        </p:nvSpPr>
        <p:spPr>
          <a:xfrm xmlns:a="http://schemas.openxmlformats.org/drawingml/2006/main">
            <a:off x="3063240" y="2362200"/>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Create</a:t>
            </a:r>
          </a:p>
        </p:txBody>
      </p:sp>
      <p:sp>
        <p:nvSpPr>
          <p:cNvPr id="14" name="">
            <a:extLst xmlns:a="http://schemas.openxmlformats.org/drawingml/2006/main">
              <a:ext uri="{FF2B5EF4-FFF2-40B4-BE49-F238E27FC236}">
                <a16:creationId xmlns:a16="http://schemas.microsoft.com/office/drawing/2014/main" id="{14327ED1-CB1F-49FF-AC97-FD901A5052FF}"/>
              </a:ext>
            </a:extLst>
          </p:cNvPr>
          <p:cNvSpPr>
            <a:spLocks xmlns:a="http://schemas.openxmlformats.org/drawingml/2006/main" noGrp="1"/>
          </p:cNvSpPr>
          <p:nvPr/>
        </p:nvSpPr>
        <p:spPr>
          <a:xfrm xmlns:a="http://schemas.openxmlformats.org/drawingml/2006/main">
            <a:off x="3063240" y="2705100"/>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Open a new report instance</a:t>
            </a:r>
          </a:p>
        </p:txBody>
      </p:sp>
      <p:sp>
        <p:nvSpPr>
          <p:cNvPr id="15" name="">
            <a:extLst xmlns:a="http://schemas.openxmlformats.org/drawingml/2006/main">
              <a:ext uri="{FF2B5EF4-FFF2-40B4-BE49-F238E27FC236}">
                <a16:creationId xmlns:a16="http://schemas.microsoft.com/office/drawing/2014/main" id="{9383BE8C-F310-409C-B522-604F3CCE44B7}"/>
              </a:ext>
            </a:extLst>
          </p:cNvPr>
          <p:cNvSpPr>
            <a:spLocks xmlns:a="http://schemas.openxmlformats.org/drawingml/2006/main" noGrp="1"/>
          </p:cNvSpPr>
          <p:nvPr/>
        </p:nvSpPr>
        <p:spPr>
          <a:xfrm xmlns:a="http://schemas.openxmlformats.org/drawingml/2006/main">
            <a:off x="4916805" y="23241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6" name="">
            <a:extLst xmlns:a="http://schemas.openxmlformats.org/drawingml/2006/main">
              <a:ext uri="{FF2B5EF4-FFF2-40B4-BE49-F238E27FC236}">
                <a16:creationId xmlns:a16="http://schemas.microsoft.com/office/drawing/2014/main" id="{D2FA8A24-B12F-49C6-9429-E9991BF4BACA}"/>
              </a:ext>
            </a:extLst>
          </p:cNvPr>
          <p:cNvSpPr>
            <a:spLocks xmlns:a="http://schemas.openxmlformats.org/drawingml/2006/main" noGrp="1"/>
          </p:cNvSpPr>
          <p:nvPr/>
        </p:nvSpPr>
        <p:spPr>
          <a:xfrm xmlns:a="http://schemas.openxmlformats.org/drawingml/2006/main">
            <a:off x="5116830" y="1952625"/>
            <a:ext cx="195834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E8EAF2"/>
            </a:solidFill>
            <a:prstDash val="solid"/>
          </a:ln>
        </p:spPr>
      </p:sp>
      <p:sp>
        <p:nvSpPr>
          <p:cNvPr id="17" name="">
            <a:extLst xmlns:a="http://schemas.openxmlformats.org/drawingml/2006/main">
              <a:ext uri="{FF2B5EF4-FFF2-40B4-BE49-F238E27FC236}">
                <a16:creationId xmlns:a16="http://schemas.microsoft.com/office/drawing/2014/main" id="{C5695921-13CD-4943-B631-31A12A5E413B}"/>
              </a:ext>
            </a:extLst>
          </p:cNvPr>
          <p:cNvSpPr>
            <a:spLocks xmlns:a="http://schemas.openxmlformats.org/drawingml/2006/main" noGrp="1"/>
          </p:cNvSpPr>
          <p:nvPr/>
        </p:nvSpPr>
        <p:spPr>
          <a:xfrm xmlns:a="http://schemas.openxmlformats.org/drawingml/2006/main">
            <a:off x="5288280" y="2105025"/>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03</a:t>
            </a:r>
          </a:p>
        </p:txBody>
      </p:sp>
      <p:sp>
        <p:nvSpPr>
          <p:cNvPr id="18" name="">
            <a:extLst xmlns:a="http://schemas.openxmlformats.org/drawingml/2006/main">
              <a:ext uri="{FF2B5EF4-FFF2-40B4-BE49-F238E27FC236}">
                <a16:creationId xmlns:a16="http://schemas.microsoft.com/office/drawing/2014/main" id="{735F6C45-ED5B-4845-A55D-DE43A7A095CF}"/>
              </a:ext>
            </a:extLst>
          </p:cNvPr>
          <p:cNvSpPr>
            <a:spLocks xmlns:a="http://schemas.openxmlformats.org/drawingml/2006/main" noGrp="1"/>
          </p:cNvSpPr>
          <p:nvPr/>
        </p:nvSpPr>
        <p:spPr>
          <a:xfrm xmlns:a="http://schemas.openxmlformats.org/drawingml/2006/main">
            <a:off x="5288280" y="2362200"/>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Complete</a:t>
            </a:r>
          </a:p>
        </p:txBody>
      </p:sp>
      <p:sp>
        <p:nvSpPr>
          <p:cNvPr id="19" name="">
            <a:extLst xmlns:a="http://schemas.openxmlformats.org/drawingml/2006/main">
              <a:ext uri="{FF2B5EF4-FFF2-40B4-BE49-F238E27FC236}">
                <a16:creationId xmlns:a16="http://schemas.microsoft.com/office/drawing/2014/main" id="{14B7166F-3592-445E-BC65-A90A393BB466}"/>
              </a:ext>
            </a:extLst>
          </p:cNvPr>
          <p:cNvSpPr>
            <a:spLocks xmlns:a="http://schemas.openxmlformats.org/drawingml/2006/main" noGrp="1"/>
          </p:cNvSpPr>
          <p:nvPr/>
        </p:nvSpPr>
        <p:spPr>
          <a:xfrm xmlns:a="http://schemas.openxmlformats.org/drawingml/2006/main">
            <a:off x="5288280" y="2705100"/>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Enter required business information</a:t>
            </a:r>
          </a:p>
        </p:txBody>
      </p:sp>
      <p:sp>
        <p:nvSpPr>
          <p:cNvPr id="20" name="">
            <a:extLst xmlns:a="http://schemas.openxmlformats.org/drawingml/2006/main">
              <a:ext uri="{FF2B5EF4-FFF2-40B4-BE49-F238E27FC236}">
                <a16:creationId xmlns:a16="http://schemas.microsoft.com/office/drawing/2014/main" id="{D5470BF7-B08D-4C45-BF71-497B928516FF}"/>
              </a:ext>
            </a:extLst>
          </p:cNvPr>
          <p:cNvSpPr>
            <a:spLocks xmlns:a="http://schemas.openxmlformats.org/drawingml/2006/main" noGrp="1"/>
          </p:cNvSpPr>
          <p:nvPr/>
        </p:nvSpPr>
        <p:spPr>
          <a:xfrm xmlns:a="http://schemas.openxmlformats.org/drawingml/2006/main">
            <a:off x="7141845" y="23241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21" name="">
            <a:extLst xmlns:a="http://schemas.openxmlformats.org/drawingml/2006/main">
              <a:ext uri="{FF2B5EF4-FFF2-40B4-BE49-F238E27FC236}">
                <a16:creationId xmlns:a16="http://schemas.microsoft.com/office/drawing/2014/main" id="{43446AE1-70C4-47E9-8E26-DD2B48F19486}"/>
              </a:ext>
            </a:extLst>
          </p:cNvPr>
          <p:cNvSpPr>
            <a:spLocks xmlns:a="http://schemas.openxmlformats.org/drawingml/2006/main" noGrp="1"/>
          </p:cNvSpPr>
          <p:nvPr/>
        </p:nvSpPr>
        <p:spPr>
          <a:xfrm xmlns:a="http://schemas.openxmlformats.org/drawingml/2006/main">
            <a:off x="7341870" y="1952625"/>
            <a:ext cx="195834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E8EAF2"/>
            </a:solidFill>
            <a:prstDash val="solid"/>
          </a:ln>
        </p:spPr>
      </p:sp>
      <p:sp>
        <p:nvSpPr>
          <p:cNvPr id="22" name="">
            <a:extLst xmlns:a="http://schemas.openxmlformats.org/drawingml/2006/main">
              <a:ext uri="{FF2B5EF4-FFF2-40B4-BE49-F238E27FC236}">
                <a16:creationId xmlns:a16="http://schemas.microsoft.com/office/drawing/2014/main" id="{E0B490DF-46E2-4DA8-AE7B-484B592D580F}"/>
              </a:ext>
            </a:extLst>
          </p:cNvPr>
          <p:cNvSpPr>
            <a:spLocks xmlns:a="http://schemas.openxmlformats.org/drawingml/2006/main" noGrp="1"/>
          </p:cNvSpPr>
          <p:nvPr/>
        </p:nvSpPr>
        <p:spPr>
          <a:xfrm xmlns:a="http://schemas.openxmlformats.org/drawingml/2006/main">
            <a:off x="7513320" y="2105025"/>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04</a:t>
            </a:r>
          </a:p>
        </p:txBody>
      </p:sp>
      <p:sp>
        <p:nvSpPr>
          <p:cNvPr id="23" name="">
            <a:extLst xmlns:a="http://schemas.openxmlformats.org/drawingml/2006/main">
              <a:ext uri="{FF2B5EF4-FFF2-40B4-BE49-F238E27FC236}">
                <a16:creationId xmlns:a16="http://schemas.microsoft.com/office/drawing/2014/main" id="{D694EE16-FBE1-4F6B-AF87-060323900798}"/>
              </a:ext>
            </a:extLst>
          </p:cNvPr>
          <p:cNvSpPr>
            <a:spLocks xmlns:a="http://schemas.openxmlformats.org/drawingml/2006/main" noGrp="1"/>
          </p:cNvSpPr>
          <p:nvPr/>
        </p:nvSpPr>
        <p:spPr>
          <a:xfrm xmlns:a="http://schemas.openxmlformats.org/drawingml/2006/main">
            <a:off x="7513320" y="2362200"/>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Validate</a:t>
            </a:r>
          </a:p>
        </p:txBody>
      </p:sp>
      <p:sp>
        <p:nvSpPr>
          <p:cNvPr id="24" name="">
            <a:extLst xmlns:a="http://schemas.openxmlformats.org/drawingml/2006/main">
              <a:ext uri="{FF2B5EF4-FFF2-40B4-BE49-F238E27FC236}">
                <a16:creationId xmlns:a16="http://schemas.microsoft.com/office/drawing/2014/main" id="{79864951-E71C-46BD-9745-3D0621F8B4C6}"/>
              </a:ext>
            </a:extLst>
          </p:cNvPr>
          <p:cNvSpPr>
            <a:spLocks xmlns:a="http://schemas.openxmlformats.org/drawingml/2006/main" noGrp="1"/>
          </p:cNvSpPr>
          <p:nvPr/>
        </p:nvSpPr>
        <p:spPr>
          <a:xfrm xmlns:a="http://schemas.openxmlformats.org/drawingml/2006/main">
            <a:off x="7513320" y="2705100"/>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Check visible required fields and calculations</a:t>
            </a:r>
          </a:p>
        </p:txBody>
      </p:sp>
      <p:sp>
        <p:nvSpPr>
          <p:cNvPr id="25" name="">
            <a:extLst xmlns:a="http://schemas.openxmlformats.org/drawingml/2006/main">
              <a:ext uri="{FF2B5EF4-FFF2-40B4-BE49-F238E27FC236}">
                <a16:creationId xmlns:a16="http://schemas.microsoft.com/office/drawing/2014/main" id="{460F610C-389A-450D-85EA-7048CD1F1832}"/>
              </a:ext>
            </a:extLst>
          </p:cNvPr>
          <p:cNvSpPr>
            <a:spLocks xmlns:a="http://schemas.openxmlformats.org/drawingml/2006/main" noGrp="1"/>
          </p:cNvSpPr>
          <p:nvPr/>
        </p:nvSpPr>
        <p:spPr>
          <a:xfrm xmlns:a="http://schemas.openxmlformats.org/drawingml/2006/main">
            <a:off x="9366885" y="23241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26" name="">
            <a:extLst xmlns:a="http://schemas.openxmlformats.org/drawingml/2006/main">
              <a:ext uri="{FF2B5EF4-FFF2-40B4-BE49-F238E27FC236}">
                <a16:creationId xmlns:a16="http://schemas.microsoft.com/office/drawing/2014/main" id="{1BF9D8FD-981C-4A01-A5F1-1313E2C47303}"/>
              </a:ext>
            </a:extLst>
          </p:cNvPr>
          <p:cNvSpPr>
            <a:spLocks xmlns:a="http://schemas.openxmlformats.org/drawingml/2006/main" noGrp="1"/>
          </p:cNvSpPr>
          <p:nvPr/>
        </p:nvSpPr>
        <p:spPr>
          <a:xfrm xmlns:a="http://schemas.openxmlformats.org/drawingml/2006/main">
            <a:off x="9566910" y="1952625"/>
            <a:ext cx="195834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E8EAF2"/>
            </a:solidFill>
            <a:prstDash val="solid"/>
          </a:ln>
        </p:spPr>
      </p:sp>
      <p:sp>
        <p:nvSpPr>
          <p:cNvPr id="27" name="">
            <a:extLst xmlns:a="http://schemas.openxmlformats.org/drawingml/2006/main">
              <a:ext uri="{FF2B5EF4-FFF2-40B4-BE49-F238E27FC236}">
                <a16:creationId xmlns:a16="http://schemas.microsoft.com/office/drawing/2014/main" id="{F001DB89-E64A-4E2C-9172-B45CCF07D2E5}"/>
              </a:ext>
            </a:extLst>
          </p:cNvPr>
          <p:cNvSpPr>
            <a:spLocks xmlns:a="http://schemas.openxmlformats.org/drawingml/2006/main" noGrp="1"/>
          </p:cNvSpPr>
          <p:nvPr/>
        </p:nvSpPr>
        <p:spPr>
          <a:xfrm xmlns:a="http://schemas.openxmlformats.org/drawingml/2006/main">
            <a:off x="9738360" y="2105025"/>
            <a:ext cx="161544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17A673"/>
                </a:solidFill>
              </a:defRPr>
            </a:pPr>
            <a:r>
              <a:rPr sz="900" b="1">
                <a:solidFill>
                  <a:srgbClr val="17A673"/>
                </a:solidFill>
              </a:rPr>
              <a:t>05</a:t>
            </a:r>
          </a:p>
        </p:txBody>
      </p:sp>
      <p:sp>
        <p:nvSpPr>
          <p:cNvPr id="28" name="">
            <a:extLst xmlns:a="http://schemas.openxmlformats.org/drawingml/2006/main">
              <a:ext uri="{FF2B5EF4-FFF2-40B4-BE49-F238E27FC236}">
                <a16:creationId xmlns:a16="http://schemas.microsoft.com/office/drawing/2014/main" id="{EADB230E-CC77-46DB-9C6B-BC4946491467}"/>
              </a:ext>
            </a:extLst>
          </p:cNvPr>
          <p:cNvSpPr>
            <a:spLocks xmlns:a="http://schemas.openxmlformats.org/drawingml/2006/main" noGrp="1"/>
          </p:cNvSpPr>
          <p:nvPr/>
        </p:nvSpPr>
        <p:spPr>
          <a:xfrm xmlns:a="http://schemas.openxmlformats.org/drawingml/2006/main">
            <a:off x="9738360" y="2362200"/>
            <a:ext cx="16154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Send</a:t>
            </a:r>
          </a:p>
        </p:txBody>
      </p:sp>
      <p:sp>
        <p:nvSpPr>
          <p:cNvPr id="29" name="">
            <a:extLst xmlns:a="http://schemas.openxmlformats.org/drawingml/2006/main">
              <a:ext uri="{FF2B5EF4-FFF2-40B4-BE49-F238E27FC236}">
                <a16:creationId xmlns:a16="http://schemas.microsoft.com/office/drawing/2014/main" id="{1F7B60A9-64D5-434F-8783-D023187D53A4}"/>
              </a:ext>
            </a:extLst>
          </p:cNvPr>
          <p:cNvSpPr>
            <a:spLocks xmlns:a="http://schemas.openxmlformats.org/drawingml/2006/main" noGrp="1"/>
          </p:cNvSpPr>
          <p:nvPr/>
        </p:nvSpPr>
        <p:spPr>
          <a:xfrm xmlns:a="http://schemas.openxmlformats.org/drawingml/2006/main">
            <a:off x="9738360" y="2705100"/>
            <a:ext cx="16154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Assign the next reviewer</a:t>
            </a:r>
          </a:p>
        </p:txBody>
      </p:sp>
      <p:sp>
        <p:nvSpPr>
          <p:cNvPr id="30" name="">
            <a:extLst xmlns:a="http://schemas.openxmlformats.org/drawingml/2006/main">
              <a:ext uri="{FF2B5EF4-FFF2-40B4-BE49-F238E27FC236}">
                <a16:creationId xmlns:a16="http://schemas.microsoft.com/office/drawing/2014/main" id="{09D3E03A-BA9E-477B-B1FC-DB20F2619CB1}"/>
              </a:ext>
            </a:extLst>
          </p:cNvPr>
          <p:cNvSpPr>
            <a:spLocks xmlns:a="http://schemas.openxmlformats.org/drawingml/2006/main" noGrp="1"/>
          </p:cNvSpPr>
          <p:nvPr/>
        </p:nvSpPr>
        <p:spPr>
          <a:xfrm xmlns:a="http://schemas.openxmlformats.org/drawingml/2006/main">
            <a:off x="857250" y="4286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6D3CFF"/>
                </a:solidFill>
              </a:defRPr>
            </a:pPr>
            <a:r>
              <a:rPr sz="975" b="1">
                <a:solidFill>
                  <a:srgbClr val="6D3CFF"/>
                </a:solidFill>
              </a:rPr>
              <a:t>STRUCTURE</a:t>
            </a:r>
          </a:p>
        </p:txBody>
      </p:sp>
      <p:sp>
        <p:nvSpPr>
          <p:cNvPr id="31" name="">
            <a:extLst xmlns:a="http://schemas.openxmlformats.org/drawingml/2006/main">
              <a:ext uri="{FF2B5EF4-FFF2-40B4-BE49-F238E27FC236}">
                <a16:creationId xmlns:a16="http://schemas.microsoft.com/office/drawing/2014/main" id="{A48A76F6-5FB5-4B87-9CDA-1CA0233597D2}"/>
              </a:ext>
            </a:extLst>
          </p:cNvPr>
          <p:cNvSpPr>
            <a:spLocks xmlns:a="http://schemas.openxmlformats.org/drawingml/2006/main" noGrp="1"/>
          </p:cNvSpPr>
          <p:nvPr/>
        </p:nvSpPr>
        <p:spPr>
          <a:xfrm xmlns:a="http://schemas.openxmlformats.org/drawingml/2006/main">
            <a:off x="857250" y="4619625"/>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1020"/>
                </a:solidFill>
              </a:defRPr>
            </a:pPr>
            <a:r>
              <a:rPr sz="1575" b="1">
                <a:solidFill>
                  <a:srgbClr val="0B1020"/>
                </a:solidFill>
              </a:rPr>
              <a:t>The same standard</a:t>
            </a:r>
          </a:p>
          <a:p xmlns:a="http://schemas.openxmlformats.org/drawingml/2006/main">
            <a:pPr algn="ctr">
              <a:defRPr sz="1575" b="1">
                <a:solidFill>
                  <a:srgbClr val="0B1020"/>
                </a:solidFill>
              </a:defRPr>
            </a:pPr>
            <a:r>
              <a:rPr sz="1575" b="1">
                <a:solidFill>
                  <a:srgbClr val="0B1020"/>
                </a:solidFill>
              </a:rPr>
              <a:t>every time</a:t>
            </a:r>
          </a:p>
        </p:txBody>
      </p:sp>
      <p:sp>
        <p:nvSpPr>
          <p:cNvPr id="32" name="">
            <a:extLst xmlns:a="http://schemas.openxmlformats.org/drawingml/2006/main">
              <a:ext uri="{FF2B5EF4-FFF2-40B4-BE49-F238E27FC236}">
                <a16:creationId xmlns:a16="http://schemas.microsoft.com/office/drawing/2014/main" id="{897B275F-CAF6-4750-81FD-7687756BF168}"/>
              </a:ext>
            </a:extLst>
          </p:cNvPr>
          <p:cNvSpPr>
            <a:spLocks xmlns:a="http://schemas.openxmlformats.org/drawingml/2006/main" noGrp="1"/>
          </p:cNvSpPr>
          <p:nvPr/>
        </p:nvSpPr>
        <p:spPr>
          <a:xfrm xmlns:a="http://schemas.openxmlformats.org/drawingml/2006/main">
            <a:off x="4667250" y="4286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0C7D9"/>
                </a:solidFill>
              </a:defRPr>
            </a:pPr>
            <a:r>
              <a:rPr sz="975" b="1">
                <a:solidFill>
                  <a:srgbClr val="20C7D9"/>
                </a:solidFill>
              </a:rPr>
              <a:t>GUIDANCE</a:t>
            </a:r>
          </a:p>
        </p:txBody>
      </p:sp>
      <p:sp>
        <p:nvSpPr>
          <p:cNvPr id="33" name="">
            <a:extLst xmlns:a="http://schemas.openxmlformats.org/drawingml/2006/main">
              <a:ext uri="{FF2B5EF4-FFF2-40B4-BE49-F238E27FC236}">
                <a16:creationId xmlns:a16="http://schemas.microsoft.com/office/drawing/2014/main" id="{F5085899-5D8D-45DE-9A7C-8E70336FC2F1}"/>
              </a:ext>
            </a:extLst>
          </p:cNvPr>
          <p:cNvSpPr>
            <a:spLocks xmlns:a="http://schemas.openxmlformats.org/drawingml/2006/main" noGrp="1"/>
          </p:cNvSpPr>
          <p:nvPr/>
        </p:nvSpPr>
        <p:spPr>
          <a:xfrm xmlns:a="http://schemas.openxmlformats.org/drawingml/2006/main">
            <a:off x="4667250" y="4619625"/>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1020"/>
                </a:solidFill>
              </a:defRPr>
            </a:pPr>
            <a:r>
              <a:rPr sz="1575" b="1">
                <a:solidFill>
                  <a:srgbClr val="0B1020"/>
                </a:solidFill>
              </a:rPr>
              <a:t>Required information</a:t>
            </a:r>
          </a:p>
          <a:p xmlns:a="http://schemas.openxmlformats.org/drawingml/2006/main">
            <a:pPr algn="ctr">
              <a:defRPr sz="1575" b="1">
                <a:solidFill>
                  <a:srgbClr val="0B1020"/>
                </a:solidFill>
              </a:defRPr>
            </a:pPr>
            <a:r>
              <a:rPr sz="1575" b="1">
                <a:solidFill>
                  <a:srgbClr val="0B1020"/>
                </a:solidFill>
              </a:rPr>
              <a:t>is explicit</a:t>
            </a:r>
          </a:p>
        </p:txBody>
      </p:sp>
      <p:sp>
        <p:nvSpPr>
          <p:cNvPr id="34" name="">
            <a:extLst xmlns:a="http://schemas.openxmlformats.org/drawingml/2006/main">
              <a:ext uri="{FF2B5EF4-FFF2-40B4-BE49-F238E27FC236}">
                <a16:creationId xmlns:a16="http://schemas.microsoft.com/office/drawing/2014/main" id="{1B86C6E0-A96C-410E-994E-E846D8F0C681}"/>
              </a:ext>
            </a:extLst>
          </p:cNvPr>
          <p:cNvSpPr>
            <a:spLocks xmlns:a="http://schemas.openxmlformats.org/drawingml/2006/main" noGrp="1"/>
          </p:cNvSpPr>
          <p:nvPr/>
        </p:nvSpPr>
        <p:spPr>
          <a:xfrm xmlns:a="http://schemas.openxmlformats.org/drawingml/2006/main">
            <a:off x="8477250" y="4286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7A673"/>
                </a:solidFill>
              </a:defRPr>
            </a:pPr>
            <a:r>
              <a:rPr sz="975" b="1">
                <a:solidFill>
                  <a:srgbClr val="17A673"/>
                </a:solidFill>
              </a:rPr>
              <a:t>TRACEABILITY</a:t>
            </a:r>
          </a:p>
        </p:txBody>
      </p:sp>
      <p:sp>
        <p:nvSpPr>
          <p:cNvPr id="35" name="">
            <a:extLst xmlns:a="http://schemas.openxmlformats.org/drawingml/2006/main">
              <a:ext uri="{FF2B5EF4-FFF2-40B4-BE49-F238E27FC236}">
                <a16:creationId xmlns:a16="http://schemas.microsoft.com/office/drawing/2014/main" id="{79343264-5FFC-4D6D-8D2B-FD5BDF15C340}"/>
              </a:ext>
            </a:extLst>
          </p:cNvPr>
          <p:cNvSpPr>
            <a:spLocks xmlns:a="http://schemas.openxmlformats.org/drawingml/2006/main" noGrp="1"/>
          </p:cNvSpPr>
          <p:nvPr/>
        </p:nvSpPr>
        <p:spPr>
          <a:xfrm xmlns:a="http://schemas.openxmlformats.org/drawingml/2006/main">
            <a:off x="8477250" y="4619625"/>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1020"/>
                </a:solidFill>
              </a:defRPr>
            </a:pPr>
            <a:r>
              <a:rPr sz="1575" b="1">
                <a:solidFill>
                  <a:srgbClr val="0B1020"/>
                </a:solidFill>
              </a:rPr>
              <a:t>Each report has its own</a:t>
            </a:r>
          </a:p>
          <a:p xmlns:a="http://schemas.openxmlformats.org/drawingml/2006/main">
            <a:pPr algn="ctr">
              <a:defRPr sz="1575" b="1">
                <a:solidFill>
                  <a:srgbClr val="0B1020"/>
                </a:solidFill>
              </a:defRPr>
            </a:pPr>
            <a:r>
              <a:rPr sz="1575" b="1">
                <a:solidFill>
                  <a:srgbClr val="0B1020"/>
                </a:solidFill>
              </a:rPr>
              <a:t>lifecycle</a:t>
            </a:r>
          </a:p>
        </p:txBody>
      </p:sp>
    </p:spTree>
    <p:extLst>
      <p:ext uri="{BB962C8B-B14F-4D97-AF65-F5344CB8AC3E}">
        <p14:creationId xmlns:p14="http://schemas.microsoft.com/office/powerpoint/2010/main" val="857901734"/>
      </p:ext>
    </p:extLst>
  </p:cSld>
</p:sld>
</file>

<file path=ppt/slides/slide15.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ADD716D-6257-4709-930A-2E5BD83ACCC4}"/>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REPORT REVIEW</a:t>
            </a:r>
          </a:p>
        </p:txBody>
      </p:sp>
      <p:sp>
        <p:nvSpPr>
          <p:cNvPr id="2" name="slide-title-15">
            <a:extLst xmlns:a="http://schemas.openxmlformats.org/drawingml/2006/main">
              <a:ext uri="{FF2B5EF4-FFF2-40B4-BE49-F238E27FC236}">
                <a16:creationId xmlns:a16="http://schemas.microsoft.com/office/drawing/2014/main" id="{54CFFC10-51CF-4596-B306-3423835EEC4F}"/>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Review becomes a structured decision</a:t>
            </a:r>
          </a:p>
        </p:txBody>
      </p:sp>
      <p:sp>
        <p:nvSpPr>
          <p:cNvPr id="3" name="">
            <a:extLst xmlns:a="http://schemas.openxmlformats.org/drawingml/2006/main">
              <a:ext uri="{FF2B5EF4-FFF2-40B4-BE49-F238E27FC236}">
                <a16:creationId xmlns:a16="http://schemas.microsoft.com/office/drawing/2014/main" id="{375CB8AB-244E-4B53-B960-B83A24CA323F}"/>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15</a:t>
            </a:r>
          </a:p>
        </p:txBody>
      </p:sp>
      <p:sp>
        <p:nvSpPr>
          <p:cNvPr id="4" name="">
            <a:extLst xmlns:a="http://schemas.openxmlformats.org/drawingml/2006/main">
              <a:ext uri="{FF2B5EF4-FFF2-40B4-BE49-F238E27FC236}">
                <a16:creationId xmlns:a16="http://schemas.microsoft.com/office/drawing/2014/main" id="{3763AB47-DE18-4741-83AF-AF2FF3D8846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9CF10345-DD1A-484F-8380-8B65C8F40C41}"/>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1B7854FD-153F-46AF-9A3D-7F3DB3C83767}"/>
              </a:ext>
            </a:extLst>
          </p:cNvPr>
          <p:cNvSpPr>
            <a:spLocks xmlns:a="http://schemas.openxmlformats.org/drawingml/2006/main" noGrp="1"/>
          </p:cNvSpPr>
          <p:nvPr/>
        </p:nvSpPr>
        <p:spPr>
          <a:xfrm xmlns:a="http://schemas.openxmlformats.org/drawingml/2006/main">
            <a:off x="904875" y="2095500"/>
            <a:ext cx="2476500" cy="1714500"/>
          </a:xfrm>
          <a:prstGeom xmlns:a="http://schemas.openxmlformats.org/drawingml/2006/main" prst="roundRect">
            <a:avLst>
              <a:gd name="adj" fmla="val 12222"/>
            </a:avLst>
          </a:prstGeom>
          <a:solidFill xmlns:a="http://schemas.openxmlformats.org/drawingml/2006/main">
            <a:srgbClr val="222943"/>
          </a:solidFill>
          <a:ln xmlns:a="http://schemas.openxmlformats.org/drawingml/2006/main" w="9525">
            <a:solidFill>
              <a:srgbClr val="333A55"/>
            </a:solidFill>
            <a:prstDash val="solid"/>
          </a:ln>
        </p:spPr>
      </p:sp>
      <p:sp>
        <p:nvSpPr>
          <p:cNvPr id="7" name="">
            <a:extLst xmlns:a="http://schemas.openxmlformats.org/drawingml/2006/main">
              <a:ext uri="{FF2B5EF4-FFF2-40B4-BE49-F238E27FC236}">
                <a16:creationId xmlns:a16="http://schemas.microsoft.com/office/drawing/2014/main" id="{41963E16-DE49-420C-9ABC-C4FF9E9231D7}"/>
              </a:ext>
            </a:extLst>
          </p:cNvPr>
          <p:cNvSpPr>
            <a:spLocks xmlns:a="http://schemas.openxmlformats.org/drawingml/2006/main" noGrp="1"/>
          </p:cNvSpPr>
          <p:nvPr/>
        </p:nvSpPr>
        <p:spPr>
          <a:xfrm xmlns:a="http://schemas.openxmlformats.org/drawingml/2006/main">
            <a:off x="11430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0C7D9"/>
                </a:solidFill>
              </a:defRPr>
            </a:pPr>
            <a:r>
              <a:rPr sz="1050" b="1">
                <a:solidFill>
                  <a:srgbClr val="20C7D9"/>
                </a:solidFill>
              </a:rPr>
              <a:t>SENT REPORT</a:t>
            </a:r>
          </a:p>
        </p:txBody>
      </p:sp>
      <p:sp>
        <p:nvSpPr>
          <p:cNvPr id="8" name="">
            <a:extLst xmlns:a="http://schemas.openxmlformats.org/drawingml/2006/main">
              <a:ext uri="{FF2B5EF4-FFF2-40B4-BE49-F238E27FC236}">
                <a16:creationId xmlns:a16="http://schemas.microsoft.com/office/drawing/2014/main" id="{A854EE78-B2C2-4E95-8ED6-FBCFDB563AF4}"/>
              </a:ext>
            </a:extLst>
          </p:cNvPr>
          <p:cNvSpPr>
            <a:spLocks xmlns:a="http://schemas.openxmlformats.org/drawingml/2006/main" noGrp="1"/>
          </p:cNvSpPr>
          <p:nvPr/>
        </p:nvSpPr>
        <p:spPr>
          <a:xfrm xmlns:a="http://schemas.openxmlformats.org/drawingml/2006/main">
            <a:off x="1143000" y="278130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FFFF"/>
                </a:solidFill>
              </a:defRPr>
            </a:pPr>
            <a:r>
              <a:rPr sz="1800" b="1">
                <a:solidFill>
                  <a:srgbClr val="FFFFFF"/>
                </a:solidFill>
              </a:rPr>
              <a:t>Assigned reviewer</a:t>
            </a:r>
          </a:p>
          <a:p xmlns:a="http://schemas.openxmlformats.org/drawingml/2006/main">
            <a:pPr algn="l">
              <a:defRPr sz="1800" b="1">
                <a:solidFill>
                  <a:srgbClr val="FFFFFF"/>
                </a:solidFill>
              </a:defRPr>
            </a:pPr>
            <a:r>
              <a:rPr sz="1800" b="1">
                <a:solidFill>
                  <a:srgbClr val="FFFFFF"/>
                </a:solidFill>
              </a:rPr>
              <a:t>opens the report</a:t>
            </a:r>
          </a:p>
        </p:txBody>
      </p:sp>
      <p:sp>
        <p:nvSpPr>
          <p:cNvPr id="9" name="">
            <a:extLst xmlns:a="http://schemas.openxmlformats.org/drawingml/2006/main">
              <a:ext uri="{FF2B5EF4-FFF2-40B4-BE49-F238E27FC236}">
                <a16:creationId xmlns:a16="http://schemas.microsoft.com/office/drawing/2014/main" id="{D7C9AD7D-A2A2-4792-9537-BE59C7EDC1A0}"/>
              </a:ext>
            </a:extLst>
          </p:cNvPr>
          <p:cNvSpPr>
            <a:spLocks xmlns:a="http://schemas.openxmlformats.org/drawingml/2006/main" noGrp="1"/>
          </p:cNvSpPr>
          <p:nvPr/>
        </p:nvSpPr>
        <p:spPr>
          <a:xfrm xmlns:a="http://schemas.openxmlformats.org/drawingml/2006/main">
            <a:off x="3638550" y="26289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20C7D9"/>
                </a:solidFill>
              </a:defRPr>
            </a:pPr>
            <a:r>
              <a:rPr sz="2850" b="1">
                <a:solidFill>
                  <a:srgbClr val="20C7D9"/>
                </a:solidFill>
              </a:rPr>
              <a:t>→</a:t>
            </a:r>
          </a:p>
        </p:txBody>
      </p:sp>
      <p:sp>
        <p:nvSpPr>
          <p:cNvPr id="10" name="">
            <a:extLst xmlns:a="http://schemas.openxmlformats.org/drawingml/2006/main">
              <a:ext uri="{FF2B5EF4-FFF2-40B4-BE49-F238E27FC236}">
                <a16:creationId xmlns:a16="http://schemas.microsoft.com/office/drawing/2014/main" id="{3CEAAB9B-B5F9-4508-B314-E4C917C9832F}"/>
              </a:ext>
            </a:extLst>
          </p:cNvPr>
          <p:cNvSpPr>
            <a:spLocks xmlns:a="http://schemas.openxmlformats.org/drawingml/2006/main" noGrp="1"/>
          </p:cNvSpPr>
          <p:nvPr/>
        </p:nvSpPr>
        <p:spPr>
          <a:xfrm xmlns:a="http://schemas.openxmlformats.org/drawingml/2006/main">
            <a:off x="4524375" y="17621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67FF"/>
                </a:solidFill>
              </a:defRPr>
            </a:pPr>
            <a:r>
              <a:rPr sz="1125" b="1">
                <a:solidFill>
                  <a:srgbClr val="8B67FF"/>
                </a:solidFill>
              </a:rPr>
              <a:t>COMMENT</a:t>
            </a:r>
          </a:p>
        </p:txBody>
      </p:sp>
      <p:sp>
        <p:nvSpPr>
          <p:cNvPr id="11" name="">
            <a:extLst xmlns:a="http://schemas.openxmlformats.org/drawingml/2006/main">
              <a:ext uri="{FF2B5EF4-FFF2-40B4-BE49-F238E27FC236}">
                <a16:creationId xmlns:a16="http://schemas.microsoft.com/office/drawing/2014/main" id="{88FA4070-C83A-4BC0-A47C-8B8FAD2F1BD3}"/>
              </a:ext>
            </a:extLst>
          </p:cNvPr>
          <p:cNvSpPr>
            <a:spLocks xmlns:a="http://schemas.openxmlformats.org/drawingml/2006/main" noGrp="1"/>
          </p:cNvSpPr>
          <p:nvPr/>
        </p:nvSpPr>
        <p:spPr>
          <a:xfrm xmlns:a="http://schemas.openxmlformats.org/drawingml/2006/main">
            <a:off x="4524375" y="212407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Clarify in context</a:t>
            </a:r>
          </a:p>
        </p:txBody>
      </p:sp>
      <p:sp>
        <p:nvSpPr>
          <p:cNvPr id="12" name="">
            <a:extLst xmlns:a="http://schemas.openxmlformats.org/drawingml/2006/main">
              <a:ext uri="{FF2B5EF4-FFF2-40B4-BE49-F238E27FC236}">
                <a16:creationId xmlns:a16="http://schemas.microsoft.com/office/drawing/2014/main" id="{318FAB42-7EE1-4CA9-8590-A40C81C98062}"/>
              </a:ext>
            </a:extLst>
          </p:cNvPr>
          <p:cNvSpPr>
            <a:spLocks xmlns:a="http://schemas.openxmlformats.org/drawingml/2006/main" noGrp="1"/>
          </p:cNvSpPr>
          <p:nvPr/>
        </p:nvSpPr>
        <p:spPr>
          <a:xfrm xmlns:a="http://schemas.openxmlformats.org/drawingml/2006/main">
            <a:off x="4524375" y="2971800"/>
            <a:ext cx="2667000" cy="0"/>
          </a:xfrm>
          <a:prstGeom xmlns:a="http://schemas.openxmlformats.org/drawingml/2006/main" prst="line">
            <a:avLst/>
          </a:prstGeom>
          <a:noFill xmlns:a="http://schemas.openxmlformats.org/drawingml/2006/main"/>
          <a:ln xmlns:a="http://schemas.openxmlformats.org/drawingml/2006/main" w="28575">
            <a:solidFill>
              <a:srgbClr val="8B67FF"/>
            </a:solidFill>
            <a:prstDash val="solid"/>
          </a:ln>
        </p:spPr>
      </p:sp>
      <p:sp>
        <p:nvSpPr>
          <p:cNvPr id="13" name="">
            <a:extLst xmlns:a="http://schemas.openxmlformats.org/drawingml/2006/main">
              <a:ext uri="{FF2B5EF4-FFF2-40B4-BE49-F238E27FC236}">
                <a16:creationId xmlns:a16="http://schemas.microsoft.com/office/drawing/2014/main" id="{516811CA-3E56-4F6F-99F1-41CF6ED1B717}"/>
              </a:ext>
            </a:extLst>
          </p:cNvPr>
          <p:cNvSpPr>
            <a:spLocks xmlns:a="http://schemas.openxmlformats.org/drawingml/2006/main" noGrp="1"/>
          </p:cNvSpPr>
          <p:nvPr/>
        </p:nvSpPr>
        <p:spPr>
          <a:xfrm xmlns:a="http://schemas.openxmlformats.org/drawingml/2006/main">
            <a:off x="7858125" y="17621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9A23B"/>
                </a:solidFill>
              </a:defRPr>
            </a:pPr>
            <a:r>
              <a:rPr sz="1125" b="1">
                <a:solidFill>
                  <a:srgbClr val="E9A23B"/>
                </a:solidFill>
              </a:rPr>
              <a:t>RETURN</a:t>
            </a:r>
          </a:p>
        </p:txBody>
      </p:sp>
      <p:sp>
        <p:nvSpPr>
          <p:cNvPr id="14" name="">
            <a:extLst xmlns:a="http://schemas.openxmlformats.org/drawingml/2006/main">
              <a:ext uri="{FF2B5EF4-FFF2-40B4-BE49-F238E27FC236}">
                <a16:creationId xmlns:a16="http://schemas.microsoft.com/office/drawing/2014/main" id="{3FDB5FBF-9ACA-4F27-942A-090E0FE5C49E}"/>
              </a:ext>
            </a:extLst>
          </p:cNvPr>
          <p:cNvSpPr>
            <a:spLocks xmlns:a="http://schemas.openxmlformats.org/drawingml/2006/main" noGrp="1"/>
          </p:cNvSpPr>
          <p:nvPr/>
        </p:nvSpPr>
        <p:spPr>
          <a:xfrm xmlns:a="http://schemas.openxmlformats.org/drawingml/2006/main">
            <a:off x="7858125" y="212407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Request correction</a:t>
            </a:r>
          </a:p>
        </p:txBody>
      </p:sp>
      <p:sp>
        <p:nvSpPr>
          <p:cNvPr id="15" name="">
            <a:extLst xmlns:a="http://schemas.openxmlformats.org/drawingml/2006/main">
              <a:ext uri="{FF2B5EF4-FFF2-40B4-BE49-F238E27FC236}">
                <a16:creationId xmlns:a16="http://schemas.microsoft.com/office/drawing/2014/main" id="{2C0D2455-BD8B-4582-A16D-F9CCE1AFF316}"/>
              </a:ext>
            </a:extLst>
          </p:cNvPr>
          <p:cNvSpPr>
            <a:spLocks xmlns:a="http://schemas.openxmlformats.org/drawingml/2006/main" noGrp="1"/>
          </p:cNvSpPr>
          <p:nvPr/>
        </p:nvSpPr>
        <p:spPr>
          <a:xfrm xmlns:a="http://schemas.openxmlformats.org/drawingml/2006/main">
            <a:off x="7858125" y="2971800"/>
            <a:ext cx="2667000" cy="0"/>
          </a:xfrm>
          <a:prstGeom xmlns:a="http://schemas.openxmlformats.org/drawingml/2006/main" prst="line">
            <a:avLst/>
          </a:prstGeom>
          <a:noFill xmlns:a="http://schemas.openxmlformats.org/drawingml/2006/main"/>
          <a:ln xmlns:a="http://schemas.openxmlformats.org/drawingml/2006/main" w="28575">
            <a:solidFill>
              <a:srgbClr val="E9A23B"/>
            </a:solidFill>
            <a:prstDash val="solid"/>
          </a:ln>
        </p:spPr>
      </p:sp>
      <p:sp>
        <p:nvSpPr>
          <p:cNvPr id="16" name="">
            <a:extLst xmlns:a="http://schemas.openxmlformats.org/drawingml/2006/main">
              <a:ext uri="{FF2B5EF4-FFF2-40B4-BE49-F238E27FC236}">
                <a16:creationId xmlns:a16="http://schemas.microsoft.com/office/drawing/2014/main" id="{3C3A09AA-4B21-43AC-8E8A-EAD65E971928}"/>
              </a:ext>
            </a:extLst>
          </p:cNvPr>
          <p:cNvSpPr>
            <a:spLocks xmlns:a="http://schemas.openxmlformats.org/drawingml/2006/main" noGrp="1"/>
          </p:cNvSpPr>
          <p:nvPr/>
        </p:nvSpPr>
        <p:spPr>
          <a:xfrm xmlns:a="http://schemas.openxmlformats.org/drawingml/2006/main">
            <a:off x="4524375" y="37623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84A5C"/>
                </a:solidFill>
              </a:defRPr>
            </a:pPr>
            <a:r>
              <a:rPr sz="1125" b="1">
                <a:solidFill>
                  <a:srgbClr val="D84A5C"/>
                </a:solidFill>
              </a:rPr>
              <a:t>REJECT</a:t>
            </a:r>
          </a:p>
        </p:txBody>
      </p:sp>
      <p:sp>
        <p:nvSpPr>
          <p:cNvPr id="17" name="">
            <a:extLst xmlns:a="http://schemas.openxmlformats.org/drawingml/2006/main">
              <a:ext uri="{FF2B5EF4-FFF2-40B4-BE49-F238E27FC236}">
                <a16:creationId xmlns:a16="http://schemas.microsoft.com/office/drawing/2014/main" id="{5081F95C-9A17-4E9C-BEDC-0B88D4479B92}"/>
              </a:ext>
            </a:extLst>
          </p:cNvPr>
          <p:cNvSpPr>
            <a:spLocks xmlns:a="http://schemas.openxmlformats.org/drawingml/2006/main" noGrp="1"/>
          </p:cNvSpPr>
          <p:nvPr/>
        </p:nvSpPr>
        <p:spPr>
          <a:xfrm xmlns:a="http://schemas.openxmlformats.org/drawingml/2006/main">
            <a:off x="4524375" y="412432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Record a final negative decision</a:t>
            </a:r>
          </a:p>
        </p:txBody>
      </p:sp>
      <p:sp>
        <p:nvSpPr>
          <p:cNvPr id="18" name="">
            <a:extLst xmlns:a="http://schemas.openxmlformats.org/drawingml/2006/main">
              <a:ext uri="{FF2B5EF4-FFF2-40B4-BE49-F238E27FC236}">
                <a16:creationId xmlns:a16="http://schemas.microsoft.com/office/drawing/2014/main" id="{16AF56B9-E910-459D-A394-11C5652D3C24}"/>
              </a:ext>
            </a:extLst>
          </p:cNvPr>
          <p:cNvSpPr>
            <a:spLocks xmlns:a="http://schemas.openxmlformats.org/drawingml/2006/main" noGrp="1"/>
          </p:cNvSpPr>
          <p:nvPr/>
        </p:nvSpPr>
        <p:spPr>
          <a:xfrm xmlns:a="http://schemas.openxmlformats.org/drawingml/2006/main">
            <a:off x="4524375" y="4972050"/>
            <a:ext cx="2667000" cy="0"/>
          </a:xfrm>
          <a:prstGeom xmlns:a="http://schemas.openxmlformats.org/drawingml/2006/main" prst="line">
            <a:avLst/>
          </a:prstGeom>
          <a:noFill xmlns:a="http://schemas.openxmlformats.org/drawingml/2006/main"/>
          <a:ln xmlns:a="http://schemas.openxmlformats.org/drawingml/2006/main" w="28575">
            <a:solidFill>
              <a:srgbClr val="D84A5C"/>
            </a:solidFill>
            <a:prstDash val="solid"/>
          </a:ln>
        </p:spPr>
      </p:sp>
      <p:sp>
        <p:nvSpPr>
          <p:cNvPr id="19" name="">
            <a:extLst xmlns:a="http://schemas.openxmlformats.org/drawingml/2006/main">
              <a:ext uri="{FF2B5EF4-FFF2-40B4-BE49-F238E27FC236}">
                <a16:creationId xmlns:a16="http://schemas.microsoft.com/office/drawing/2014/main" id="{11ACAF7D-C64F-417A-B576-68772FE8CD28}"/>
              </a:ext>
            </a:extLst>
          </p:cNvPr>
          <p:cNvSpPr>
            <a:spLocks xmlns:a="http://schemas.openxmlformats.org/drawingml/2006/main" noGrp="1"/>
          </p:cNvSpPr>
          <p:nvPr/>
        </p:nvSpPr>
        <p:spPr>
          <a:xfrm xmlns:a="http://schemas.openxmlformats.org/drawingml/2006/main">
            <a:off x="7858125" y="37623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A673"/>
                </a:solidFill>
              </a:defRPr>
            </a:pPr>
            <a:r>
              <a:rPr sz="1125" b="1">
                <a:solidFill>
                  <a:srgbClr val="17A673"/>
                </a:solidFill>
              </a:rPr>
              <a:t>SIGN</a:t>
            </a:r>
          </a:p>
        </p:txBody>
      </p:sp>
      <p:sp>
        <p:nvSpPr>
          <p:cNvPr id="20" name="">
            <a:extLst xmlns:a="http://schemas.openxmlformats.org/drawingml/2006/main">
              <a:ext uri="{FF2B5EF4-FFF2-40B4-BE49-F238E27FC236}">
                <a16:creationId xmlns:a16="http://schemas.microsoft.com/office/drawing/2014/main" id="{59236974-4574-46CC-933A-570EFDA2D905}"/>
              </a:ext>
            </a:extLst>
          </p:cNvPr>
          <p:cNvSpPr>
            <a:spLocks xmlns:a="http://schemas.openxmlformats.org/drawingml/2006/main" noGrp="1"/>
          </p:cNvSpPr>
          <p:nvPr/>
        </p:nvSpPr>
        <p:spPr>
          <a:xfrm xmlns:a="http://schemas.openxmlformats.org/drawingml/2006/main">
            <a:off x="7858125" y="412432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Finalize and lock</a:t>
            </a:r>
          </a:p>
        </p:txBody>
      </p:sp>
      <p:sp>
        <p:nvSpPr>
          <p:cNvPr id="21" name="">
            <a:extLst xmlns:a="http://schemas.openxmlformats.org/drawingml/2006/main">
              <a:ext uri="{FF2B5EF4-FFF2-40B4-BE49-F238E27FC236}">
                <a16:creationId xmlns:a16="http://schemas.microsoft.com/office/drawing/2014/main" id="{F242FB1D-A873-428F-9FE6-AAF9AA18B946}"/>
              </a:ext>
            </a:extLst>
          </p:cNvPr>
          <p:cNvSpPr>
            <a:spLocks xmlns:a="http://schemas.openxmlformats.org/drawingml/2006/main" noGrp="1"/>
          </p:cNvSpPr>
          <p:nvPr/>
        </p:nvSpPr>
        <p:spPr>
          <a:xfrm xmlns:a="http://schemas.openxmlformats.org/drawingml/2006/main">
            <a:off x="7858125" y="4972050"/>
            <a:ext cx="2667000" cy="0"/>
          </a:xfrm>
          <a:prstGeom xmlns:a="http://schemas.openxmlformats.org/drawingml/2006/main" prst="line">
            <a:avLst/>
          </a:prstGeom>
          <a:noFill xmlns:a="http://schemas.openxmlformats.org/drawingml/2006/main"/>
          <a:ln xmlns:a="http://schemas.openxmlformats.org/drawingml/2006/main" w="28575">
            <a:solidFill>
              <a:srgbClr val="17A673"/>
            </a:solidFill>
            <a:prstDash val="solid"/>
          </a:ln>
        </p:spPr>
      </p:sp>
      <p:sp>
        <p:nvSpPr>
          <p:cNvPr id="22" name="">
            <a:extLst xmlns:a="http://schemas.openxmlformats.org/drawingml/2006/main">
              <a:ext uri="{FF2B5EF4-FFF2-40B4-BE49-F238E27FC236}">
                <a16:creationId xmlns:a16="http://schemas.microsoft.com/office/drawing/2014/main" id="{6EE73DAB-AAFA-4640-A3DD-D78516100C03}"/>
              </a:ext>
            </a:extLst>
          </p:cNvPr>
          <p:cNvSpPr>
            <a:spLocks xmlns:a="http://schemas.openxmlformats.org/drawingml/2006/main" noGrp="1"/>
          </p:cNvSpPr>
          <p:nvPr/>
        </p:nvSpPr>
        <p:spPr>
          <a:xfrm xmlns:a="http://schemas.openxmlformats.org/drawingml/2006/main">
            <a:off x="952500" y="5572125"/>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C8CEE0"/>
                </a:solidFill>
              </a:defRPr>
            </a:pPr>
            <a:r>
              <a:rPr sz="1650" b="0">
                <a:solidFill>
                  <a:srgbClr val="C8CEE0"/>
                </a:solidFill>
              </a:rPr>
              <a:t>Every outcome remains connected to the report and its history.</a:t>
            </a:r>
          </a:p>
        </p:txBody>
      </p:sp>
    </p:spTree>
    <p:extLst>
      <p:ext uri="{BB962C8B-B14F-4D97-AF65-F5344CB8AC3E}">
        <p14:creationId xmlns:p14="http://schemas.microsoft.com/office/powerpoint/2010/main" val="1640545403"/>
      </p:ext>
    </p:extLst>
  </p:cSld>
</p:sld>
</file>

<file path=ppt/slides/slide16.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CE013A8-FF28-4544-8B52-C0F064D27F07}"/>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DECISION CLARITY</a:t>
            </a:r>
          </a:p>
        </p:txBody>
      </p:sp>
      <p:sp>
        <p:nvSpPr>
          <p:cNvPr id="2" name="slide-title-16">
            <a:extLst xmlns:a="http://schemas.openxmlformats.org/drawingml/2006/main">
              <a:ext uri="{FF2B5EF4-FFF2-40B4-BE49-F238E27FC236}">
                <a16:creationId xmlns:a16="http://schemas.microsoft.com/office/drawing/2014/main" id="{422CD0A3-EBFA-4CCC-B5E6-3171CF02CFD3}"/>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Return for correction. Reject for a final decision.</a:t>
            </a:r>
          </a:p>
        </p:txBody>
      </p:sp>
      <p:sp>
        <p:nvSpPr>
          <p:cNvPr id="3" name="">
            <a:extLst xmlns:a="http://schemas.openxmlformats.org/drawingml/2006/main">
              <a:ext uri="{FF2B5EF4-FFF2-40B4-BE49-F238E27FC236}">
                <a16:creationId xmlns:a16="http://schemas.microsoft.com/office/drawing/2014/main" id="{022F1D5F-1559-415F-8308-A566E19B6A28}"/>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16</a:t>
            </a:r>
          </a:p>
        </p:txBody>
      </p:sp>
      <p:sp>
        <p:nvSpPr>
          <p:cNvPr id="4" name="">
            <a:extLst xmlns:a="http://schemas.openxmlformats.org/drawingml/2006/main">
              <a:ext uri="{FF2B5EF4-FFF2-40B4-BE49-F238E27FC236}">
                <a16:creationId xmlns:a16="http://schemas.microsoft.com/office/drawing/2014/main" id="{F22D7DDF-FE41-4A8D-AEB3-50FE65BC8FB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B62A7639-60FB-4FA6-9E3F-07A8C202906B}"/>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34AB807C-B8BD-4026-A81C-E46FD9213A7D}"/>
              </a:ext>
            </a:extLst>
          </p:cNvPr>
          <p:cNvSpPr>
            <a:spLocks xmlns:a="http://schemas.openxmlformats.org/drawingml/2006/main" noGrp="1"/>
          </p:cNvSpPr>
          <p:nvPr/>
        </p:nvSpPr>
        <p:spPr>
          <a:xfrm xmlns:a="http://schemas.openxmlformats.org/drawingml/2006/main">
            <a:off x="762000" y="1714500"/>
            <a:ext cx="4762500" cy="3905250"/>
          </a:xfrm>
          <a:prstGeom xmlns:a="http://schemas.openxmlformats.org/drawingml/2006/main" prst="roundRect">
            <a:avLst>
              <a:gd name="adj" fmla="val 5366"/>
            </a:avLst>
          </a:prstGeom>
          <a:solidFill xmlns:a="http://schemas.openxmlformats.org/drawingml/2006/main">
            <a:srgbClr val="FFF3D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D9C951-8B68-4EE5-802A-0A824BB4B9E3}"/>
              </a:ext>
            </a:extLst>
          </p:cNvPr>
          <p:cNvSpPr>
            <a:spLocks xmlns:a="http://schemas.openxmlformats.org/drawingml/2006/main" noGrp="1"/>
          </p:cNvSpPr>
          <p:nvPr/>
        </p:nvSpPr>
        <p:spPr>
          <a:xfrm xmlns:a="http://schemas.openxmlformats.org/drawingml/2006/main">
            <a:off x="1028700" y="1981200"/>
            <a:ext cx="422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B1020"/>
                </a:solidFill>
              </a:defRPr>
            </a:pPr>
            <a:r>
              <a:rPr sz="2100" b="1">
                <a:solidFill>
                  <a:srgbClr val="0B1020"/>
                </a:solidFill>
              </a:rPr>
              <a:t>RETURN FOR CHANGES</a:t>
            </a:r>
          </a:p>
        </p:txBody>
      </p:sp>
      <p:sp>
        <p:nvSpPr>
          <p:cNvPr id="8" name="">
            <a:extLst xmlns:a="http://schemas.openxmlformats.org/drawingml/2006/main">
              <a:ext uri="{FF2B5EF4-FFF2-40B4-BE49-F238E27FC236}">
                <a16:creationId xmlns:a16="http://schemas.microsoft.com/office/drawing/2014/main" id="{55188BFD-D14A-44BF-BFDF-FA17BA5321B2}"/>
              </a:ext>
            </a:extLst>
          </p:cNvPr>
          <p:cNvSpPr>
            <a:spLocks xmlns:a="http://schemas.openxmlformats.org/drawingml/2006/main" noGrp="1"/>
          </p:cNvSpPr>
          <p:nvPr/>
        </p:nvSpPr>
        <p:spPr>
          <a:xfrm xmlns:a="http://schemas.openxmlformats.org/drawingml/2006/main">
            <a:off x="1028700" y="24574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The work can be corrected and submitted again.</a:t>
            </a:r>
          </a:p>
        </p:txBody>
      </p:sp>
      <p:sp>
        <p:nvSpPr>
          <p:cNvPr id="9" name="">
            <a:extLst xmlns:a="http://schemas.openxmlformats.org/drawingml/2006/main">
              <a:ext uri="{FF2B5EF4-FFF2-40B4-BE49-F238E27FC236}">
                <a16:creationId xmlns:a16="http://schemas.microsoft.com/office/drawing/2014/main" id="{14C18482-CA87-4065-A7F0-0B68515E8874}"/>
              </a:ext>
            </a:extLst>
          </p:cNvPr>
          <p:cNvSpPr>
            <a:spLocks xmlns:a="http://schemas.openxmlformats.org/drawingml/2006/main" noGrp="1"/>
          </p:cNvSpPr>
          <p:nvPr/>
        </p:nvSpPr>
        <p:spPr>
          <a:xfrm xmlns:a="http://schemas.openxmlformats.org/drawingml/2006/main">
            <a:off x="1028700" y="3086100"/>
            <a:ext cx="4229100" cy="0"/>
          </a:xfrm>
          <a:prstGeom xmlns:a="http://schemas.openxmlformats.org/drawingml/2006/main" prst="line">
            <a:avLst/>
          </a:prstGeom>
          <a:noFill xmlns:a="http://schemas.openxmlformats.org/drawingml/2006/main"/>
          <a:ln xmlns:a="http://schemas.openxmlformats.org/drawingml/2006/main" w="28575">
            <a:solidFill>
              <a:srgbClr val="E9A23B"/>
            </a:solidFill>
            <a:prstDash val="solid"/>
          </a:ln>
        </p:spPr>
      </p:sp>
      <p:sp>
        <p:nvSpPr>
          <p:cNvPr id="10" name="">
            <a:extLst xmlns:a="http://schemas.openxmlformats.org/drawingml/2006/main">
              <a:ext uri="{FF2B5EF4-FFF2-40B4-BE49-F238E27FC236}">
                <a16:creationId xmlns:a16="http://schemas.microsoft.com/office/drawing/2014/main" id="{D75D9720-6884-48BD-B6BB-9BC3B081297E}"/>
              </a:ext>
            </a:extLst>
          </p:cNvPr>
          <p:cNvSpPr>
            <a:spLocks xmlns:a="http://schemas.openxmlformats.org/drawingml/2006/main" noGrp="1"/>
          </p:cNvSpPr>
          <p:nvPr/>
        </p:nvSpPr>
        <p:spPr>
          <a:xfrm xmlns:a="http://schemas.openxmlformats.org/drawingml/2006/main">
            <a:off x="1047750" y="3429000"/>
            <a:ext cx="95250" cy="95250"/>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11" name="">
            <a:extLst xmlns:a="http://schemas.openxmlformats.org/drawingml/2006/main">
              <a:ext uri="{FF2B5EF4-FFF2-40B4-BE49-F238E27FC236}">
                <a16:creationId xmlns:a16="http://schemas.microsoft.com/office/drawing/2014/main" id="{89BF371D-DDE0-4E64-91B4-99F4B9A32C58}"/>
              </a:ext>
            </a:extLst>
          </p:cNvPr>
          <p:cNvSpPr>
            <a:spLocks xmlns:a="http://schemas.openxmlformats.org/drawingml/2006/main" noGrp="1"/>
          </p:cNvSpPr>
          <p:nvPr/>
        </p:nvSpPr>
        <p:spPr>
          <a:xfrm xmlns:a="http://schemas.openxmlformats.org/drawingml/2006/main">
            <a:off x="1257300" y="33528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020"/>
                </a:solidFill>
              </a:defRPr>
            </a:pPr>
            <a:r>
              <a:rPr sz="1350" b="1">
                <a:solidFill>
                  <a:srgbClr val="0B1020"/>
                </a:solidFill>
              </a:rPr>
              <a:t>Reviewer records specific feedback</a:t>
            </a:r>
          </a:p>
        </p:txBody>
      </p:sp>
      <p:sp>
        <p:nvSpPr>
          <p:cNvPr id="12" name="">
            <a:extLst xmlns:a="http://schemas.openxmlformats.org/drawingml/2006/main">
              <a:ext uri="{FF2B5EF4-FFF2-40B4-BE49-F238E27FC236}">
                <a16:creationId xmlns:a16="http://schemas.microsoft.com/office/drawing/2014/main" id="{C2FFE5AF-CDE1-43CE-9FC2-34687522C292}"/>
              </a:ext>
            </a:extLst>
          </p:cNvPr>
          <p:cNvSpPr>
            <a:spLocks xmlns:a="http://schemas.openxmlformats.org/drawingml/2006/main" noGrp="1"/>
          </p:cNvSpPr>
          <p:nvPr/>
        </p:nvSpPr>
        <p:spPr>
          <a:xfrm xmlns:a="http://schemas.openxmlformats.org/drawingml/2006/main">
            <a:off x="1047750" y="3905250"/>
            <a:ext cx="95250" cy="95250"/>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13" name="">
            <a:extLst xmlns:a="http://schemas.openxmlformats.org/drawingml/2006/main">
              <a:ext uri="{FF2B5EF4-FFF2-40B4-BE49-F238E27FC236}">
                <a16:creationId xmlns:a16="http://schemas.microsoft.com/office/drawing/2014/main" id="{494896C0-49DF-4BB0-A4CB-A4E80C562D81}"/>
              </a:ext>
            </a:extLst>
          </p:cNvPr>
          <p:cNvSpPr>
            <a:spLocks xmlns:a="http://schemas.openxmlformats.org/drawingml/2006/main" noGrp="1"/>
          </p:cNvSpPr>
          <p:nvPr/>
        </p:nvSpPr>
        <p:spPr>
          <a:xfrm xmlns:a="http://schemas.openxmlformats.org/drawingml/2006/main">
            <a:off x="1257300" y="38290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Creator edits the returned report</a:t>
            </a:r>
          </a:p>
        </p:txBody>
      </p:sp>
      <p:sp>
        <p:nvSpPr>
          <p:cNvPr id="14" name="">
            <a:extLst xmlns:a="http://schemas.openxmlformats.org/drawingml/2006/main">
              <a:ext uri="{FF2B5EF4-FFF2-40B4-BE49-F238E27FC236}">
                <a16:creationId xmlns:a16="http://schemas.microsoft.com/office/drawing/2014/main" id="{6F38F0E8-DF3D-483D-897E-3D818E010926}"/>
              </a:ext>
            </a:extLst>
          </p:cNvPr>
          <p:cNvSpPr>
            <a:spLocks xmlns:a="http://schemas.openxmlformats.org/drawingml/2006/main" noGrp="1"/>
          </p:cNvSpPr>
          <p:nvPr/>
        </p:nvSpPr>
        <p:spPr>
          <a:xfrm xmlns:a="http://schemas.openxmlformats.org/drawingml/2006/main">
            <a:off x="1047750" y="4381500"/>
            <a:ext cx="95250" cy="95250"/>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15" name="">
            <a:extLst xmlns:a="http://schemas.openxmlformats.org/drawingml/2006/main">
              <a:ext uri="{FF2B5EF4-FFF2-40B4-BE49-F238E27FC236}">
                <a16:creationId xmlns:a16="http://schemas.microsoft.com/office/drawing/2014/main" id="{D9F38E5E-8192-4D69-8983-1718B65DAF7D}"/>
              </a:ext>
            </a:extLst>
          </p:cNvPr>
          <p:cNvSpPr>
            <a:spLocks xmlns:a="http://schemas.openxmlformats.org/drawingml/2006/main" noGrp="1"/>
          </p:cNvSpPr>
          <p:nvPr/>
        </p:nvSpPr>
        <p:spPr>
          <a:xfrm xmlns:a="http://schemas.openxmlformats.org/drawingml/2006/main">
            <a:off x="1257300" y="43053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Report is completed and resent</a:t>
            </a:r>
          </a:p>
        </p:txBody>
      </p:sp>
      <p:sp>
        <p:nvSpPr>
          <p:cNvPr id="16" name="">
            <a:extLst xmlns:a="http://schemas.openxmlformats.org/drawingml/2006/main">
              <a:ext uri="{FF2B5EF4-FFF2-40B4-BE49-F238E27FC236}">
                <a16:creationId xmlns:a16="http://schemas.microsoft.com/office/drawing/2014/main" id="{C29534EB-CE7D-415F-A821-DFD1C71FA4F2}"/>
              </a:ext>
            </a:extLst>
          </p:cNvPr>
          <p:cNvSpPr>
            <a:spLocks xmlns:a="http://schemas.openxmlformats.org/drawingml/2006/main" noGrp="1"/>
          </p:cNvSpPr>
          <p:nvPr/>
        </p:nvSpPr>
        <p:spPr>
          <a:xfrm xmlns:a="http://schemas.openxmlformats.org/drawingml/2006/main">
            <a:off x="1047750" y="4857750"/>
            <a:ext cx="95250" cy="95250"/>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17" name="">
            <a:extLst xmlns:a="http://schemas.openxmlformats.org/drawingml/2006/main">
              <a:ext uri="{FF2B5EF4-FFF2-40B4-BE49-F238E27FC236}">
                <a16:creationId xmlns:a16="http://schemas.microsoft.com/office/drawing/2014/main" id="{9ED072AD-7CB3-481C-A6C3-98E5BFA0D3BB}"/>
              </a:ext>
            </a:extLst>
          </p:cNvPr>
          <p:cNvSpPr>
            <a:spLocks xmlns:a="http://schemas.openxmlformats.org/drawingml/2006/main" noGrp="1"/>
          </p:cNvSpPr>
          <p:nvPr/>
        </p:nvSpPr>
        <p:spPr>
          <a:xfrm xmlns:a="http://schemas.openxmlformats.org/drawingml/2006/main">
            <a:off x="1257300" y="47815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Revision history stays connected</a:t>
            </a:r>
          </a:p>
        </p:txBody>
      </p:sp>
      <p:sp>
        <p:nvSpPr>
          <p:cNvPr id="18" name="">
            <a:extLst xmlns:a="http://schemas.openxmlformats.org/drawingml/2006/main">
              <a:ext uri="{FF2B5EF4-FFF2-40B4-BE49-F238E27FC236}">
                <a16:creationId xmlns:a16="http://schemas.microsoft.com/office/drawing/2014/main" id="{BA6DAF33-A5EE-4E26-9638-6567F2B4B88C}"/>
              </a:ext>
            </a:extLst>
          </p:cNvPr>
          <p:cNvSpPr>
            <a:spLocks xmlns:a="http://schemas.openxmlformats.org/drawingml/2006/main" noGrp="1"/>
          </p:cNvSpPr>
          <p:nvPr/>
        </p:nvSpPr>
        <p:spPr>
          <a:xfrm xmlns:a="http://schemas.openxmlformats.org/drawingml/2006/main">
            <a:off x="6667500" y="1714500"/>
            <a:ext cx="4762500" cy="3905250"/>
          </a:xfrm>
          <a:prstGeom xmlns:a="http://schemas.openxmlformats.org/drawingml/2006/main" prst="roundRect">
            <a:avLst>
              <a:gd name="adj" fmla="val 5366"/>
            </a:avLst>
          </a:prstGeom>
          <a:solidFill xmlns:a="http://schemas.openxmlformats.org/drawingml/2006/main">
            <a:srgbClr val="FDECE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412F1FB-26E3-4597-ADCE-933529C5CD9D}"/>
              </a:ext>
            </a:extLst>
          </p:cNvPr>
          <p:cNvSpPr>
            <a:spLocks xmlns:a="http://schemas.openxmlformats.org/drawingml/2006/main" noGrp="1"/>
          </p:cNvSpPr>
          <p:nvPr/>
        </p:nvSpPr>
        <p:spPr>
          <a:xfrm xmlns:a="http://schemas.openxmlformats.org/drawingml/2006/main">
            <a:off x="6934200" y="1981200"/>
            <a:ext cx="422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B1020"/>
                </a:solidFill>
              </a:defRPr>
            </a:pPr>
            <a:r>
              <a:rPr sz="2100" b="1">
                <a:solidFill>
                  <a:srgbClr val="0B1020"/>
                </a:solidFill>
              </a:rPr>
              <a:t>REJECT</a:t>
            </a:r>
          </a:p>
        </p:txBody>
      </p:sp>
      <p:sp>
        <p:nvSpPr>
          <p:cNvPr id="20" name="">
            <a:extLst xmlns:a="http://schemas.openxmlformats.org/drawingml/2006/main">
              <a:ext uri="{FF2B5EF4-FFF2-40B4-BE49-F238E27FC236}">
                <a16:creationId xmlns:a16="http://schemas.microsoft.com/office/drawing/2014/main" id="{6BA7FDD0-068A-436E-854D-7D1938D6F31B}"/>
              </a:ext>
            </a:extLst>
          </p:cNvPr>
          <p:cNvSpPr>
            <a:spLocks xmlns:a="http://schemas.openxmlformats.org/drawingml/2006/main" noGrp="1"/>
          </p:cNvSpPr>
          <p:nvPr/>
        </p:nvSpPr>
        <p:spPr>
          <a:xfrm xmlns:a="http://schemas.openxmlformats.org/drawingml/2006/main">
            <a:off x="6934200" y="24574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44054"/>
                </a:solidFill>
              </a:defRPr>
            </a:pPr>
            <a:r>
              <a:rPr sz="1275" b="0">
                <a:solidFill>
                  <a:srgbClr val="344054"/>
                </a:solidFill>
              </a:rPr>
              <a:t>The current workflow ends with a clear negative decision.</a:t>
            </a:r>
          </a:p>
        </p:txBody>
      </p:sp>
      <p:sp>
        <p:nvSpPr>
          <p:cNvPr id="21" name="">
            <a:extLst xmlns:a="http://schemas.openxmlformats.org/drawingml/2006/main">
              <a:ext uri="{FF2B5EF4-FFF2-40B4-BE49-F238E27FC236}">
                <a16:creationId xmlns:a16="http://schemas.microsoft.com/office/drawing/2014/main" id="{E25561E9-9225-43AA-8C44-9B5376D9779D}"/>
              </a:ext>
            </a:extLst>
          </p:cNvPr>
          <p:cNvSpPr>
            <a:spLocks xmlns:a="http://schemas.openxmlformats.org/drawingml/2006/main" noGrp="1"/>
          </p:cNvSpPr>
          <p:nvPr/>
        </p:nvSpPr>
        <p:spPr>
          <a:xfrm xmlns:a="http://schemas.openxmlformats.org/drawingml/2006/main">
            <a:off x="6934200" y="3086100"/>
            <a:ext cx="4229100" cy="0"/>
          </a:xfrm>
          <a:prstGeom xmlns:a="http://schemas.openxmlformats.org/drawingml/2006/main" prst="line">
            <a:avLst/>
          </a:prstGeom>
          <a:noFill xmlns:a="http://schemas.openxmlformats.org/drawingml/2006/main"/>
          <a:ln xmlns:a="http://schemas.openxmlformats.org/drawingml/2006/main" w="28575">
            <a:solidFill>
              <a:srgbClr val="D84A5C"/>
            </a:solidFill>
            <a:prstDash val="solid"/>
          </a:ln>
        </p:spPr>
      </p:sp>
      <p:sp>
        <p:nvSpPr>
          <p:cNvPr id="22" name="">
            <a:extLst xmlns:a="http://schemas.openxmlformats.org/drawingml/2006/main">
              <a:ext uri="{FF2B5EF4-FFF2-40B4-BE49-F238E27FC236}">
                <a16:creationId xmlns:a16="http://schemas.microsoft.com/office/drawing/2014/main" id="{3433EC63-4CF2-4D16-81B1-DE79AA41F598}"/>
              </a:ext>
            </a:extLst>
          </p:cNvPr>
          <p:cNvSpPr>
            <a:spLocks xmlns:a="http://schemas.openxmlformats.org/drawingml/2006/main" noGrp="1"/>
          </p:cNvSpPr>
          <p:nvPr/>
        </p:nvSpPr>
        <p:spPr>
          <a:xfrm xmlns:a="http://schemas.openxmlformats.org/drawingml/2006/main">
            <a:off x="6953250" y="3429000"/>
            <a:ext cx="95250" cy="95250"/>
          </a:xfrm>
          <a:prstGeom xmlns:a="http://schemas.openxmlformats.org/drawingml/2006/main" prst="ellipse">
            <a:avLst/>
          </a:prstGeom>
          <a:solidFill xmlns:a="http://schemas.openxmlformats.org/drawingml/2006/main">
            <a:srgbClr val="D84A5C"/>
          </a:solidFill>
          <a:ln xmlns:a="http://schemas.openxmlformats.org/drawingml/2006/main" w="0">
            <a:solidFill>
              <a:srgbClr val="D84A5C"/>
            </a:solidFill>
            <a:prstDash val="solid"/>
          </a:ln>
        </p:spPr>
      </p:sp>
      <p:sp>
        <p:nvSpPr>
          <p:cNvPr id="23" name="">
            <a:extLst xmlns:a="http://schemas.openxmlformats.org/drawingml/2006/main">
              <a:ext uri="{FF2B5EF4-FFF2-40B4-BE49-F238E27FC236}">
                <a16:creationId xmlns:a16="http://schemas.microsoft.com/office/drawing/2014/main" id="{45D6295D-F633-4AB6-A872-76CDBEB0F8AB}"/>
              </a:ext>
            </a:extLst>
          </p:cNvPr>
          <p:cNvSpPr>
            <a:spLocks xmlns:a="http://schemas.openxmlformats.org/drawingml/2006/main" noGrp="1"/>
          </p:cNvSpPr>
          <p:nvPr/>
        </p:nvSpPr>
        <p:spPr>
          <a:xfrm xmlns:a="http://schemas.openxmlformats.org/drawingml/2006/main">
            <a:off x="7162800" y="33528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020"/>
                </a:solidFill>
              </a:defRPr>
            </a:pPr>
            <a:r>
              <a:rPr sz="1350" b="1">
                <a:solidFill>
                  <a:srgbClr val="0B1020"/>
                </a:solidFill>
              </a:rPr>
              <a:t>Reviewer must record a reason</a:t>
            </a:r>
          </a:p>
        </p:txBody>
      </p:sp>
      <p:sp>
        <p:nvSpPr>
          <p:cNvPr id="24" name="">
            <a:extLst xmlns:a="http://schemas.openxmlformats.org/drawingml/2006/main">
              <a:ext uri="{FF2B5EF4-FFF2-40B4-BE49-F238E27FC236}">
                <a16:creationId xmlns:a16="http://schemas.microsoft.com/office/drawing/2014/main" id="{B61211F6-C4B4-415B-A1A1-F5B7511D9991}"/>
              </a:ext>
            </a:extLst>
          </p:cNvPr>
          <p:cNvSpPr>
            <a:spLocks xmlns:a="http://schemas.openxmlformats.org/drawingml/2006/main" noGrp="1"/>
          </p:cNvSpPr>
          <p:nvPr/>
        </p:nvSpPr>
        <p:spPr>
          <a:xfrm xmlns:a="http://schemas.openxmlformats.org/drawingml/2006/main">
            <a:off x="6953250" y="3905250"/>
            <a:ext cx="95250" cy="95250"/>
          </a:xfrm>
          <a:prstGeom xmlns:a="http://schemas.openxmlformats.org/drawingml/2006/main" prst="ellipse">
            <a:avLst/>
          </a:prstGeom>
          <a:solidFill xmlns:a="http://schemas.openxmlformats.org/drawingml/2006/main">
            <a:srgbClr val="D84A5C"/>
          </a:solidFill>
          <a:ln xmlns:a="http://schemas.openxmlformats.org/drawingml/2006/main" w="0">
            <a:solidFill>
              <a:srgbClr val="D84A5C"/>
            </a:solidFill>
            <a:prstDash val="solid"/>
          </a:ln>
        </p:spPr>
      </p:sp>
      <p:sp>
        <p:nvSpPr>
          <p:cNvPr id="25" name="">
            <a:extLst xmlns:a="http://schemas.openxmlformats.org/drawingml/2006/main">
              <a:ext uri="{FF2B5EF4-FFF2-40B4-BE49-F238E27FC236}">
                <a16:creationId xmlns:a16="http://schemas.microsoft.com/office/drawing/2014/main" id="{60CBEFD3-3EB5-4105-ACFC-899BA8D5D08B}"/>
              </a:ext>
            </a:extLst>
          </p:cNvPr>
          <p:cNvSpPr>
            <a:spLocks xmlns:a="http://schemas.openxmlformats.org/drawingml/2006/main" noGrp="1"/>
          </p:cNvSpPr>
          <p:nvPr/>
        </p:nvSpPr>
        <p:spPr>
          <a:xfrm xmlns:a="http://schemas.openxmlformats.org/drawingml/2006/main">
            <a:off x="7162800" y="38290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Outcome is explicit and visible</a:t>
            </a:r>
          </a:p>
        </p:txBody>
      </p:sp>
      <p:sp>
        <p:nvSpPr>
          <p:cNvPr id="26" name="">
            <a:extLst xmlns:a="http://schemas.openxmlformats.org/drawingml/2006/main">
              <a:ext uri="{FF2B5EF4-FFF2-40B4-BE49-F238E27FC236}">
                <a16:creationId xmlns:a16="http://schemas.microsoft.com/office/drawing/2014/main" id="{A0FDE62C-58C7-4C7B-B18A-7672309848EC}"/>
              </a:ext>
            </a:extLst>
          </p:cNvPr>
          <p:cNvSpPr>
            <a:spLocks xmlns:a="http://schemas.openxmlformats.org/drawingml/2006/main" noGrp="1"/>
          </p:cNvSpPr>
          <p:nvPr/>
        </p:nvSpPr>
        <p:spPr>
          <a:xfrm xmlns:a="http://schemas.openxmlformats.org/drawingml/2006/main">
            <a:off x="6953250" y="4381500"/>
            <a:ext cx="95250" cy="95250"/>
          </a:xfrm>
          <a:prstGeom xmlns:a="http://schemas.openxmlformats.org/drawingml/2006/main" prst="ellipse">
            <a:avLst/>
          </a:prstGeom>
          <a:solidFill xmlns:a="http://schemas.openxmlformats.org/drawingml/2006/main">
            <a:srgbClr val="D84A5C"/>
          </a:solidFill>
          <a:ln xmlns:a="http://schemas.openxmlformats.org/drawingml/2006/main" w="0">
            <a:solidFill>
              <a:srgbClr val="D84A5C"/>
            </a:solidFill>
            <a:prstDash val="solid"/>
          </a:ln>
        </p:spPr>
      </p:sp>
      <p:sp>
        <p:nvSpPr>
          <p:cNvPr id="27" name="">
            <a:extLst xmlns:a="http://schemas.openxmlformats.org/drawingml/2006/main">
              <a:ext uri="{FF2B5EF4-FFF2-40B4-BE49-F238E27FC236}">
                <a16:creationId xmlns:a16="http://schemas.microsoft.com/office/drawing/2014/main" id="{9B351792-BD17-4ED4-BE29-84A8D6C2ABF8}"/>
              </a:ext>
            </a:extLst>
          </p:cNvPr>
          <p:cNvSpPr>
            <a:spLocks xmlns:a="http://schemas.openxmlformats.org/drawingml/2006/main" noGrp="1"/>
          </p:cNvSpPr>
          <p:nvPr/>
        </p:nvSpPr>
        <p:spPr>
          <a:xfrm xmlns:a="http://schemas.openxmlformats.org/drawingml/2006/main">
            <a:off x="7162800" y="430530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Creator can review the decision</a:t>
            </a:r>
          </a:p>
        </p:txBody>
      </p:sp>
      <p:sp>
        <p:nvSpPr>
          <p:cNvPr id="28" name="">
            <a:extLst xmlns:a="http://schemas.openxmlformats.org/drawingml/2006/main">
              <a:ext uri="{FF2B5EF4-FFF2-40B4-BE49-F238E27FC236}">
                <a16:creationId xmlns:a16="http://schemas.microsoft.com/office/drawing/2014/main" id="{0126EE27-92FD-4941-8342-45DB287ECA76}"/>
              </a:ext>
            </a:extLst>
          </p:cNvPr>
          <p:cNvSpPr>
            <a:spLocks xmlns:a="http://schemas.openxmlformats.org/drawingml/2006/main" noGrp="1"/>
          </p:cNvSpPr>
          <p:nvPr/>
        </p:nvSpPr>
        <p:spPr>
          <a:xfrm xmlns:a="http://schemas.openxmlformats.org/drawingml/2006/main">
            <a:off x="6953250" y="4857750"/>
            <a:ext cx="95250" cy="95250"/>
          </a:xfrm>
          <a:prstGeom xmlns:a="http://schemas.openxmlformats.org/drawingml/2006/main" prst="ellipse">
            <a:avLst/>
          </a:prstGeom>
          <a:solidFill xmlns:a="http://schemas.openxmlformats.org/drawingml/2006/main">
            <a:srgbClr val="D84A5C"/>
          </a:solidFill>
          <a:ln xmlns:a="http://schemas.openxmlformats.org/drawingml/2006/main" w="0">
            <a:solidFill>
              <a:srgbClr val="D84A5C"/>
            </a:solidFill>
            <a:prstDash val="solid"/>
          </a:ln>
        </p:spPr>
      </p:sp>
      <p:sp>
        <p:nvSpPr>
          <p:cNvPr id="29" name="">
            <a:extLst xmlns:a="http://schemas.openxmlformats.org/drawingml/2006/main">
              <a:ext uri="{FF2B5EF4-FFF2-40B4-BE49-F238E27FC236}">
                <a16:creationId xmlns:a16="http://schemas.microsoft.com/office/drawing/2014/main" id="{14FF00E1-3950-448B-BCA8-5C8C0C486CAF}"/>
              </a:ext>
            </a:extLst>
          </p:cNvPr>
          <p:cNvSpPr>
            <a:spLocks xmlns:a="http://schemas.openxmlformats.org/drawingml/2006/main" noGrp="1"/>
          </p:cNvSpPr>
          <p:nvPr/>
        </p:nvSpPr>
        <p:spPr>
          <a:xfrm xmlns:a="http://schemas.openxmlformats.org/drawingml/2006/main">
            <a:off x="7162800" y="4781550"/>
            <a:ext cx="3981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1020"/>
                </a:solidFill>
              </a:defRPr>
            </a:pPr>
            <a:r>
              <a:rPr sz="1350" b="0">
                <a:solidFill>
                  <a:srgbClr val="0B1020"/>
                </a:solidFill>
              </a:rPr>
              <a:t>History retains the final result</a:t>
            </a:r>
          </a:p>
        </p:txBody>
      </p:sp>
      <p:sp>
        <p:nvSpPr>
          <p:cNvPr id="30" name="">
            <a:extLst xmlns:a="http://schemas.openxmlformats.org/drawingml/2006/main">
              <a:ext uri="{FF2B5EF4-FFF2-40B4-BE49-F238E27FC236}">
                <a16:creationId xmlns:a16="http://schemas.microsoft.com/office/drawing/2014/main" id="{6587D1CC-A207-4865-A3A6-99E9284A97A6}"/>
              </a:ext>
            </a:extLst>
          </p:cNvPr>
          <p:cNvSpPr>
            <a:spLocks xmlns:a="http://schemas.openxmlformats.org/drawingml/2006/main" noGrp="1"/>
          </p:cNvSpPr>
          <p:nvPr/>
        </p:nvSpPr>
        <p:spPr>
          <a:xfrm xmlns:a="http://schemas.openxmlformats.org/drawingml/2006/main">
            <a:off x="1714500" y="581025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020"/>
                </a:solidFill>
              </a:defRPr>
            </a:pPr>
            <a:r>
              <a:rPr sz="1650" b="1">
                <a:solidFill>
                  <a:srgbClr val="0B1020"/>
                </a:solidFill>
              </a:rPr>
              <a:t>Two actions. Two different business meanings. No ambiguity.</a:t>
            </a:r>
          </a:p>
        </p:txBody>
      </p:sp>
    </p:spTree>
    <p:extLst>
      <p:ext uri="{BB962C8B-B14F-4D97-AF65-F5344CB8AC3E}">
        <p14:creationId xmlns:p14="http://schemas.microsoft.com/office/powerpoint/2010/main" val="616657958"/>
      </p:ext>
    </p:extLst>
  </p:cSld>
</p:sld>
</file>

<file path=ppt/slides/slide17.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B1CCA66-F7F3-4C44-895C-60729BC9236D}"/>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SIGNATURE AND FINALIZATION</a:t>
            </a:r>
          </a:p>
        </p:txBody>
      </p:sp>
      <p:sp>
        <p:nvSpPr>
          <p:cNvPr id="2" name="slide-title-17">
            <a:extLst xmlns:a="http://schemas.openxmlformats.org/drawingml/2006/main">
              <a:ext uri="{FF2B5EF4-FFF2-40B4-BE49-F238E27FC236}">
                <a16:creationId xmlns:a16="http://schemas.microsoft.com/office/drawing/2014/main" id="{6D31199A-5280-4FF7-8588-F5955EA31F02}"/>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Digital signatures create a traceable point of finalization</a:t>
            </a:r>
          </a:p>
        </p:txBody>
      </p:sp>
      <p:sp>
        <p:nvSpPr>
          <p:cNvPr id="3" name="">
            <a:extLst xmlns:a="http://schemas.openxmlformats.org/drawingml/2006/main">
              <a:ext uri="{FF2B5EF4-FFF2-40B4-BE49-F238E27FC236}">
                <a16:creationId xmlns:a16="http://schemas.microsoft.com/office/drawing/2014/main" id="{BF5BBC94-D717-46B2-84E3-3D8531ECBD97}"/>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17</a:t>
            </a:r>
          </a:p>
        </p:txBody>
      </p:sp>
      <p:sp>
        <p:nvSpPr>
          <p:cNvPr id="4" name="">
            <a:extLst xmlns:a="http://schemas.openxmlformats.org/drawingml/2006/main">
              <a:ext uri="{FF2B5EF4-FFF2-40B4-BE49-F238E27FC236}">
                <a16:creationId xmlns:a16="http://schemas.microsoft.com/office/drawing/2014/main" id="{41E847F0-C70E-4B80-AB52-2254C18B05A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DB4169C5-0DF0-4505-B2A0-71F19A23D279}"/>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C709D196-635F-4821-A213-213281C6AC6A}"/>
              </a:ext>
            </a:extLst>
          </p:cNvPr>
          <p:cNvSpPr>
            <a:spLocks xmlns:a="http://schemas.openxmlformats.org/drawingml/2006/main" noGrp="1"/>
          </p:cNvSpPr>
          <p:nvPr/>
        </p:nvSpPr>
        <p:spPr>
          <a:xfrm xmlns:a="http://schemas.openxmlformats.org/drawingml/2006/main">
            <a:off x="800100" y="2047875"/>
            <a:ext cx="2357438" cy="1476375"/>
          </a:xfrm>
          <a:prstGeom xmlns:a="http://schemas.openxmlformats.org/drawingml/2006/main" prst="roundRect">
            <a:avLst>
              <a:gd name="adj" fmla="val 11613"/>
            </a:avLst>
          </a:prstGeom>
          <a:solidFill xmlns:a="http://schemas.openxmlformats.org/drawingml/2006/main">
            <a:srgbClr val="151A2F"/>
          </a:solidFill>
          <a:ln xmlns:a="http://schemas.openxmlformats.org/drawingml/2006/main" w="9525">
            <a:solidFill>
              <a:srgbClr val="333A55"/>
            </a:solidFill>
            <a:prstDash val="solid"/>
          </a:ln>
        </p:spPr>
      </p:sp>
      <p:sp>
        <p:nvSpPr>
          <p:cNvPr id="7" name="">
            <a:extLst xmlns:a="http://schemas.openxmlformats.org/drawingml/2006/main">
              <a:ext uri="{FF2B5EF4-FFF2-40B4-BE49-F238E27FC236}">
                <a16:creationId xmlns:a16="http://schemas.microsoft.com/office/drawing/2014/main" id="{11A5F559-FF4D-482A-A1EA-B160BB4A5BD1}"/>
              </a:ext>
            </a:extLst>
          </p:cNvPr>
          <p:cNvSpPr>
            <a:spLocks xmlns:a="http://schemas.openxmlformats.org/drawingml/2006/main" noGrp="1"/>
          </p:cNvSpPr>
          <p:nvPr/>
        </p:nvSpPr>
        <p:spPr>
          <a:xfrm xmlns:a="http://schemas.openxmlformats.org/drawingml/2006/main">
            <a:off x="971550" y="2200275"/>
            <a:ext cx="2014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B67FF"/>
                </a:solidFill>
              </a:defRPr>
            </a:pPr>
            <a:r>
              <a:rPr sz="900" b="1">
                <a:solidFill>
                  <a:srgbClr val="8B67FF"/>
                </a:solidFill>
              </a:rPr>
              <a:t>01</a:t>
            </a:r>
          </a:p>
        </p:txBody>
      </p:sp>
      <p:sp>
        <p:nvSpPr>
          <p:cNvPr id="8" name="">
            <a:extLst xmlns:a="http://schemas.openxmlformats.org/drawingml/2006/main">
              <a:ext uri="{FF2B5EF4-FFF2-40B4-BE49-F238E27FC236}">
                <a16:creationId xmlns:a16="http://schemas.microsoft.com/office/drawing/2014/main" id="{B0DE4FC2-CB1D-4126-9162-924C84487C32}"/>
              </a:ext>
            </a:extLst>
          </p:cNvPr>
          <p:cNvSpPr>
            <a:spLocks xmlns:a="http://schemas.openxmlformats.org/drawingml/2006/main" noGrp="1"/>
          </p:cNvSpPr>
          <p:nvPr/>
        </p:nvSpPr>
        <p:spPr>
          <a:xfrm xmlns:a="http://schemas.openxmlformats.org/drawingml/2006/main">
            <a:off x="971550" y="245745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Authorized action</a:t>
            </a:r>
          </a:p>
        </p:txBody>
      </p:sp>
      <p:sp>
        <p:nvSpPr>
          <p:cNvPr id="9" name="">
            <a:extLst xmlns:a="http://schemas.openxmlformats.org/drawingml/2006/main">
              <a:ext uri="{FF2B5EF4-FFF2-40B4-BE49-F238E27FC236}">
                <a16:creationId xmlns:a16="http://schemas.microsoft.com/office/drawing/2014/main" id="{2937F371-4E27-4EE2-AA6B-CED7EAFB4723}"/>
              </a:ext>
            </a:extLst>
          </p:cNvPr>
          <p:cNvSpPr>
            <a:spLocks xmlns:a="http://schemas.openxmlformats.org/drawingml/2006/main" noGrp="1"/>
          </p:cNvSpPr>
          <p:nvPr/>
        </p:nvSpPr>
        <p:spPr>
          <a:xfrm xmlns:a="http://schemas.openxmlformats.org/drawingml/2006/main">
            <a:off x="971550" y="2800350"/>
            <a:ext cx="2014538"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9C0D3"/>
                </a:solidFill>
              </a:defRPr>
            </a:pPr>
            <a:r>
              <a:rPr sz="1125" b="0">
                <a:solidFill>
                  <a:srgbClr val="B9C0D3"/>
                </a:solidFill>
              </a:rPr>
              <a:t>Sender or reviewer signs</a:t>
            </a:r>
          </a:p>
        </p:txBody>
      </p:sp>
      <p:sp>
        <p:nvSpPr>
          <p:cNvPr id="10" name="">
            <a:extLst xmlns:a="http://schemas.openxmlformats.org/drawingml/2006/main">
              <a:ext uri="{FF2B5EF4-FFF2-40B4-BE49-F238E27FC236}">
                <a16:creationId xmlns:a16="http://schemas.microsoft.com/office/drawing/2014/main" id="{A1731700-1916-4354-932E-416F79EF75ED}"/>
              </a:ext>
            </a:extLst>
          </p:cNvPr>
          <p:cNvSpPr>
            <a:spLocks xmlns:a="http://schemas.openxmlformats.org/drawingml/2006/main" noGrp="1"/>
          </p:cNvSpPr>
          <p:nvPr/>
        </p:nvSpPr>
        <p:spPr>
          <a:xfrm xmlns:a="http://schemas.openxmlformats.org/drawingml/2006/main">
            <a:off x="3224213" y="24193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20C7D9"/>
                </a:solidFill>
              </a:defRPr>
            </a:pPr>
            <a:r>
              <a:rPr sz="2025" b="1">
                <a:solidFill>
                  <a:srgbClr val="20C7D9"/>
                </a:solidFill>
              </a:rPr>
              <a:t>→</a:t>
            </a:r>
          </a:p>
        </p:txBody>
      </p:sp>
      <p:sp>
        <p:nvSpPr>
          <p:cNvPr id="11" name="">
            <a:extLst xmlns:a="http://schemas.openxmlformats.org/drawingml/2006/main">
              <a:ext uri="{FF2B5EF4-FFF2-40B4-BE49-F238E27FC236}">
                <a16:creationId xmlns:a16="http://schemas.microsoft.com/office/drawing/2014/main" id="{4BABB916-E441-49DE-A7CA-4BFE6EC99903}"/>
              </a:ext>
            </a:extLst>
          </p:cNvPr>
          <p:cNvSpPr>
            <a:spLocks xmlns:a="http://schemas.openxmlformats.org/drawingml/2006/main" noGrp="1"/>
          </p:cNvSpPr>
          <p:nvPr/>
        </p:nvSpPr>
        <p:spPr>
          <a:xfrm xmlns:a="http://schemas.openxmlformats.org/drawingml/2006/main">
            <a:off x="3538538" y="2047875"/>
            <a:ext cx="2357438" cy="1476375"/>
          </a:xfrm>
          <a:prstGeom xmlns:a="http://schemas.openxmlformats.org/drawingml/2006/main" prst="roundRect">
            <a:avLst>
              <a:gd name="adj" fmla="val 11613"/>
            </a:avLst>
          </a:prstGeom>
          <a:solidFill xmlns:a="http://schemas.openxmlformats.org/drawingml/2006/main">
            <a:srgbClr val="151A2F"/>
          </a:solidFill>
          <a:ln xmlns:a="http://schemas.openxmlformats.org/drawingml/2006/main" w="9525">
            <a:solidFill>
              <a:srgbClr val="333A55"/>
            </a:solidFill>
            <a:prstDash val="solid"/>
          </a:ln>
        </p:spPr>
      </p:sp>
      <p:sp>
        <p:nvSpPr>
          <p:cNvPr id="12" name="">
            <a:extLst xmlns:a="http://schemas.openxmlformats.org/drawingml/2006/main">
              <a:ext uri="{FF2B5EF4-FFF2-40B4-BE49-F238E27FC236}">
                <a16:creationId xmlns:a16="http://schemas.microsoft.com/office/drawing/2014/main" id="{C36FF445-8F93-402C-923D-44299B05EC57}"/>
              </a:ext>
            </a:extLst>
          </p:cNvPr>
          <p:cNvSpPr>
            <a:spLocks xmlns:a="http://schemas.openxmlformats.org/drawingml/2006/main" noGrp="1"/>
          </p:cNvSpPr>
          <p:nvPr/>
        </p:nvSpPr>
        <p:spPr>
          <a:xfrm xmlns:a="http://schemas.openxmlformats.org/drawingml/2006/main">
            <a:off x="3709988" y="2200275"/>
            <a:ext cx="2014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02</a:t>
            </a:r>
          </a:p>
        </p:txBody>
      </p:sp>
      <p:sp>
        <p:nvSpPr>
          <p:cNvPr id="13" name="">
            <a:extLst xmlns:a="http://schemas.openxmlformats.org/drawingml/2006/main">
              <a:ext uri="{FF2B5EF4-FFF2-40B4-BE49-F238E27FC236}">
                <a16:creationId xmlns:a16="http://schemas.microsoft.com/office/drawing/2014/main" id="{8D7FA46E-21B0-47C3-B04F-B93792B289DF}"/>
              </a:ext>
            </a:extLst>
          </p:cNvPr>
          <p:cNvSpPr>
            <a:spLocks xmlns:a="http://schemas.openxmlformats.org/drawingml/2006/main" noGrp="1"/>
          </p:cNvSpPr>
          <p:nvPr/>
        </p:nvSpPr>
        <p:spPr>
          <a:xfrm xmlns:a="http://schemas.openxmlformats.org/drawingml/2006/main">
            <a:off x="3709988" y="245745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Verification</a:t>
            </a:r>
          </a:p>
        </p:txBody>
      </p:sp>
      <p:sp>
        <p:nvSpPr>
          <p:cNvPr id="14" name="">
            <a:extLst xmlns:a="http://schemas.openxmlformats.org/drawingml/2006/main">
              <a:ext uri="{FF2B5EF4-FFF2-40B4-BE49-F238E27FC236}">
                <a16:creationId xmlns:a16="http://schemas.microsoft.com/office/drawing/2014/main" id="{FE3500CF-0549-40ED-8259-79215435EA7E}"/>
              </a:ext>
            </a:extLst>
          </p:cNvPr>
          <p:cNvSpPr>
            <a:spLocks xmlns:a="http://schemas.openxmlformats.org/drawingml/2006/main" noGrp="1"/>
          </p:cNvSpPr>
          <p:nvPr/>
        </p:nvSpPr>
        <p:spPr>
          <a:xfrm xmlns:a="http://schemas.openxmlformats.org/drawingml/2006/main">
            <a:off x="3709988" y="2800350"/>
            <a:ext cx="2014538"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9C0D3"/>
                </a:solidFill>
              </a:defRPr>
            </a:pPr>
            <a:r>
              <a:rPr sz="1125" b="0">
                <a:solidFill>
                  <a:srgbClr val="B9C0D3"/>
                </a:solidFill>
              </a:rPr>
              <a:t>A unique verification record is created</a:t>
            </a:r>
          </a:p>
        </p:txBody>
      </p:sp>
      <p:sp>
        <p:nvSpPr>
          <p:cNvPr id="15" name="">
            <a:extLst xmlns:a="http://schemas.openxmlformats.org/drawingml/2006/main">
              <a:ext uri="{FF2B5EF4-FFF2-40B4-BE49-F238E27FC236}">
                <a16:creationId xmlns:a16="http://schemas.microsoft.com/office/drawing/2014/main" id="{BF103D18-8B99-4702-BFB0-531D079BFFB4}"/>
              </a:ext>
            </a:extLst>
          </p:cNvPr>
          <p:cNvSpPr>
            <a:spLocks xmlns:a="http://schemas.openxmlformats.org/drawingml/2006/main" noGrp="1"/>
          </p:cNvSpPr>
          <p:nvPr/>
        </p:nvSpPr>
        <p:spPr>
          <a:xfrm xmlns:a="http://schemas.openxmlformats.org/drawingml/2006/main">
            <a:off x="5962650" y="24193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20C7D9"/>
                </a:solidFill>
              </a:defRPr>
            </a:pPr>
            <a:r>
              <a:rPr sz="2025" b="1">
                <a:solidFill>
                  <a:srgbClr val="20C7D9"/>
                </a:solidFill>
              </a:rPr>
              <a:t>→</a:t>
            </a:r>
          </a:p>
        </p:txBody>
      </p:sp>
      <p:sp>
        <p:nvSpPr>
          <p:cNvPr id="16" name="">
            <a:extLst xmlns:a="http://schemas.openxmlformats.org/drawingml/2006/main">
              <a:ext uri="{FF2B5EF4-FFF2-40B4-BE49-F238E27FC236}">
                <a16:creationId xmlns:a16="http://schemas.microsoft.com/office/drawing/2014/main" id="{F94EEB6B-4895-47D6-952A-DC5CCA08D0CF}"/>
              </a:ext>
            </a:extLst>
          </p:cNvPr>
          <p:cNvSpPr>
            <a:spLocks xmlns:a="http://schemas.openxmlformats.org/drawingml/2006/main" noGrp="1"/>
          </p:cNvSpPr>
          <p:nvPr/>
        </p:nvSpPr>
        <p:spPr>
          <a:xfrm xmlns:a="http://schemas.openxmlformats.org/drawingml/2006/main">
            <a:off x="6276975" y="2047875"/>
            <a:ext cx="2357438" cy="1476375"/>
          </a:xfrm>
          <a:prstGeom xmlns:a="http://schemas.openxmlformats.org/drawingml/2006/main" prst="roundRect">
            <a:avLst>
              <a:gd name="adj" fmla="val 11613"/>
            </a:avLst>
          </a:prstGeom>
          <a:solidFill xmlns:a="http://schemas.openxmlformats.org/drawingml/2006/main">
            <a:srgbClr val="151A2F"/>
          </a:solidFill>
          <a:ln xmlns:a="http://schemas.openxmlformats.org/drawingml/2006/main" w="9525">
            <a:solidFill>
              <a:srgbClr val="333A55"/>
            </a:solidFill>
            <a:prstDash val="solid"/>
          </a:ln>
        </p:spPr>
      </p:sp>
      <p:sp>
        <p:nvSpPr>
          <p:cNvPr id="17" name="">
            <a:extLst xmlns:a="http://schemas.openxmlformats.org/drawingml/2006/main">
              <a:ext uri="{FF2B5EF4-FFF2-40B4-BE49-F238E27FC236}">
                <a16:creationId xmlns:a16="http://schemas.microsoft.com/office/drawing/2014/main" id="{BCA45615-6CC9-4488-8160-35E27198FC79}"/>
              </a:ext>
            </a:extLst>
          </p:cNvPr>
          <p:cNvSpPr>
            <a:spLocks xmlns:a="http://schemas.openxmlformats.org/drawingml/2006/main" noGrp="1"/>
          </p:cNvSpPr>
          <p:nvPr/>
        </p:nvSpPr>
        <p:spPr>
          <a:xfrm xmlns:a="http://schemas.openxmlformats.org/drawingml/2006/main">
            <a:off x="6448425" y="2200275"/>
            <a:ext cx="2014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03</a:t>
            </a:r>
          </a:p>
        </p:txBody>
      </p:sp>
      <p:sp>
        <p:nvSpPr>
          <p:cNvPr id="18" name="">
            <a:extLst xmlns:a="http://schemas.openxmlformats.org/drawingml/2006/main">
              <a:ext uri="{FF2B5EF4-FFF2-40B4-BE49-F238E27FC236}">
                <a16:creationId xmlns:a16="http://schemas.microsoft.com/office/drawing/2014/main" id="{AED3391F-2B90-4211-9450-7FF235E9A245}"/>
              </a:ext>
            </a:extLst>
          </p:cNvPr>
          <p:cNvSpPr>
            <a:spLocks xmlns:a="http://schemas.openxmlformats.org/drawingml/2006/main" noGrp="1"/>
          </p:cNvSpPr>
          <p:nvPr/>
        </p:nvSpPr>
        <p:spPr>
          <a:xfrm xmlns:a="http://schemas.openxmlformats.org/drawingml/2006/main">
            <a:off x="6448425" y="245745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Evidence</a:t>
            </a:r>
          </a:p>
        </p:txBody>
      </p:sp>
      <p:sp>
        <p:nvSpPr>
          <p:cNvPr id="19" name="">
            <a:extLst xmlns:a="http://schemas.openxmlformats.org/drawingml/2006/main">
              <a:ext uri="{FF2B5EF4-FFF2-40B4-BE49-F238E27FC236}">
                <a16:creationId xmlns:a16="http://schemas.microsoft.com/office/drawing/2014/main" id="{C70FB0D1-A7E1-48D4-A87E-B14499609AE9}"/>
              </a:ext>
            </a:extLst>
          </p:cNvPr>
          <p:cNvSpPr>
            <a:spLocks xmlns:a="http://schemas.openxmlformats.org/drawingml/2006/main" noGrp="1"/>
          </p:cNvSpPr>
          <p:nvPr/>
        </p:nvSpPr>
        <p:spPr>
          <a:xfrm xmlns:a="http://schemas.openxmlformats.org/drawingml/2006/main">
            <a:off x="6448425" y="2800350"/>
            <a:ext cx="2014538"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9C0D3"/>
                </a:solidFill>
              </a:defRPr>
            </a:pPr>
            <a:r>
              <a:rPr sz="1125" b="0">
                <a:solidFill>
                  <a:srgbClr val="B9C0D3"/>
                </a:solidFill>
              </a:rPr>
              <a:t>Signer, method, time and content hash are retained</a:t>
            </a:r>
          </a:p>
        </p:txBody>
      </p:sp>
      <p:sp>
        <p:nvSpPr>
          <p:cNvPr id="20" name="">
            <a:extLst xmlns:a="http://schemas.openxmlformats.org/drawingml/2006/main">
              <a:ext uri="{FF2B5EF4-FFF2-40B4-BE49-F238E27FC236}">
                <a16:creationId xmlns:a16="http://schemas.microsoft.com/office/drawing/2014/main" id="{A33C6ACD-4194-4AEC-B067-850108685086}"/>
              </a:ext>
            </a:extLst>
          </p:cNvPr>
          <p:cNvSpPr>
            <a:spLocks xmlns:a="http://schemas.openxmlformats.org/drawingml/2006/main" noGrp="1"/>
          </p:cNvSpPr>
          <p:nvPr/>
        </p:nvSpPr>
        <p:spPr>
          <a:xfrm xmlns:a="http://schemas.openxmlformats.org/drawingml/2006/main">
            <a:off x="8701088" y="24193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20C7D9"/>
                </a:solidFill>
              </a:defRPr>
            </a:pPr>
            <a:r>
              <a:rPr sz="2025" b="1">
                <a:solidFill>
                  <a:srgbClr val="20C7D9"/>
                </a:solidFill>
              </a:rPr>
              <a:t>→</a:t>
            </a:r>
          </a:p>
        </p:txBody>
      </p:sp>
      <p:sp>
        <p:nvSpPr>
          <p:cNvPr id="21" name="">
            <a:extLst xmlns:a="http://schemas.openxmlformats.org/drawingml/2006/main">
              <a:ext uri="{FF2B5EF4-FFF2-40B4-BE49-F238E27FC236}">
                <a16:creationId xmlns:a16="http://schemas.microsoft.com/office/drawing/2014/main" id="{D22DB5E3-7BA5-49D2-9011-8317427FE367}"/>
              </a:ext>
            </a:extLst>
          </p:cNvPr>
          <p:cNvSpPr>
            <a:spLocks xmlns:a="http://schemas.openxmlformats.org/drawingml/2006/main" noGrp="1"/>
          </p:cNvSpPr>
          <p:nvPr/>
        </p:nvSpPr>
        <p:spPr>
          <a:xfrm xmlns:a="http://schemas.openxmlformats.org/drawingml/2006/main">
            <a:off x="9015413" y="2047875"/>
            <a:ext cx="2357438" cy="1476375"/>
          </a:xfrm>
          <a:prstGeom xmlns:a="http://schemas.openxmlformats.org/drawingml/2006/main" prst="roundRect">
            <a:avLst>
              <a:gd name="adj" fmla="val 11613"/>
            </a:avLst>
          </a:prstGeom>
          <a:solidFill xmlns:a="http://schemas.openxmlformats.org/drawingml/2006/main">
            <a:srgbClr val="151A2F"/>
          </a:solidFill>
          <a:ln xmlns:a="http://schemas.openxmlformats.org/drawingml/2006/main" w="9525">
            <a:solidFill>
              <a:srgbClr val="333A55"/>
            </a:solidFill>
            <a:prstDash val="solid"/>
          </a:ln>
        </p:spPr>
      </p:sp>
      <p:sp>
        <p:nvSpPr>
          <p:cNvPr id="22" name="">
            <a:extLst xmlns:a="http://schemas.openxmlformats.org/drawingml/2006/main">
              <a:ext uri="{FF2B5EF4-FFF2-40B4-BE49-F238E27FC236}">
                <a16:creationId xmlns:a16="http://schemas.microsoft.com/office/drawing/2014/main" id="{A6B65EB1-45DE-4C4E-8A44-0F3B8FBCAAA2}"/>
              </a:ext>
            </a:extLst>
          </p:cNvPr>
          <p:cNvSpPr>
            <a:spLocks xmlns:a="http://schemas.openxmlformats.org/drawingml/2006/main" noGrp="1"/>
          </p:cNvSpPr>
          <p:nvPr/>
        </p:nvSpPr>
        <p:spPr>
          <a:xfrm xmlns:a="http://schemas.openxmlformats.org/drawingml/2006/main">
            <a:off x="9186863" y="2200275"/>
            <a:ext cx="2014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17A673"/>
                </a:solidFill>
              </a:defRPr>
            </a:pPr>
            <a:r>
              <a:rPr sz="900" b="1">
                <a:solidFill>
                  <a:srgbClr val="17A673"/>
                </a:solidFill>
              </a:rPr>
              <a:t>04</a:t>
            </a:r>
          </a:p>
        </p:txBody>
      </p:sp>
      <p:sp>
        <p:nvSpPr>
          <p:cNvPr id="23" name="">
            <a:extLst xmlns:a="http://schemas.openxmlformats.org/drawingml/2006/main">
              <a:ext uri="{FF2B5EF4-FFF2-40B4-BE49-F238E27FC236}">
                <a16:creationId xmlns:a16="http://schemas.microsoft.com/office/drawing/2014/main" id="{B0DA64EB-D126-429E-8A94-8D70F3DBE38B}"/>
              </a:ext>
            </a:extLst>
          </p:cNvPr>
          <p:cNvSpPr>
            <a:spLocks xmlns:a="http://schemas.openxmlformats.org/drawingml/2006/main" noGrp="1"/>
          </p:cNvSpPr>
          <p:nvPr/>
        </p:nvSpPr>
        <p:spPr>
          <a:xfrm xmlns:a="http://schemas.openxmlformats.org/drawingml/2006/main">
            <a:off x="9186863" y="245745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Final state</a:t>
            </a:r>
          </a:p>
        </p:txBody>
      </p:sp>
      <p:sp>
        <p:nvSpPr>
          <p:cNvPr id="24" name="">
            <a:extLst xmlns:a="http://schemas.openxmlformats.org/drawingml/2006/main">
              <a:ext uri="{FF2B5EF4-FFF2-40B4-BE49-F238E27FC236}">
                <a16:creationId xmlns:a16="http://schemas.microsoft.com/office/drawing/2014/main" id="{39760337-A640-4A53-98F7-57ECD8E12EDA}"/>
              </a:ext>
            </a:extLst>
          </p:cNvPr>
          <p:cNvSpPr>
            <a:spLocks xmlns:a="http://schemas.openxmlformats.org/drawingml/2006/main" noGrp="1"/>
          </p:cNvSpPr>
          <p:nvPr/>
        </p:nvSpPr>
        <p:spPr>
          <a:xfrm xmlns:a="http://schemas.openxmlformats.org/drawingml/2006/main">
            <a:off x="9186863" y="2800350"/>
            <a:ext cx="2014538"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B9C0D3"/>
                </a:solidFill>
              </a:defRPr>
            </a:pPr>
            <a:r>
              <a:rPr sz="1125" b="0">
                <a:solidFill>
                  <a:srgbClr val="B9C0D3"/>
                </a:solidFill>
              </a:rPr>
              <a:t>Receiver signature locks the report</a:t>
            </a:r>
          </a:p>
        </p:txBody>
      </p:sp>
      <p:sp>
        <p:nvSpPr>
          <p:cNvPr id="25" name="">
            <a:extLst xmlns:a="http://schemas.openxmlformats.org/drawingml/2006/main">
              <a:ext uri="{FF2B5EF4-FFF2-40B4-BE49-F238E27FC236}">
                <a16:creationId xmlns:a16="http://schemas.microsoft.com/office/drawing/2014/main" id="{7284CA37-74ED-4B26-999C-03487A17ADCF}"/>
              </a:ext>
            </a:extLst>
          </p:cNvPr>
          <p:cNvSpPr>
            <a:spLocks xmlns:a="http://schemas.openxmlformats.org/drawingml/2006/main" noGrp="1"/>
          </p:cNvSpPr>
          <p:nvPr/>
        </p:nvSpPr>
        <p:spPr>
          <a:xfrm xmlns:a="http://schemas.openxmlformats.org/drawingml/2006/main">
            <a:off x="1428750" y="44767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Typed  •  Drawn  •  Uploaded</a:t>
            </a:r>
          </a:p>
        </p:txBody>
      </p:sp>
      <p:sp>
        <p:nvSpPr>
          <p:cNvPr id="26" name="">
            <a:extLst xmlns:a="http://schemas.openxmlformats.org/drawingml/2006/main">
              <a:ext uri="{FF2B5EF4-FFF2-40B4-BE49-F238E27FC236}">
                <a16:creationId xmlns:a16="http://schemas.microsoft.com/office/drawing/2014/main" id="{5FB6C624-EAF0-4BE4-9B7F-3FBB424030B7}"/>
              </a:ext>
            </a:extLst>
          </p:cNvPr>
          <p:cNvSpPr>
            <a:spLocks xmlns:a="http://schemas.openxmlformats.org/drawingml/2006/main" noGrp="1"/>
          </p:cNvSpPr>
          <p:nvPr/>
        </p:nvSpPr>
        <p:spPr>
          <a:xfrm xmlns:a="http://schemas.openxmlformats.org/drawingml/2006/main">
            <a:off x="5810250" y="4438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B9C0D3"/>
                </a:solidFill>
              </a:defRPr>
            </a:pPr>
            <a:r>
              <a:rPr sz="1350" b="0">
                <a:solidFill>
                  <a:srgbClr val="B9C0D3"/>
                </a:solidFill>
              </a:rPr>
              <a:t>Existing signed reports remain visible even if future signing is disabled.</a:t>
            </a:r>
          </a:p>
        </p:txBody>
      </p:sp>
      <p:sp>
        <p:nvSpPr>
          <p:cNvPr id="27" name="">
            <a:extLst xmlns:a="http://schemas.openxmlformats.org/drawingml/2006/main">
              <a:ext uri="{FF2B5EF4-FFF2-40B4-BE49-F238E27FC236}">
                <a16:creationId xmlns:a16="http://schemas.microsoft.com/office/drawing/2014/main" id="{0E7B88EE-2DC7-4336-BD1A-15F22525CE66}"/>
              </a:ext>
            </a:extLst>
          </p:cNvPr>
          <p:cNvSpPr>
            <a:spLocks xmlns:a="http://schemas.openxmlformats.org/drawingml/2006/main" noGrp="1"/>
          </p:cNvSpPr>
          <p:nvPr/>
        </p:nvSpPr>
        <p:spPr>
          <a:xfrm xmlns:a="http://schemas.openxmlformats.org/drawingml/2006/main">
            <a:off x="1428750" y="53340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92ECF4"/>
                </a:solidFill>
              </a:defRPr>
            </a:pPr>
            <a:r>
              <a:rPr sz="1350" b="1">
                <a:solidFill>
                  <a:srgbClr val="92ECF4"/>
                </a:solidFill>
              </a:rPr>
              <a:t>Traceable finalization—without making unsupported legal-compliance claims.</a:t>
            </a:r>
          </a:p>
        </p:txBody>
      </p:sp>
    </p:spTree>
    <p:extLst>
      <p:ext uri="{BB962C8B-B14F-4D97-AF65-F5344CB8AC3E}">
        <p14:creationId xmlns:p14="http://schemas.microsoft.com/office/powerpoint/2010/main" val="2035703834"/>
      </p:ext>
    </p:extLst>
  </p:cSld>
</p:sld>
</file>

<file path=ppt/slides/slide18.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6E65BB-44D0-4C8B-B74E-CE16AE63FF40}"/>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COLLABORATION AND NOTIFICATIONS</a:t>
            </a:r>
          </a:p>
        </p:txBody>
      </p:sp>
      <p:sp>
        <p:nvSpPr>
          <p:cNvPr id="2" name="slide-title-18">
            <a:extLst xmlns:a="http://schemas.openxmlformats.org/drawingml/2006/main">
              <a:ext uri="{FF2B5EF4-FFF2-40B4-BE49-F238E27FC236}">
                <a16:creationId xmlns:a16="http://schemas.microsoft.com/office/drawing/2014/main" id="{987F9176-182D-4455-897D-47CC55DD2D24}"/>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Feedback and action awareness stay connected</a:t>
            </a:r>
          </a:p>
        </p:txBody>
      </p:sp>
      <p:sp>
        <p:nvSpPr>
          <p:cNvPr id="3" name="">
            <a:extLst xmlns:a="http://schemas.openxmlformats.org/drawingml/2006/main">
              <a:ext uri="{FF2B5EF4-FFF2-40B4-BE49-F238E27FC236}">
                <a16:creationId xmlns:a16="http://schemas.microsoft.com/office/drawing/2014/main" id="{A7E01190-7DB4-479C-93BE-A9E3FCEC0E92}"/>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18</a:t>
            </a:r>
          </a:p>
        </p:txBody>
      </p:sp>
      <p:sp>
        <p:nvSpPr>
          <p:cNvPr id="4" name="">
            <a:extLst xmlns:a="http://schemas.openxmlformats.org/drawingml/2006/main">
              <a:ext uri="{FF2B5EF4-FFF2-40B4-BE49-F238E27FC236}">
                <a16:creationId xmlns:a16="http://schemas.microsoft.com/office/drawing/2014/main" id="{9792F21F-FA6F-43FF-82C4-6B2EBF604FA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4CD35EA9-B839-4871-92FC-019483A9DCBA}"/>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BF90D4A4-A424-4C62-9B7B-624363D4B24C}"/>
              </a:ext>
            </a:extLst>
          </p:cNvPr>
          <p:cNvSpPr>
            <a:spLocks xmlns:a="http://schemas.openxmlformats.org/drawingml/2006/main" noGrp="1"/>
          </p:cNvSpPr>
          <p:nvPr/>
        </p:nvSpPr>
        <p:spPr>
          <a:xfrm xmlns:a="http://schemas.openxmlformats.org/drawingml/2006/main">
            <a:off x="762000" y="1809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COMMENTS</a:t>
            </a:r>
          </a:p>
        </p:txBody>
      </p:sp>
      <p:sp>
        <p:nvSpPr>
          <p:cNvPr id="7" name="">
            <a:extLst xmlns:a="http://schemas.openxmlformats.org/drawingml/2006/main">
              <a:ext uri="{FF2B5EF4-FFF2-40B4-BE49-F238E27FC236}">
                <a16:creationId xmlns:a16="http://schemas.microsoft.com/office/drawing/2014/main" id="{060F1D1A-A0B1-4A9C-8E2F-FD9B25455248}"/>
              </a:ext>
            </a:extLst>
          </p:cNvPr>
          <p:cNvSpPr>
            <a:spLocks xmlns:a="http://schemas.openxmlformats.org/drawingml/2006/main" noGrp="1"/>
          </p:cNvSpPr>
          <p:nvPr/>
        </p:nvSpPr>
        <p:spPr>
          <a:xfrm xmlns:a="http://schemas.openxmlformats.org/drawingml/2006/main">
            <a:off x="762000" y="2238375"/>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B1020"/>
                </a:solidFill>
              </a:defRPr>
            </a:pPr>
            <a:r>
              <a:rPr sz="2100" b="1">
                <a:solidFill>
                  <a:srgbClr val="0B1020"/>
                </a:solidFill>
              </a:rPr>
              <a:t>Template discussions and report comments keep questions, responses and decisions in context.</a:t>
            </a:r>
          </a:p>
        </p:txBody>
      </p:sp>
      <p:sp>
        <p:nvSpPr>
          <p:cNvPr id="8" name="">
            <a:extLst xmlns:a="http://schemas.openxmlformats.org/drawingml/2006/main">
              <a:ext uri="{FF2B5EF4-FFF2-40B4-BE49-F238E27FC236}">
                <a16:creationId xmlns:a16="http://schemas.microsoft.com/office/drawing/2014/main" id="{B8258DCA-A1E2-4C0F-AC8E-EC7FB5F6C10D}"/>
              </a:ext>
            </a:extLst>
          </p:cNvPr>
          <p:cNvSpPr>
            <a:spLocks xmlns:a="http://schemas.openxmlformats.org/drawingml/2006/main" noGrp="1"/>
          </p:cNvSpPr>
          <p:nvPr/>
        </p:nvSpPr>
        <p:spPr>
          <a:xfrm xmlns:a="http://schemas.openxmlformats.org/drawingml/2006/main">
            <a:off x="5905500" y="1714500"/>
            <a:ext cx="952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9" name="">
            <a:extLst xmlns:a="http://schemas.openxmlformats.org/drawingml/2006/main">
              <a:ext uri="{FF2B5EF4-FFF2-40B4-BE49-F238E27FC236}">
                <a16:creationId xmlns:a16="http://schemas.microsoft.com/office/drawing/2014/main" id="{4D019E2A-A549-43D1-956F-D73940E201CD}"/>
              </a:ext>
            </a:extLst>
          </p:cNvPr>
          <p:cNvSpPr>
            <a:spLocks xmlns:a="http://schemas.openxmlformats.org/drawingml/2006/main" noGrp="1"/>
          </p:cNvSpPr>
          <p:nvPr/>
        </p:nvSpPr>
        <p:spPr>
          <a:xfrm xmlns:a="http://schemas.openxmlformats.org/drawingml/2006/main">
            <a:off x="6572250" y="18097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NOTIFICATIONS</a:t>
            </a:r>
          </a:p>
        </p:txBody>
      </p:sp>
      <p:sp>
        <p:nvSpPr>
          <p:cNvPr id="10" name="">
            <a:extLst xmlns:a="http://schemas.openxmlformats.org/drawingml/2006/main">
              <a:ext uri="{FF2B5EF4-FFF2-40B4-BE49-F238E27FC236}">
                <a16:creationId xmlns:a16="http://schemas.microsoft.com/office/drawing/2014/main" id="{3F57CA17-93F7-4EF0-BE03-483D68C287CC}"/>
              </a:ext>
            </a:extLst>
          </p:cNvPr>
          <p:cNvSpPr>
            <a:spLocks xmlns:a="http://schemas.openxmlformats.org/drawingml/2006/main" noGrp="1"/>
          </p:cNvSpPr>
          <p:nvPr/>
        </p:nvSpPr>
        <p:spPr>
          <a:xfrm xmlns:a="http://schemas.openxmlformats.org/drawingml/2006/main">
            <a:off x="6572250" y="2238375"/>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B1020"/>
                </a:solidFill>
              </a:defRPr>
            </a:pPr>
            <a:r>
              <a:rPr sz="2100" b="1">
                <a:solidFill>
                  <a:srgbClr val="0B1020"/>
                </a:solidFill>
              </a:rPr>
              <a:t>Users know when approval, review, correction, rejection, signing or comment activity requires attention.</a:t>
            </a:r>
          </a:p>
        </p:txBody>
      </p:sp>
      <p:sp>
        <p:nvSpPr>
          <p:cNvPr id="11" name="">
            <a:extLst xmlns:a="http://schemas.openxmlformats.org/drawingml/2006/main">
              <a:ext uri="{FF2B5EF4-FFF2-40B4-BE49-F238E27FC236}">
                <a16:creationId xmlns:a16="http://schemas.microsoft.com/office/drawing/2014/main" id="{3F9AAF13-0A0B-4972-A7F7-5E6E63BAA022}"/>
              </a:ext>
            </a:extLst>
          </p:cNvPr>
          <p:cNvSpPr>
            <a:spLocks xmlns:a="http://schemas.openxmlformats.org/drawingml/2006/main" noGrp="1"/>
          </p:cNvSpPr>
          <p:nvPr/>
        </p:nvSpPr>
        <p:spPr>
          <a:xfrm xmlns:a="http://schemas.openxmlformats.org/drawingml/2006/main">
            <a:off x="762000" y="4191000"/>
            <a:ext cx="1028700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11D1D704-6F6D-4299-B01A-AA2F11594065}"/>
              </a:ext>
            </a:extLst>
          </p:cNvPr>
          <p:cNvSpPr>
            <a:spLocks xmlns:a="http://schemas.openxmlformats.org/drawingml/2006/main" noGrp="1"/>
          </p:cNvSpPr>
          <p:nvPr/>
        </p:nvSpPr>
        <p:spPr>
          <a:xfrm xmlns:a="http://schemas.openxmlformats.org/drawingml/2006/main">
            <a:off x="1047750" y="44196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344054"/>
                </a:solidFill>
              </a:defRPr>
            </a:pPr>
            <a:r>
              <a:rPr sz="1350" b="1">
                <a:solidFill>
                  <a:srgbClr val="344054"/>
                </a:solidFill>
              </a:rPr>
              <a:t>Approval required  •  Template approved  •  Template revision requested  •  Report received</a:t>
            </a:r>
          </a:p>
        </p:txBody>
      </p:sp>
      <p:sp>
        <p:nvSpPr>
          <p:cNvPr id="13" name="">
            <a:extLst xmlns:a="http://schemas.openxmlformats.org/drawingml/2006/main">
              <a:ext uri="{FF2B5EF4-FFF2-40B4-BE49-F238E27FC236}">
                <a16:creationId xmlns:a16="http://schemas.microsoft.com/office/drawing/2014/main" id="{5545F068-9406-410E-9889-3EC2DFD418CF}"/>
              </a:ext>
            </a:extLst>
          </p:cNvPr>
          <p:cNvSpPr>
            <a:spLocks xmlns:a="http://schemas.openxmlformats.org/drawingml/2006/main" noGrp="1"/>
          </p:cNvSpPr>
          <p:nvPr/>
        </p:nvSpPr>
        <p:spPr>
          <a:xfrm xmlns:a="http://schemas.openxmlformats.org/drawingml/2006/main">
            <a:off x="1047750" y="4838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344054"/>
                </a:solidFill>
              </a:defRPr>
            </a:pPr>
            <a:r>
              <a:rPr sz="1350" b="1">
                <a:solidFill>
                  <a:srgbClr val="344054"/>
                </a:solidFill>
              </a:rPr>
              <a:t>Report returned  •  Report rejected  •  Report signed  •  Comment added</a:t>
            </a:r>
          </a:p>
        </p:txBody>
      </p:sp>
      <p:sp>
        <p:nvSpPr>
          <p:cNvPr id="14" name="">
            <a:extLst xmlns:a="http://schemas.openxmlformats.org/drawingml/2006/main">
              <a:ext uri="{FF2B5EF4-FFF2-40B4-BE49-F238E27FC236}">
                <a16:creationId xmlns:a16="http://schemas.microsoft.com/office/drawing/2014/main" id="{D98ED593-3B82-444D-85F0-134D113013CA}"/>
              </a:ext>
            </a:extLst>
          </p:cNvPr>
          <p:cNvSpPr>
            <a:spLocks xmlns:a="http://schemas.openxmlformats.org/drawingml/2006/main" noGrp="1"/>
          </p:cNvSpPr>
          <p:nvPr/>
        </p:nvSpPr>
        <p:spPr>
          <a:xfrm xmlns:a="http://schemas.openxmlformats.org/drawingml/2006/main">
            <a:off x="1428750" y="5715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6D3CFF"/>
                </a:solidFill>
              </a:defRPr>
            </a:pPr>
            <a:r>
              <a:rPr sz="1350" b="1">
                <a:solidFill>
                  <a:srgbClr val="6D3CFF"/>
                </a:solidFill>
              </a:rPr>
              <a:t>Read, unread and mark-all-read controls help users manage their action queue.</a:t>
            </a:r>
          </a:p>
        </p:txBody>
      </p:sp>
    </p:spTree>
    <p:extLst>
      <p:ext uri="{BB962C8B-B14F-4D97-AF65-F5344CB8AC3E}">
        <p14:creationId xmlns:p14="http://schemas.microsoft.com/office/powerpoint/2010/main" val="928327637"/>
      </p:ext>
    </p:extLst>
  </p:cSld>
</p:sld>
</file>

<file path=ppt/slides/slide19.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1CC5DB-AE1D-47AC-8197-DCC6F8C202B1}"/>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AUDITABILITY</a:t>
            </a:r>
          </a:p>
        </p:txBody>
      </p:sp>
      <p:sp>
        <p:nvSpPr>
          <p:cNvPr id="2" name="slide-title-19">
            <a:extLst xmlns:a="http://schemas.openxmlformats.org/drawingml/2006/main">
              <a:ext uri="{FF2B5EF4-FFF2-40B4-BE49-F238E27FC236}">
                <a16:creationId xmlns:a16="http://schemas.microsoft.com/office/drawing/2014/main" id="{F64E4DC6-184B-47BA-9F6B-2A4A401AD6C0}"/>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Every important decision leaves an accountable trail</a:t>
            </a:r>
          </a:p>
        </p:txBody>
      </p:sp>
      <p:sp>
        <p:nvSpPr>
          <p:cNvPr id="3" name="">
            <a:extLst xmlns:a="http://schemas.openxmlformats.org/drawingml/2006/main">
              <a:ext uri="{FF2B5EF4-FFF2-40B4-BE49-F238E27FC236}">
                <a16:creationId xmlns:a16="http://schemas.microsoft.com/office/drawing/2014/main" id="{9416278E-A110-4712-849E-A3EE5359476B}"/>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19</a:t>
            </a:r>
          </a:p>
        </p:txBody>
      </p:sp>
      <p:sp>
        <p:nvSpPr>
          <p:cNvPr id="4" name="">
            <a:extLst xmlns:a="http://schemas.openxmlformats.org/drawingml/2006/main">
              <a:ext uri="{FF2B5EF4-FFF2-40B4-BE49-F238E27FC236}">
                <a16:creationId xmlns:a16="http://schemas.microsoft.com/office/drawing/2014/main" id="{899F3222-4363-4AFE-93FF-A31651F3E51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B71E8E82-4190-4111-B614-56BB8EA71062}"/>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1098245D-7FBF-4522-91ED-AFE81566B4B9}"/>
              </a:ext>
            </a:extLst>
          </p:cNvPr>
          <p:cNvSpPr>
            <a:spLocks xmlns:a="http://schemas.openxmlformats.org/drawingml/2006/main" noGrp="1"/>
          </p:cNvSpPr>
          <p:nvPr/>
        </p:nvSpPr>
        <p:spPr>
          <a:xfrm xmlns:a="http://schemas.openxmlformats.org/drawingml/2006/main">
            <a:off x="781050" y="166687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67FF"/>
                </a:solidFill>
              </a:defRPr>
            </a:pPr>
            <a:r>
              <a:rPr sz="1125" b="1">
                <a:solidFill>
                  <a:srgbClr val="8B67FF"/>
                </a:solidFill>
              </a:rPr>
              <a:t>TEMPLATE HISTORY</a:t>
            </a:r>
          </a:p>
        </p:txBody>
      </p:sp>
      <p:sp>
        <p:nvSpPr>
          <p:cNvPr id="7" name="">
            <a:extLst xmlns:a="http://schemas.openxmlformats.org/drawingml/2006/main">
              <a:ext uri="{FF2B5EF4-FFF2-40B4-BE49-F238E27FC236}">
                <a16:creationId xmlns:a16="http://schemas.microsoft.com/office/drawing/2014/main" id="{026070DF-E4EA-4768-BA03-D020101EB5AA}"/>
              </a:ext>
            </a:extLst>
          </p:cNvPr>
          <p:cNvSpPr>
            <a:spLocks xmlns:a="http://schemas.openxmlformats.org/drawingml/2006/main" noGrp="1"/>
          </p:cNvSpPr>
          <p:nvPr/>
        </p:nvSpPr>
        <p:spPr>
          <a:xfrm xmlns:a="http://schemas.openxmlformats.org/drawingml/2006/main">
            <a:off x="3714750" y="1628775"/>
            <a:ext cx="723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Creation, submission, publication, approval, rejection and archival</a:t>
            </a:r>
          </a:p>
        </p:txBody>
      </p:sp>
      <p:sp>
        <p:nvSpPr>
          <p:cNvPr id="8" name="">
            <a:extLst xmlns:a="http://schemas.openxmlformats.org/drawingml/2006/main">
              <a:ext uri="{FF2B5EF4-FFF2-40B4-BE49-F238E27FC236}">
                <a16:creationId xmlns:a16="http://schemas.microsoft.com/office/drawing/2014/main" id="{6F26A71F-BC75-41C9-97DC-4BAD43251BE2}"/>
              </a:ext>
            </a:extLst>
          </p:cNvPr>
          <p:cNvSpPr>
            <a:spLocks xmlns:a="http://schemas.openxmlformats.org/drawingml/2006/main" noGrp="1"/>
          </p:cNvSpPr>
          <p:nvPr/>
        </p:nvSpPr>
        <p:spPr>
          <a:xfrm xmlns:a="http://schemas.openxmlformats.org/drawingml/2006/main">
            <a:off x="3714750" y="2276475"/>
            <a:ext cx="7239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9" name="">
            <a:extLst xmlns:a="http://schemas.openxmlformats.org/drawingml/2006/main">
              <a:ext uri="{FF2B5EF4-FFF2-40B4-BE49-F238E27FC236}">
                <a16:creationId xmlns:a16="http://schemas.microsoft.com/office/drawing/2014/main" id="{6C082377-9C28-496E-B444-4CECB4CCC88C}"/>
              </a:ext>
            </a:extLst>
          </p:cNvPr>
          <p:cNvSpPr>
            <a:spLocks xmlns:a="http://schemas.openxmlformats.org/drawingml/2006/main" noGrp="1"/>
          </p:cNvSpPr>
          <p:nvPr/>
        </p:nvSpPr>
        <p:spPr>
          <a:xfrm xmlns:a="http://schemas.openxmlformats.org/drawingml/2006/main">
            <a:off x="781050" y="261937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REPORT HISTORY</a:t>
            </a:r>
          </a:p>
        </p:txBody>
      </p:sp>
      <p:sp>
        <p:nvSpPr>
          <p:cNvPr id="10" name="">
            <a:extLst xmlns:a="http://schemas.openxmlformats.org/drawingml/2006/main">
              <a:ext uri="{FF2B5EF4-FFF2-40B4-BE49-F238E27FC236}">
                <a16:creationId xmlns:a16="http://schemas.microsoft.com/office/drawing/2014/main" id="{95524E63-3877-48FB-B952-01BE5C660504}"/>
              </a:ext>
            </a:extLst>
          </p:cNvPr>
          <p:cNvSpPr>
            <a:spLocks xmlns:a="http://schemas.openxmlformats.org/drawingml/2006/main" noGrp="1"/>
          </p:cNvSpPr>
          <p:nvPr/>
        </p:nvSpPr>
        <p:spPr>
          <a:xfrm xmlns:a="http://schemas.openxmlformats.org/drawingml/2006/main">
            <a:off x="3714750" y="2581275"/>
            <a:ext cx="723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Creation, saves, completion, sending, return, rejection and signature</a:t>
            </a:r>
          </a:p>
        </p:txBody>
      </p:sp>
      <p:sp>
        <p:nvSpPr>
          <p:cNvPr id="11" name="">
            <a:extLst xmlns:a="http://schemas.openxmlformats.org/drawingml/2006/main">
              <a:ext uri="{FF2B5EF4-FFF2-40B4-BE49-F238E27FC236}">
                <a16:creationId xmlns:a16="http://schemas.microsoft.com/office/drawing/2014/main" id="{3246EFD8-B5D7-4940-832D-1CD921C653AF}"/>
              </a:ext>
            </a:extLst>
          </p:cNvPr>
          <p:cNvSpPr>
            <a:spLocks xmlns:a="http://schemas.openxmlformats.org/drawingml/2006/main" noGrp="1"/>
          </p:cNvSpPr>
          <p:nvPr/>
        </p:nvSpPr>
        <p:spPr>
          <a:xfrm xmlns:a="http://schemas.openxmlformats.org/drawingml/2006/main">
            <a:off x="3714750" y="3228975"/>
            <a:ext cx="7239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2" name="">
            <a:extLst xmlns:a="http://schemas.openxmlformats.org/drawingml/2006/main">
              <a:ext uri="{FF2B5EF4-FFF2-40B4-BE49-F238E27FC236}">
                <a16:creationId xmlns:a16="http://schemas.microsoft.com/office/drawing/2014/main" id="{EDBBEB52-774E-48B1-84DF-8A1E7DB50F64}"/>
              </a:ext>
            </a:extLst>
          </p:cNvPr>
          <p:cNvSpPr>
            <a:spLocks xmlns:a="http://schemas.openxmlformats.org/drawingml/2006/main" noGrp="1"/>
          </p:cNvSpPr>
          <p:nvPr/>
        </p:nvSpPr>
        <p:spPr>
          <a:xfrm xmlns:a="http://schemas.openxmlformats.org/drawingml/2006/main">
            <a:off x="781050" y="357187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A673"/>
                </a:solidFill>
              </a:defRPr>
            </a:pPr>
            <a:r>
              <a:rPr sz="1125" b="1">
                <a:solidFill>
                  <a:srgbClr val="17A673"/>
                </a:solidFill>
              </a:rPr>
              <a:t>SIGNATURE EVIDENCE</a:t>
            </a:r>
          </a:p>
        </p:txBody>
      </p:sp>
      <p:sp>
        <p:nvSpPr>
          <p:cNvPr id="13" name="">
            <a:extLst xmlns:a="http://schemas.openxmlformats.org/drawingml/2006/main">
              <a:ext uri="{FF2B5EF4-FFF2-40B4-BE49-F238E27FC236}">
                <a16:creationId xmlns:a16="http://schemas.microsoft.com/office/drawing/2014/main" id="{0982EC4C-0C0D-40A9-BF12-BC16A390391C}"/>
              </a:ext>
            </a:extLst>
          </p:cNvPr>
          <p:cNvSpPr>
            <a:spLocks xmlns:a="http://schemas.openxmlformats.org/drawingml/2006/main" noGrp="1"/>
          </p:cNvSpPr>
          <p:nvPr/>
        </p:nvSpPr>
        <p:spPr>
          <a:xfrm xmlns:a="http://schemas.openxmlformats.org/drawingml/2006/main">
            <a:off x="3714750" y="3533775"/>
            <a:ext cx="723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Signer, role, method, verification, content hash and active history</a:t>
            </a:r>
          </a:p>
        </p:txBody>
      </p:sp>
      <p:sp>
        <p:nvSpPr>
          <p:cNvPr id="14" name="">
            <a:extLst xmlns:a="http://schemas.openxmlformats.org/drawingml/2006/main">
              <a:ext uri="{FF2B5EF4-FFF2-40B4-BE49-F238E27FC236}">
                <a16:creationId xmlns:a16="http://schemas.microsoft.com/office/drawing/2014/main" id="{B4B667DA-5F75-4F33-8598-6B21EF299903}"/>
              </a:ext>
            </a:extLst>
          </p:cNvPr>
          <p:cNvSpPr>
            <a:spLocks xmlns:a="http://schemas.openxmlformats.org/drawingml/2006/main" noGrp="1"/>
          </p:cNvSpPr>
          <p:nvPr/>
        </p:nvSpPr>
        <p:spPr>
          <a:xfrm xmlns:a="http://schemas.openxmlformats.org/drawingml/2006/main">
            <a:off x="3714750" y="4181475"/>
            <a:ext cx="7239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5" name="">
            <a:extLst xmlns:a="http://schemas.openxmlformats.org/drawingml/2006/main">
              <a:ext uri="{FF2B5EF4-FFF2-40B4-BE49-F238E27FC236}">
                <a16:creationId xmlns:a16="http://schemas.microsoft.com/office/drawing/2014/main" id="{63C541F4-26E1-4B31-A948-F5579173E9B5}"/>
              </a:ext>
            </a:extLst>
          </p:cNvPr>
          <p:cNvSpPr>
            <a:spLocks xmlns:a="http://schemas.openxmlformats.org/drawingml/2006/main" noGrp="1"/>
          </p:cNvSpPr>
          <p:nvPr/>
        </p:nvSpPr>
        <p:spPr>
          <a:xfrm xmlns:a="http://schemas.openxmlformats.org/drawingml/2006/main">
            <a:off x="781050" y="452437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9A23B"/>
                </a:solidFill>
              </a:defRPr>
            </a:pPr>
            <a:r>
              <a:rPr sz="1125" b="1">
                <a:solidFill>
                  <a:srgbClr val="E9A23B"/>
                </a:solidFill>
              </a:rPr>
              <a:t>ADMIN AUDIT LOG</a:t>
            </a:r>
          </a:p>
        </p:txBody>
      </p:sp>
      <p:sp>
        <p:nvSpPr>
          <p:cNvPr id="16" name="">
            <a:extLst xmlns:a="http://schemas.openxmlformats.org/drawingml/2006/main">
              <a:ext uri="{FF2B5EF4-FFF2-40B4-BE49-F238E27FC236}">
                <a16:creationId xmlns:a16="http://schemas.microsoft.com/office/drawing/2014/main" id="{CCA9EF45-4EBA-4C4B-8FBE-C1169FF57BBA}"/>
              </a:ext>
            </a:extLst>
          </p:cNvPr>
          <p:cNvSpPr>
            <a:spLocks xmlns:a="http://schemas.openxmlformats.org/drawingml/2006/main" noGrp="1"/>
          </p:cNvSpPr>
          <p:nvPr/>
        </p:nvSpPr>
        <p:spPr>
          <a:xfrm xmlns:a="http://schemas.openxmlformats.org/drawingml/2006/main">
            <a:off x="3714750" y="4486275"/>
            <a:ext cx="723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Configuration actions, targets, previous/new values and time</a:t>
            </a:r>
          </a:p>
        </p:txBody>
      </p:sp>
      <p:sp>
        <p:nvSpPr>
          <p:cNvPr id="17" name="">
            <a:extLst xmlns:a="http://schemas.openxmlformats.org/drawingml/2006/main">
              <a:ext uri="{FF2B5EF4-FFF2-40B4-BE49-F238E27FC236}">
                <a16:creationId xmlns:a16="http://schemas.microsoft.com/office/drawing/2014/main" id="{E4391BBB-69D3-4FC2-BC0C-D47895EA48E0}"/>
              </a:ext>
            </a:extLst>
          </p:cNvPr>
          <p:cNvSpPr>
            <a:spLocks xmlns:a="http://schemas.openxmlformats.org/drawingml/2006/main" noGrp="1"/>
          </p:cNvSpPr>
          <p:nvPr/>
        </p:nvSpPr>
        <p:spPr>
          <a:xfrm xmlns:a="http://schemas.openxmlformats.org/drawingml/2006/main">
            <a:off x="3714750" y="5133975"/>
            <a:ext cx="7239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8" name="">
            <a:extLst xmlns:a="http://schemas.openxmlformats.org/drawingml/2006/main">
              <a:ext uri="{FF2B5EF4-FFF2-40B4-BE49-F238E27FC236}">
                <a16:creationId xmlns:a16="http://schemas.microsoft.com/office/drawing/2014/main" id="{A3243D67-3AB7-415B-8099-9CE766DBBD13}"/>
              </a:ext>
            </a:extLst>
          </p:cNvPr>
          <p:cNvSpPr>
            <a:spLocks xmlns:a="http://schemas.openxmlformats.org/drawingml/2006/main" noGrp="1"/>
          </p:cNvSpPr>
          <p:nvPr/>
        </p:nvSpPr>
        <p:spPr>
          <a:xfrm xmlns:a="http://schemas.openxmlformats.org/drawingml/2006/main">
            <a:off x="952500" y="57531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C8CEE0"/>
                </a:solidFill>
              </a:defRPr>
            </a:pPr>
            <a:r>
              <a:rPr sz="1425" b="1">
                <a:solidFill>
                  <a:srgbClr val="C8CEE0"/>
                </a:solidFill>
              </a:rPr>
              <a:t>Who acted  •  What happened  •  When it happened  •  Why a decision was made</a:t>
            </a:r>
          </a:p>
        </p:txBody>
      </p:sp>
    </p:spTree>
    <p:extLst>
      <p:ext uri="{BB962C8B-B14F-4D97-AF65-F5344CB8AC3E}">
        <p14:creationId xmlns:p14="http://schemas.microsoft.com/office/powerpoint/2010/main" val="28068255"/>
      </p:ext>
    </p:extLst>
  </p:cSld>
</p:sld>
</file>

<file path=ppt/slides/slide20.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C2EEED6-A2BB-4C8B-837A-3B12DE3F1F6C}"/>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DASHBOARDS AND ORGANIZATION</a:t>
            </a:r>
          </a:p>
        </p:txBody>
      </p:sp>
      <p:sp>
        <p:nvSpPr>
          <p:cNvPr id="2" name="slide-title-20">
            <a:extLst xmlns:a="http://schemas.openxmlformats.org/drawingml/2006/main">
              <a:ext uri="{FF2B5EF4-FFF2-40B4-BE49-F238E27FC236}">
                <a16:creationId xmlns:a16="http://schemas.microsoft.com/office/drawing/2014/main" id="{2507FB9D-8613-4378-B928-3594F5055FF7}"/>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Find work by responsibility, status and context</a:t>
            </a:r>
          </a:p>
        </p:txBody>
      </p:sp>
      <p:sp>
        <p:nvSpPr>
          <p:cNvPr id="3" name="">
            <a:extLst xmlns:a="http://schemas.openxmlformats.org/drawingml/2006/main">
              <a:ext uri="{FF2B5EF4-FFF2-40B4-BE49-F238E27FC236}">
                <a16:creationId xmlns:a16="http://schemas.microsoft.com/office/drawing/2014/main" id="{7642CD93-0846-406F-ACEC-C18947A57D4D}"/>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20</a:t>
            </a:r>
          </a:p>
        </p:txBody>
      </p:sp>
      <p:sp>
        <p:nvSpPr>
          <p:cNvPr id="4" name="">
            <a:extLst xmlns:a="http://schemas.openxmlformats.org/drawingml/2006/main">
              <a:ext uri="{FF2B5EF4-FFF2-40B4-BE49-F238E27FC236}">
                <a16:creationId xmlns:a16="http://schemas.microsoft.com/office/drawing/2014/main" id="{F6167309-1DE8-464D-91DE-EF27C12DEA5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D4D183E6-E51F-4C8A-9939-697010D4497E}"/>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AD5363F2-CB46-42C0-8EDD-42C487D9AEEE}"/>
              </a:ext>
            </a:extLst>
          </p:cNvPr>
          <p:cNvSpPr>
            <a:spLocks xmlns:a="http://schemas.openxmlformats.org/drawingml/2006/main" noGrp="1"/>
          </p:cNvSpPr>
          <p:nvPr/>
        </p:nvSpPr>
        <p:spPr>
          <a:xfrm xmlns:a="http://schemas.openxmlformats.org/drawingml/2006/main">
            <a:off x="781050" y="18097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ROLE DASHBOARD</a:t>
            </a:r>
          </a:p>
        </p:txBody>
      </p:sp>
      <p:sp>
        <p:nvSpPr>
          <p:cNvPr id="7" name="">
            <a:extLst xmlns:a="http://schemas.openxmlformats.org/drawingml/2006/main">
              <a:ext uri="{FF2B5EF4-FFF2-40B4-BE49-F238E27FC236}">
                <a16:creationId xmlns:a16="http://schemas.microsoft.com/office/drawing/2014/main" id="{D3B5CCF1-0368-4377-A12D-87416FBBD1E6}"/>
              </a:ext>
            </a:extLst>
          </p:cNvPr>
          <p:cNvSpPr>
            <a:spLocks xmlns:a="http://schemas.openxmlformats.org/drawingml/2006/main" noGrp="1"/>
          </p:cNvSpPr>
          <p:nvPr/>
        </p:nvSpPr>
        <p:spPr>
          <a:xfrm xmlns:a="http://schemas.openxmlformats.org/drawingml/2006/main">
            <a:off x="781050" y="2238375"/>
            <a:ext cx="4476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Approved templates, personal reports, requests, items awaiting review, approvals and attention areas.</a:t>
            </a:r>
          </a:p>
        </p:txBody>
      </p:sp>
      <p:sp>
        <p:nvSpPr>
          <p:cNvPr id="8" name="">
            <a:extLst xmlns:a="http://schemas.openxmlformats.org/drawingml/2006/main">
              <a:ext uri="{FF2B5EF4-FFF2-40B4-BE49-F238E27FC236}">
                <a16:creationId xmlns:a16="http://schemas.microsoft.com/office/drawing/2014/main" id="{E52C2B3F-8638-45DE-BD4C-B145DD44DE8A}"/>
              </a:ext>
            </a:extLst>
          </p:cNvPr>
          <p:cNvSpPr>
            <a:spLocks xmlns:a="http://schemas.openxmlformats.org/drawingml/2006/main" noGrp="1"/>
          </p:cNvSpPr>
          <p:nvPr/>
        </p:nvSpPr>
        <p:spPr>
          <a:xfrm xmlns:a="http://schemas.openxmlformats.org/drawingml/2006/main">
            <a:off x="781050" y="3381375"/>
            <a:ext cx="4476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9" name="">
            <a:extLst xmlns:a="http://schemas.openxmlformats.org/drawingml/2006/main">
              <a:ext uri="{FF2B5EF4-FFF2-40B4-BE49-F238E27FC236}">
                <a16:creationId xmlns:a16="http://schemas.microsoft.com/office/drawing/2014/main" id="{3662DF7A-7FA6-4C45-8567-839C17BEF617}"/>
              </a:ext>
            </a:extLst>
          </p:cNvPr>
          <p:cNvSpPr>
            <a:spLocks xmlns:a="http://schemas.openxmlformats.org/drawingml/2006/main" noGrp="1"/>
          </p:cNvSpPr>
          <p:nvPr/>
        </p:nvSpPr>
        <p:spPr>
          <a:xfrm xmlns:a="http://schemas.openxmlformats.org/drawingml/2006/main">
            <a:off x="6400800" y="18097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SEARCH</a:t>
            </a:r>
          </a:p>
        </p:txBody>
      </p:sp>
      <p:sp>
        <p:nvSpPr>
          <p:cNvPr id="10" name="">
            <a:extLst xmlns:a="http://schemas.openxmlformats.org/drawingml/2006/main">
              <a:ext uri="{FF2B5EF4-FFF2-40B4-BE49-F238E27FC236}">
                <a16:creationId xmlns:a16="http://schemas.microsoft.com/office/drawing/2014/main" id="{D59978A3-BB45-40D6-8199-26AC20ED35AE}"/>
              </a:ext>
            </a:extLst>
          </p:cNvPr>
          <p:cNvSpPr>
            <a:spLocks xmlns:a="http://schemas.openxmlformats.org/drawingml/2006/main" noGrp="1"/>
          </p:cNvSpPr>
          <p:nvPr/>
        </p:nvSpPr>
        <p:spPr>
          <a:xfrm xmlns:a="http://schemas.openxmlformats.org/drawingml/2006/main">
            <a:off x="6400800" y="2238375"/>
            <a:ext cx="4476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Find approved templates and accessible reports from the global experience.</a:t>
            </a:r>
          </a:p>
        </p:txBody>
      </p:sp>
      <p:sp>
        <p:nvSpPr>
          <p:cNvPr id="11" name="">
            <a:extLst xmlns:a="http://schemas.openxmlformats.org/drawingml/2006/main">
              <a:ext uri="{FF2B5EF4-FFF2-40B4-BE49-F238E27FC236}">
                <a16:creationId xmlns:a16="http://schemas.microsoft.com/office/drawing/2014/main" id="{284DD86A-6AA7-4A2F-A7E0-BD335154B48A}"/>
              </a:ext>
            </a:extLst>
          </p:cNvPr>
          <p:cNvSpPr>
            <a:spLocks xmlns:a="http://schemas.openxmlformats.org/drawingml/2006/main" noGrp="1"/>
          </p:cNvSpPr>
          <p:nvPr/>
        </p:nvSpPr>
        <p:spPr>
          <a:xfrm xmlns:a="http://schemas.openxmlformats.org/drawingml/2006/main">
            <a:off x="6400800" y="3381375"/>
            <a:ext cx="4476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E45ABDE4-9736-47E0-88D5-3D8F29155ECC}"/>
              </a:ext>
            </a:extLst>
          </p:cNvPr>
          <p:cNvSpPr>
            <a:spLocks xmlns:a="http://schemas.openxmlformats.org/drawingml/2006/main" noGrp="1"/>
          </p:cNvSpPr>
          <p:nvPr/>
        </p:nvSpPr>
        <p:spPr>
          <a:xfrm xmlns:a="http://schemas.openxmlformats.org/drawingml/2006/main">
            <a:off x="781050" y="38576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FILTERS &amp; TABS</a:t>
            </a:r>
          </a:p>
        </p:txBody>
      </p:sp>
      <p:sp>
        <p:nvSpPr>
          <p:cNvPr id="13" name="">
            <a:extLst xmlns:a="http://schemas.openxmlformats.org/drawingml/2006/main">
              <a:ext uri="{FF2B5EF4-FFF2-40B4-BE49-F238E27FC236}">
                <a16:creationId xmlns:a16="http://schemas.microsoft.com/office/drawing/2014/main" id="{8640F075-B4DD-4407-B84E-BC6D3EC7C7ED}"/>
              </a:ext>
            </a:extLst>
          </p:cNvPr>
          <p:cNvSpPr>
            <a:spLocks xmlns:a="http://schemas.openxmlformats.org/drawingml/2006/main" noGrp="1"/>
          </p:cNvSpPr>
          <p:nvPr/>
        </p:nvSpPr>
        <p:spPr>
          <a:xfrm xmlns:a="http://schemas.openxmlformats.org/drawingml/2006/main">
            <a:off x="781050" y="4286250"/>
            <a:ext cx="4476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Organize templates, requests, reports, notifications, Packs, content and Admin records.</a:t>
            </a:r>
          </a:p>
        </p:txBody>
      </p:sp>
      <p:sp>
        <p:nvSpPr>
          <p:cNvPr id="14" name="">
            <a:extLst xmlns:a="http://schemas.openxmlformats.org/drawingml/2006/main">
              <a:ext uri="{FF2B5EF4-FFF2-40B4-BE49-F238E27FC236}">
                <a16:creationId xmlns:a16="http://schemas.microsoft.com/office/drawing/2014/main" id="{D8CFD847-1406-4244-A568-8A3AEC823700}"/>
              </a:ext>
            </a:extLst>
          </p:cNvPr>
          <p:cNvSpPr>
            <a:spLocks xmlns:a="http://schemas.openxmlformats.org/drawingml/2006/main" noGrp="1"/>
          </p:cNvSpPr>
          <p:nvPr/>
        </p:nvSpPr>
        <p:spPr>
          <a:xfrm xmlns:a="http://schemas.openxmlformats.org/drawingml/2006/main">
            <a:off x="781050" y="5429250"/>
            <a:ext cx="4476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5" name="">
            <a:extLst xmlns:a="http://schemas.openxmlformats.org/drawingml/2006/main">
              <a:ext uri="{FF2B5EF4-FFF2-40B4-BE49-F238E27FC236}">
                <a16:creationId xmlns:a16="http://schemas.microsoft.com/office/drawing/2014/main" id="{A48E7C62-48D4-4232-A847-93BC938C79CB}"/>
              </a:ext>
            </a:extLst>
          </p:cNvPr>
          <p:cNvSpPr>
            <a:spLocks xmlns:a="http://schemas.openxmlformats.org/drawingml/2006/main" noGrp="1"/>
          </p:cNvSpPr>
          <p:nvPr/>
        </p:nvSpPr>
        <p:spPr>
          <a:xfrm xmlns:a="http://schemas.openxmlformats.org/drawingml/2006/main">
            <a:off x="6400800" y="38576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CATEGORIES</a:t>
            </a:r>
          </a:p>
        </p:txBody>
      </p:sp>
      <p:sp>
        <p:nvSpPr>
          <p:cNvPr id="16" name="">
            <a:extLst xmlns:a="http://schemas.openxmlformats.org/drawingml/2006/main">
              <a:ext uri="{FF2B5EF4-FFF2-40B4-BE49-F238E27FC236}">
                <a16:creationId xmlns:a16="http://schemas.microsoft.com/office/drawing/2014/main" id="{F964E018-3BDE-4E09-B028-224A2751D279}"/>
              </a:ext>
            </a:extLst>
          </p:cNvPr>
          <p:cNvSpPr>
            <a:spLocks xmlns:a="http://schemas.openxmlformats.org/drawingml/2006/main" noGrp="1"/>
          </p:cNvSpPr>
          <p:nvPr/>
        </p:nvSpPr>
        <p:spPr>
          <a:xfrm xmlns:a="http://schemas.openxmlformats.org/drawingml/2006/main">
            <a:off x="6400800" y="4286250"/>
            <a:ext cx="4476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Structure the template library around the organization’s reporting domains.</a:t>
            </a:r>
          </a:p>
        </p:txBody>
      </p:sp>
      <p:sp>
        <p:nvSpPr>
          <p:cNvPr id="17" name="">
            <a:extLst xmlns:a="http://schemas.openxmlformats.org/drawingml/2006/main">
              <a:ext uri="{FF2B5EF4-FFF2-40B4-BE49-F238E27FC236}">
                <a16:creationId xmlns:a16="http://schemas.microsoft.com/office/drawing/2014/main" id="{D64B5460-8167-4187-B014-1400F4E86B3E}"/>
              </a:ext>
            </a:extLst>
          </p:cNvPr>
          <p:cNvSpPr>
            <a:spLocks xmlns:a="http://schemas.openxmlformats.org/drawingml/2006/main" noGrp="1"/>
          </p:cNvSpPr>
          <p:nvPr/>
        </p:nvSpPr>
        <p:spPr>
          <a:xfrm xmlns:a="http://schemas.openxmlformats.org/drawingml/2006/main">
            <a:off x="6400800" y="5429250"/>
            <a:ext cx="4476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Tree>
    <p:extLst>
      <p:ext uri="{BB962C8B-B14F-4D97-AF65-F5344CB8AC3E}">
        <p14:creationId xmlns:p14="http://schemas.microsoft.com/office/powerpoint/2010/main" val="1169024486"/>
      </p:ext>
    </p:extLst>
  </p:cSld>
</p:sld>
</file>

<file path=ppt/slides/slide2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B5C8E17-59B8-494A-B44C-767378D0DE9C}"/>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ADMIN CONTROL CENTER</a:t>
            </a:r>
          </a:p>
        </p:txBody>
      </p:sp>
      <p:sp>
        <p:nvSpPr>
          <p:cNvPr id="2" name="slide-title-21">
            <a:extLst xmlns:a="http://schemas.openxmlformats.org/drawingml/2006/main">
              <a:ext uri="{FF2B5EF4-FFF2-40B4-BE49-F238E27FC236}">
                <a16:creationId xmlns:a16="http://schemas.microsoft.com/office/drawing/2014/main" id="{90A59077-9803-41A8-A629-465A240A2493}"/>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Admin becomes the organization’s control layer</a:t>
            </a:r>
          </a:p>
        </p:txBody>
      </p:sp>
      <p:sp>
        <p:nvSpPr>
          <p:cNvPr id="3" name="">
            <a:extLst xmlns:a="http://schemas.openxmlformats.org/drawingml/2006/main">
              <a:ext uri="{FF2B5EF4-FFF2-40B4-BE49-F238E27FC236}">
                <a16:creationId xmlns:a16="http://schemas.microsoft.com/office/drawing/2014/main" id="{DF0FB1E9-1C20-4EE0-B5EF-97E00CFA7602}"/>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21</a:t>
            </a:r>
          </a:p>
        </p:txBody>
      </p:sp>
      <p:sp>
        <p:nvSpPr>
          <p:cNvPr id="4" name="">
            <a:extLst xmlns:a="http://schemas.openxmlformats.org/drawingml/2006/main">
              <a:ext uri="{FF2B5EF4-FFF2-40B4-BE49-F238E27FC236}">
                <a16:creationId xmlns:a16="http://schemas.microsoft.com/office/drawing/2014/main" id="{7F235D32-06CC-4B26-A085-9B380A7C8B9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CEA4B896-D04E-4BC9-B227-2F2DE46CB1B5}"/>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22FD8098-69C0-48BC-B9AE-C40074935E3A}"/>
              </a:ext>
            </a:extLst>
          </p:cNvPr>
          <p:cNvSpPr>
            <a:spLocks xmlns:a="http://schemas.openxmlformats.org/drawingml/2006/main" noGrp="1"/>
          </p:cNvSpPr>
          <p:nvPr/>
        </p:nvSpPr>
        <p:spPr>
          <a:xfrm xmlns:a="http://schemas.openxmlformats.org/drawingml/2006/main">
            <a:off x="819150" y="15716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67FF"/>
                </a:solidFill>
              </a:defRPr>
            </a:pPr>
            <a:r>
              <a:rPr sz="1350" b="1">
                <a:solidFill>
                  <a:srgbClr val="8B67FF"/>
                </a:solidFill>
              </a:rPr>
              <a:t>Overview</a:t>
            </a:r>
          </a:p>
        </p:txBody>
      </p:sp>
      <p:sp>
        <p:nvSpPr>
          <p:cNvPr id="7" name="">
            <a:extLst xmlns:a="http://schemas.openxmlformats.org/drawingml/2006/main">
              <a:ext uri="{FF2B5EF4-FFF2-40B4-BE49-F238E27FC236}">
                <a16:creationId xmlns:a16="http://schemas.microsoft.com/office/drawing/2014/main" id="{6BFC1656-2D08-4D3F-8EB0-6EBE270CD838}"/>
              </a:ext>
            </a:extLst>
          </p:cNvPr>
          <p:cNvSpPr>
            <a:spLocks xmlns:a="http://schemas.openxmlformats.org/drawingml/2006/main" noGrp="1"/>
          </p:cNvSpPr>
          <p:nvPr/>
        </p:nvSpPr>
        <p:spPr>
          <a:xfrm xmlns:a="http://schemas.openxmlformats.org/drawingml/2006/main">
            <a:off x="2781300" y="157162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Configuration posture and recent activity</a:t>
            </a:r>
          </a:p>
        </p:txBody>
      </p:sp>
      <p:sp>
        <p:nvSpPr>
          <p:cNvPr id="8" name="">
            <a:extLst xmlns:a="http://schemas.openxmlformats.org/drawingml/2006/main">
              <a:ext uri="{FF2B5EF4-FFF2-40B4-BE49-F238E27FC236}">
                <a16:creationId xmlns:a16="http://schemas.microsoft.com/office/drawing/2014/main" id="{E96EF5CA-CF24-4239-9E71-A093EDDBD5BA}"/>
              </a:ext>
            </a:extLst>
          </p:cNvPr>
          <p:cNvSpPr>
            <a:spLocks xmlns:a="http://schemas.openxmlformats.org/drawingml/2006/main" noGrp="1"/>
          </p:cNvSpPr>
          <p:nvPr/>
        </p:nvSpPr>
        <p:spPr>
          <a:xfrm xmlns:a="http://schemas.openxmlformats.org/drawingml/2006/main">
            <a:off x="819150" y="2085975"/>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9" name="">
            <a:extLst xmlns:a="http://schemas.openxmlformats.org/drawingml/2006/main">
              <a:ext uri="{FF2B5EF4-FFF2-40B4-BE49-F238E27FC236}">
                <a16:creationId xmlns:a16="http://schemas.microsoft.com/office/drawing/2014/main" id="{6D3D6E75-080C-4B68-AC08-5A34269B5640}"/>
              </a:ext>
            </a:extLst>
          </p:cNvPr>
          <p:cNvSpPr>
            <a:spLocks xmlns:a="http://schemas.openxmlformats.org/drawingml/2006/main" noGrp="1"/>
          </p:cNvSpPr>
          <p:nvPr/>
        </p:nvSpPr>
        <p:spPr>
          <a:xfrm xmlns:a="http://schemas.openxmlformats.org/drawingml/2006/main">
            <a:off x="6248400" y="15716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0C7D9"/>
                </a:solidFill>
              </a:defRPr>
            </a:pPr>
            <a:r>
              <a:rPr sz="1350" b="1">
                <a:solidFill>
                  <a:srgbClr val="20C7D9"/>
                </a:solidFill>
              </a:rPr>
              <a:t>Features</a:t>
            </a:r>
          </a:p>
        </p:txBody>
      </p:sp>
      <p:sp>
        <p:nvSpPr>
          <p:cNvPr id="10" name="">
            <a:extLst xmlns:a="http://schemas.openxmlformats.org/drawingml/2006/main">
              <a:ext uri="{FF2B5EF4-FFF2-40B4-BE49-F238E27FC236}">
                <a16:creationId xmlns:a16="http://schemas.microsoft.com/office/drawing/2014/main" id="{6C23D997-7319-4A1B-896C-559813A75031}"/>
              </a:ext>
            </a:extLst>
          </p:cNvPr>
          <p:cNvSpPr>
            <a:spLocks xmlns:a="http://schemas.openxmlformats.org/drawingml/2006/main" noGrp="1"/>
          </p:cNvSpPr>
          <p:nvPr/>
        </p:nvSpPr>
        <p:spPr>
          <a:xfrm xmlns:a="http://schemas.openxmlformats.org/drawingml/2006/main">
            <a:off x="8210550" y="157162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Which Studio capabilities are available</a:t>
            </a:r>
          </a:p>
        </p:txBody>
      </p:sp>
      <p:sp>
        <p:nvSpPr>
          <p:cNvPr id="11" name="">
            <a:extLst xmlns:a="http://schemas.openxmlformats.org/drawingml/2006/main">
              <a:ext uri="{FF2B5EF4-FFF2-40B4-BE49-F238E27FC236}">
                <a16:creationId xmlns:a16="http://schemas.microsoft.com/office/drawing/2014/main" id="{2B7316A1-7D26-48F7-BA79-8EBD76FD8B74}"/>
              </a:ext>
            </a:extLst>
          </p:cNvPr>
          <p:cNvSpPr>
            <a:spLocks xmlns:a="http://schemas.openxmlformats.org/drawingml/2006/main" noGrp="1"/>
          </p:cNvSpPr>
          <p:nvPr/>
        </p:nvSpPr>
        <p:spPr>
          <a:xfrm xmlns:a="http://schemas.openxmlformats.org/drawingml/2006/main">
            <a:off x="6248400" y="2085975"/>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2" name="">
            <a:extLst xmlns:a="http://schemas.openxmlformats.org/drawingml/2006/main">
              <a:ext uri="{FF2B5EF4-FFF2-40B4-BE49-F238E27FC236}">
                <a16:creationId xmlns:a16="http://schemas.microsoft.com/office/drawing/2014/main" id="{2C6A09F6-CEE4-4BCB-BAAA-145603EDEAA4}"/>
              </a:ext>
            </a:extLst>
          </p:cNvPr>
          <p:cNvSpPr>
            <a:spLocks xmlns:a="http://schemas.openxmlformats.org/drawingml/2006/main" noGrp="1"/>
          </p:cNvSpPr>
          <p:nvPr/>
        </p:nvSpPr>
        <p:spPr>
          <a:xfrm xmlns:a="http://schemas.openxmlformats.org/drawingml/2006/main">
            <a:off x="819150" y="240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67FF"/>
                </a:solidFill>
              </a:defRPr>
            </a:pPr>
            <a:r>
              <a:rPr sz="1350" b="1">
                <a:solidFill>
                  <a:srgbClr val="8B67FF"/>
                </a:solidFill>
              </a:rPr>
              <a:t>Studio configuration</a:t>
            </a:r>
          </a:p>
        </p:txBody>
      </p:sp>
      <p:sp>
        <p:nvSpPr>
          <p:cNvPr id="13" name="">
            <a:extLst xmlns:a="http://schemas.openxmlformats.org/drawingml/2006/main">
              <a:ext uri="{FF2B5EF4-FFF2-40B4-BE49-F238E27FC236}">
                <a16:creationId xmlns:a16="http://schemas.microsoft.com/office/drawing/2014/main" id="{E55EF30D-7ED3-4512-9F85-010184FAA2FB}"/>
              </a:ext>
            </a:extLst>
          </p:cNvPr>
          <p:cNvSpPr>
            <a:spLocks xmlns:a="http://schemas.openxmlformats.org/drawingml/2006/main" noGrp="1"/>
          </p:cNvSpPr>
          <p:nvPr/>
        </p:nvSpPr>
        <p:spPr>
          <a:xfrm xmlns:a="http://schemas.openxmlformats.org/drawingml/2006/main">
            <a:off x="2781300" y="24003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Preview the creator experience</a:t>
            </a:r>
          </a:p>
        </p:txBody>
      </p:sp>
      <p:sp>
        <p:nvSpPr>
          <p:cNvPr id="14" name="">
            <a:extLst xmlns:a="http://schemas.openxmlformats.org/drawingml/2006/main">
              <a:ext uri="{FF2B5EF4-FFF2-40B4-BE49-F238E27FC236}">
                <a16:creationId xmlns:a16="http://schemas.microsoft.com/office/drawing/2014/main" id="{2839228E-865F-436A-B952-9C5EBEF8D845}"/>
              </a:ext>
            </a:extLst>
          </p:cNvPr>
          <p:cNvSpPr>
            <a:spLocks xmlns:a="http://schemas.openxmlformats.org/drawingml/2006/main" noGrp="1"/>
          </p:cNvSpPr>
          <p:nvPr/>
        </p:nvSpPr>
        <p:spPr>
          <a:xfrm xmlns:a="http://schemas.openxmlformats.org/drawingml/2006/main">
            <a:off x="819150" y="2914650"/>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5" name="">
            <a:extLst xmlns:a="http://schemas.openxmlformats.org/drawingml/2006/main">
              <a:ext uri="{FF2B5EF4-FFF2-40B4-BE49-F238E27FC236}">
                <a16:creationId xmlns:a16="http://schemas.microsoft.com/office/drawing/2014/main" id="{67D963AD-C1E8-43BD-909D-C0DAD6ABFB2C}"/>
              </a:ext>
            </a:extLst>
          </p:cNvPr>
          <p:cNvSpPr>
            <a:spLocks xmlns:a="http://schemas.openxmlformats.org/drawingml/2006/main" noGrp="1"/>
          </p:cNvSpPr>
          <p:nvPr/>
        </p:nvSpPr>
        <p:spPr>
          <a:xfrm xmlns:a="http://schemas.openxmlformats.org/drawingml/2006/main">
            <a:off x="6248400" y="240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0C7D9"/>
                </a:solidFill>
              </a:defRPr>
            </a:pPr>
            <a:r>
              <a:rPr sz="1350" b="1">
                <a:solidFill>
                  <a:srgbClr val="20C7D9"/>
                </a:solidFill>
              </a:rPr>
              <a:t>Packs</a:t>
            </a:r>
          </a:p>
        </p:txBody>
      </p:sp>
      <p:sp>
        <p:nvSpPr>
          <p:cNvPr id="16" name="">
            <a:extLst xmlns:a="http://schemas.openxmlformats.org/drawingml/2006/main">
              <a:ext uri="{FF2B5EF4-FFF2-40B4-BE49-F238E27FC236}">
                <a16:creationId xmlns:a16="http://schemas.microsoft.com/office/drawing/2014/main" id="{A89CCCFA-C5A5-4E42-BFF7-6254EF44FE9C}"/>
              </a:ext>
            </a:extLst>
          </p:cNvPr>
          <p:cNvSpPr>
            <a:spLocks xmlns:a="http://schemas.openxmlformats.org/drawingml/2006/main" noGrp="1"/>
          </p:cNvSpPr>
          <p:nvPr/>
        </p:nvSpPr>
        <p:spPr>
          <a:xfrm xmlns:a="http://schemas.openxmlformats.org/drawingml/2006/main">
            <a:off x="8210550" y="24003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Organization-standard building blocks</a:t>
            </a:r>
          </a:p>
        </p:txBody>
      </p:sp>
      <p:sp>
        <p:nvSpPr>
          <p:cNvPr id="17" name="">
            <a:extLst xmlns:a="http://schemas.openxmlformats.org/drawingml/2006/main">
              <a:ext uri="{FF2B5EF4-FFF2-40B4-BE49-F238E27FC236}">
                <a16:creationId xmlns:a16="http://schemas.microsoft.com/office/drawing/2014/main" id="{87BBAE7E-53C4-4E69-813B-8BD8685F89F0}"/>
              </a:ext>
            </a:extLst>
          </p:cNvPr>
          <p:cNvSpPr>
            <a:spLocks xmlns:a="http://schemas.openxmlformats.org/drawingml/2006/main" noGrp="1"/>
          </p:cNvSpPr>
          <p:nvPr/>
        </p:nvSpPr>
        <p:spPr>
          <a:xfrm xmlns:a="http://schemas.openxmlformats.org/drawingml/2006/main">
            <a:off x="6248400" y="2914650"/>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8" name="">
            <a:extLst xmlns:a="http://schemas.openxmlformats.org/drawingml/2006/main">
              <a:ext uri="{FF2B5EF4-FFF2-40B4-BE49-F238E27FC236}">
                <a16:creationId xmlns:a16="http://schemas.microsoft.com/office/drawing/2014/main" id="{9D8BACD8-FA9E-463F-87EC-C75887A659E1}"/>
              </a:ext>
            </a:extLst>
          </p:cNvPr>
          <p:cNvSpPr>
            <a:spLocks xmlns:a="http://schemas.openxmlformats.org/drawingml/2006/main" noGrp="1"/>
          </p:cNvSpPr>
          <p:nvPr/>
        </p:nvSpPr>
        <p:spPr>
          <a:xfrm xmlns:a="http://schemas.openxmlformats.org/drawingml/2006/main">
            <a:off x="819150" y="3228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67FF"/>
                </a:solidFill>
              </a:defRPr>
            </a:pPr>
            <a:r>
              <a:rPr sz="1350" b="1">
                <a:solidFill>
                  <a:srgbClr val="8B67FF"/>
                </a:solidFill>
              </a:rPr>
              <a:t>Elements</a:t>
            </a:r>
          </a:p>
        </p:txBody>
      </p:sp>
      <p:sp>
        <p:nvSpPr>
          <p:cNvPr id="19" name="">
            <a:extLst xmlns:a="http://schemas.openxmlformats.org/drawingml/2006/main">
              <a:ext uri="{FF2B5EF4-FFF2-40B4-BE49-F238E27FC236}">
                <a16:creationId xmlns:a16="http://schemas.microsoft.com/office/drawing/2014/main" id="{BC4AEDD2-68EE-43ED-8ABF-D889D6A099FC}"/>
              </a:ext>
            </a:extLst>
          </p:cNvPr>
          <p:cNvSpPr>
            <a:spLocks xmlns:a="http://schemas.openxmlformats.org/drawingml/2006/main" noGrp="1"/>
          </p:cNvSpPr>
          <p:nvPr/>
        </p:nvSpPr>
        <p:spPr>
          <a:xfrm xmlns:a="http://schemas.openxmlformats.org/drawingml/2006/main">
            <a:off x="2781300" y="32289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Allowed creator components</a:t>
            </a:r>
          </a:p>
        </p:txBody>
      </p:sp>
      <p:sp>
        <p:nvSpPr>
          <p:cNvPr id="20" name="">
            <a:extLst xmlns:a="http://schemas.openxmlformats.org/drawingml/2006/main">
              <a:ext uri="{FF2B5EF4-FFF2-40B4-BE49-F238E27FC236}">
                <a16:creationId xmlns:a16="http://schemas.microsoft.com/office/drawing/2014/main" id="{AD20B964-0FE2-4756-B946-D31E87DC6EF5}"/>
              </a:ext>
            </a:extLst>
          </p:cNvPr>
          <p:cNvSpPr>
            <a:spLocks xmlns:a="http://schemas.openxmlformats.org/drawingml/2006/main" noGrp="1"/>
          </p:cNvSpPr>
          <p:nvPr/>
        </p:nvSpPr>
        <p:spPr>
          <a:xfrm xmlns:a="http://schemas.openxmlformats.org/drawingml/2006/main">
            <a:off x="819150" y="3743325"/>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1" name="">
            <a:extLst xmlns:a="http://schemas.openxmlformats.org/drawingml/2006/main">
              <a:ext uri="{FF2B5EF4-FFF2-40B4-BE49-F238E27FC236}">
                <a16:creationId xmlns:a16="http://schemas.microsoft.com/office/drawing/2014/main" id="{AE60624E-FAC0-45AA-9493-306F52466B3E}"/>
              </a:ext>
            </a:extLst>
          </p:cNvPr>
          <p:cNvSpPr>
            <a:spLocks xmlns:a="http://schemas.openxmlformats.org/drawingml/2006/main" noGrp="1"/>
          </p:cNvSpPr>
          <p:nvPr/>
        </p:nvSpPr>
        <p:spPr>
          <a:xfrm xmlns:a="http://schemas.openxmlformats.org/drawingml/2006/main">
            <a:off x="6248400" y="3228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0C7D9"/>
                </a:solidFill>
              </a:defRPr>
            </a:pPr>
            <a:r>
              <a:rPr sz="1350" b="1">
                <a:solidFill>
                  <a:srgbClr val="20C7D9"/>
                </a:solidFill>
              </a:rPr>
              <a:t>Content Library</a:t>
            </a:r>
          </a:p>
        </p:txBody>
      </p:sp>
      <p:sp>
        <p:nvSpPr>
          <p:cNvPr id="22" name="">
            <a:extLst xmlns:a="http://schemas.openxmlformats.org/drawingml/2006/main">
              <a:ext uri="{FF2B5EF4-FFF2-40B4-BE49-F238E27FC236}">
                <a16:creationId xmlns:a16="http://schemas.microsoft.com/office/drawing/2014/main" id="{AC149661-718F-4B17-8DBE-5D8CB2126A22}"/>
              </a:ext>
            </a:extLst>
          </p:cNvPr>
          <p:cNvSpPr>
            <a:spLocks xmlns:a="http://schemas.openxmlformats.org/drawingml/2006/main" noGrp="1"/>
          </p:cNvSpPr>
          <p:nvPr/>
        </p:nvSpPr>
        <p:spPr>
          <a:xfrm xmlns:a="http://schemas.openxmlformats.org/drawingml/2006/main">
            <a:off x="8210550" y="32289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Approved reusable wording</a:t>
            </a:r>
          </a:p>
        </p:txBody>
      </p:sp>
      <p:sp>
        <p:nvSpPr>
          <p:cNvPr id="23" name="">
            <a:extLst xmlns:a="http://schemas.openxmlformats.org/drawingml/2006/main">
              <a:ext uri="{FF2B5EF4-FFF2-40B4-BE49-F238E27FC236}">
                <a16:creationId xmlns:a16="http://schemas.microsoft.com/office/drawing/2014/main" id="{7A65373E-7FF3-4444-8140-0D9E4970FA1B}"/>
              </a:ext>
            </a:extLst>
          </p:cNvPr>
          <p:cNvSpPr>
            <a:spLocks xmlns:a="http://schemas.openxmlformats.org/drawingml/2006/main" noGrp="1"/>
          </p:cNvSpPr>
          <p:nvPr/>
        </p:nvSpPr>
        <p:spPr>
          <a:xfrm xmlns:a="http://schemas.openxmlformats.org/drawingml/2006/main">
            <a:off x="6248400" y="3743325"/>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4" name="">
            <a:extLst xmlns:a="http://schemas.openxmlformats.org/drawingml/2006/main">
              <a:ext uri="{FF2B5EF4-FFF2-40B4-BE49-F238E27FC236}">
                <a16:creationId xmlns:a16="http://schemas.microsoft.com/office/drawing/2014/main" id="{0FD9A20C-A98A-453A-B152-56B0D3E0BBA2}"/>
              </a:ext>
            </a:extLst>
          </p:cNvPr>
          <p:cNvSpPr>
            <a:spLocks xmlns:a="http://schemas.openxmlformats.org/drawingml/2006/main" noGrp="1"/>
          </p:cNvSpPr>
          <p:nvPr/>
        </p:nvSpPr>
        <p:spPr>
          <a:xfrm xmlns:a="http://schemas.openxmlformats.org/drawingml/2006/main">
            <a:off x="819150" y="40576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67FF"/>
                </a:solidFill>
              </a:defRPr>
            </a:pPr>
            <a:r>
              <a:rPr sz="1350" b="1">
                <a:solidFill>
                  <a:srgbClr val="8B67FF"/>
                </a:solidFill>
              </a:rPr>
              <a:t>Users &amp; Access</a:t>
            </a:r>
          </a:p>
        </p:txBody>
      </p:sp>
      <p:sp>
        <p:nvSpPr>
          <p:cNvPr id="25" name="">
            <a:extLst xmlns:a="http://schemas.openxmlformats.org/drawingml/2006/main">
              <a:ext uri="{FF2B5EF4-FFF2-40B4-BE49-F238E27FC236}">
                <a16:creationId xmlns:a16="http://schemas.microsoft.com/office/drawing/2014/main" id="{08843A41-9559-455C-8E01-9D8436DC1FFD}"/>
              </a:ext>
            </a:extLst>
          </p:cNvPr>
          <p:cNvSpPr>
            <a:spLocks xmlns:a="http://schemas.openxmlformats.org/drawingml/2006/main" noGrp="1"/>
          </p:cNvSpPr>
          <p:nvPr/>
        </p:nvSpPr>
        <p:spPr>
          <a:xfrm xmlns:a="http://schemas.openxmlformats.org/drawingml/2006/main">
            <a:off x="2781300" y="40576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Roles, departments and status</a:t>
            </a:r>
          </a:p>
        </p:txBody>
      </p:sp>
      <p:sp>
        <p:nvSpPr>
          <p:cNvPr id="26" name="">
            <a:extLst xmlns:a="http://schemas.openxmlformats.org/drawingml/2006/main">
              <a:ext uri="{FF2B5EF4-FFF2-40B4-BE49-F238E27FC236}">
                <a16:creationId xmlns:a16="http://schemas.microsoft.com/office/drawing/2014/main" id="{A79F0304-181B-4B4B-95E8-73C108524353}"/>
              </a:ext>
            </a:extLst>
          </p:cNvPr>
          <p:cNvSpPr>
            <a:spLocks xmlns:a="http://schemas.openxmlformats.org/drawingml/2006/main" noGrp="1"/>
          </p:cNvSpPr>
          <p:nvPr/>
        </p:nvSpPr>
        <p:spPr>
          <a:xfrm xmlns:a="http://schemas.openxmlformats.org/drawingml/2006/main">
            <a:off x="819150" y="4572000"/>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7" name="">
            <a:extLst xmlns:a="http://schemas.openxmlformats.org/drawingml/2006/main">
              <a:ext uri="{FF2B5EF4-FFF2-40B4-BE49-F238E27FC236}">
                <a16:creationId xmlns:a16="http://schemas.microsoft.com/office/drawing/2014/main" id="{86F5A8F5-380A-47C7-B3A1-A0CF98882148}"/>
              </a:ext>
            </a:extLst>
          </p:cNvPr>
          <p:cNvSpPr>
            <a:spLocks xmlns:a="http://schemas.openxmlformats.org/drawingml/2006/main" noGrp="1"/>
          </p:cNvSpPr>
          <p:nvPr/>
        </p:nvSpPr>
        <p:spPr>
          <a:xfrm xmlns:a="http://schemas.openxmlformats.org/drawingml/2006/main">
            <a:off x="6248400" y="40576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0C7D9"/>
                </a:solidFill>
              </a:defRPr>
            </a:pPr>
            <a:r>
              <a:rPr sz="1350" b="1">
                <a:solidFill>
                  <a:srgbClr val="20C7D9"/>
                </a:solidFill>
              </a:rPr>
              <a:t>Categories</a:t>
            </a:r>
          </a:p>
        </p:txBody>
      </p:sp>
      <p:sp>
        <p:nvSpPr>
          <p:cNvPr id="28" name="">
            <a:extLst xmlns:a="http://schemas.openxmlformats.org/drawingml/2006/main">
              <a:ext uri="{FF2B5EF4-FFF2-40B4-BE49-F238E27FC236}">
                <a16:creationId xmlns:a16="http://schemas.microsoft.com/office/drawing/2014/main" id="{8B274131-840F-4871-9972-3DB287264583}"/>
              </a:ext>
            </a:extLst>
          </p:cNvPr>
          <p:cNvSpPr>
            <a:spLocks xmlns:a="http://schemas.openxmlformats.org/drawingml/2006/main" noGrp="1"/>
          </p:cNvSpPr>
          <p:nvPr/>
        </p:nvSpPr>
        <p:spPr>
          <a:xfrm xmlns:a="http://schemas.openxmlformats.org/drawingml/2006/main">
            <a:off x="8210550" y="40576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Reporting structure and availability</a:t>
            </a:r>
          </a:p>
        </p:txBody>
      </p:sp>
      <p:sp>
        <p:nvSpPr>
          <p:cNvPr id="29" name="">
            <a:extLst xmlns:a="http://schemas.openxmlformats.org/drawingml/2006/main">
              <a:ext uri="{FF2B5EF4-FFF2-40B4-BE49-F238E27FC236}">
                <a16:creationId xmlns:a16="http://schemas.microsoft.com/office/drawing/2014/main" id="{75B37B51-6E57-444C-B1FA-4A67A7FEB827}"/>
              </a:ext>
            </a:extLst>
          </p:cNvPr>
          <p:cNvSpPr>
            <a:spLocks xmlns:a="http://schemas.openxmlformats.org/drawingml/2006/main" noGrp="1"/>
          </p:cNvSpPr>
          <p:nvPr/>
        </p:nvSpPr>
        <p:spPr>
          <a:xfrm xmlns:a="http://schemas.openxmlformats.org/drawingml/2006/main">
            <a:off x="6248400" y="4572000"/>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30" name="">
            <a:extLst xmlns:a="http://schemas.openxmlformats.org/drawingml/2006/main">
              <a:ext uri="{FF2B5EF4-FFF2-40B4-BE49-F238E27FC236}">
                <a16:creationId xmlns:a16="http://schemas.microsoft.com/office/drawing/2014/main" id="{ACF086AF-0B4D-4E71-A40F-22141952FA0D}"/>
              </a:ext>
            </a:extLst>
          </p:cNvPr>
          <p:cNvSpPr>
            <a:spLocks xmlns:a="http://schemas.openxmlformats.org/drawingml/2006/main" noGrp="1"/>
          </p:cNvSpPr>
          <p:nvPr/>
        </p:nvSpPr>
        <p:spPr>
          <a:xfrm xmlns:a="http://schemas.openxmlformats.org/drawingml/2006/main">
            <a:off x="819150" y="48863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67FF"/>
                </a:solidFill>
              </a:defRPr>
            </a:pPr>
            <a:r>
              <a:rPr sz="1350" b="1">
                <a:solidFill>
                  <a:srgbClr val="8B67FF"/>
                </a:solidFill>
              </a:rPr>
              <a:t>System Settings</a:t>
            </a:r>
          </a:p>
        </p:txBody>
      </p:sp>
      <p:sp>
        <p:nvSpPr>
          <p:cNvPr id="31" name="">
            <a:extLst xmlns:a="http://schemas.openxmlformats.org/drawingml/2006/main">
              <a:ext uri="{FF2B5EF4-FFF2-40B4-BE49-F238E27FC236}">
                <a16:creationId xmlns:a16="http://schemas.microsoft.com/office/drawing/2014/main" id="{A0149627-A139-403B-B8A6-46544273194B}"/>
              </a:ext>
            </a:extLst>
          </p:cNvPr>
          <p:cNvSpPr>
            <a:spLocks xmlns:a="http://schemas.openxmlformats.org/drawingml/2006/main" noGrp="1"/>
          </p:cNvSpPr>
          <p:nvPr/>
        </p:nvSpPr>
        <p:spPr>
          <a:xfrm xmlns:a="http://schemas.openxmlformats.org/drawingml/2006/main">
            <a:off x="2781300" y="488632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Workflow policy switches</a:t>
            </a:r>
          </a:p>
        </p:txBody>
      </p:sp>
      <p:sp>
        <p:nvSpPr>
          <p:cNvPr id="32" name="">
            <a:extLst xmlns:a="http://schemas.openxmlformats.org/drawingml/2006/main">
              <a:ext uri="{FF2B5EF4-FFF2-40B4-BE49-F238E27FC236}">
                <a16:creationId xmlns:a16="http://schemas.microsoft.com/office/drawing/2014/main" id="{ED9D0A32-17BE-48EE-BC18-846976BB7A06}"/>
              </a:ext>
            </a:extLst>
          </p:cNvPr>
          <p:cNvSpPr>
            <a:spLocks xmlns:a="http://schemas.openxmlformats.org/drawingml/2006/main" noGrp="1"/>
          </p:cNvSpPr>
          <p:nvPr/>
        </p:nvSpPr>
        <p:spPr>
          <a:xfrm xmlns:a="http://schemas.openxmlformats.org/drawingml/2006/main">
            <a:off x="819150" y="5400675"/>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33" name="">
            <a:extLst xmlns:a="http://schemas.openxmlformats.org/drawingml/2006/main">
              <a:ext uri="{FF2B5EF4-FFF2-40B4-BE49-F238E27FC236}">
                <a16:creationId xmlns:a16="http://schemas.microsoft.com/office/drawing/2014/main" id="{A7E74697-1AF3-482D-8F95-C58F61416ABF}"/>
              </a:ext>
            </a:extLst>
          </p:cNvPr>
          <p:cNvSpPr>
            <a:spLocks xmlns:a="http://schemas.openxmlformats.org/drawingml/2006/main" noGrp="1"/>
          </p:cNvSpPr>
          <p:nvPr/>
        </p:nvSpPr>
        <p:spPr>
          <a:xfrm xmlns:a="http://schemas.openxmlformats.org/drawingml/2006/main">
            <a:off x="6248400" y="48863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0C7D9"/>
                </a:solidFill>
              </a:defRPr>
            </a:pPr>
            <a:r>
              <a:rPr sz="1350" b="1">
                <a:solidFill>
                  <a:srgbClr val="20C7D9"/>
                </a:solidFill>
              </a:rPr>
              <a:t>Audit Log</a:t>
            </a:r>
          </a:p>
        </p:txBody>
      </p:sp>
      <p:sp>
        <p:nvSpPr>
          <p:cNvPr id="34" name="">
            <a:extLst xmlns:a="http://schemas.openxmlformats.org/drawingml/2006/main">
              <a:ext uri="{FF2B5EF4-FFF2-40B4-BE49-F238E27FC236}">
                <a16:creationId xmlns:a16="http://schemas.microsoft.com/office/drawing/2014/main" id="{935C0DD3-DEDE-40CE-98EB-A2E97C1E103A}"/>
              </a:ext>
            </a:extLst>
          </p:cNvPr>
          <p:cNvSpPr>
            <a:spLocks xmlns:a="http://schemas.openxmlformats.org/drawingml/2006/main" noGrp="1"/>
          </p:cNvSpPr>
          <p:nvPr/>
        </p:nvSpPr>
        <p:spPr>
          <a:xfrm xmlns:a="http://schemas.openxmlformats.org/drawingml/2006/main">
            <a:off x="8210550" y="488632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Administrative accountability</a:t>
            </a:r>
          </a:p>
        </p:txBody>
      </p:sp>
      <p:sp>
        <p:nvSpPr>
          <p:cNvPr id="35" name="">
            <a:extLst xmlns:a="http://schemas.openxmlformats.org/drawingml/2006/main">
              <a:ext uri="{FF2B5EF4-FFF2-40B4-BE49-F238E27FC236}">
                <a16:creationId xmlns:a16="http://schemas.microsoft.com/office/drawing/2014/main" id="{93225560-3288-4E9D-87A4-FCBC91219C6F}"/>
              </a:ext>
            </a:extLst>
          </p:cNvPr>
          <p:cNvSpPr>
            <a:spLocks xmlns:a="http://schemas.openxmlformats.org/drawingml/2006/main" noGrp="1"/>
          </p:cNvSpPr>
          <p:nvPr/>
        </p:nvSpPr>
        <p:spPr>
          <a:xfrm xmlns:a="http://schemas.openxmlformats.org/drawingml/2006/main">
            <a:off x="6248400" y="5400675"/>
            <a:ext cx="48577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Tree>
    <p:extLst>
      <p:ext uri="{BB962C8B-B14F-4D97-AF65-F5344CB8AC3E}">
        <p14:creationId xmlns:p14="http://schemas.microsoft.com/office/powerpoint/2010/main" val="1673711950"/>
      </p:ext>
    </p:extLst>
  </p:cSld>
</p:sld>
</file>

<file path=ppt/slides/slide22.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85A85E2-3A9E-4CF7-8910-B191594D73EF}"/>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CONFIGURABLE CREATOR EXPERIENCE</a:t>
            </a:r>
          </a:p>
        </p:txBody>
      </p:sp>
      <p:sp>
        <p:nvSpPr>
          <p:cNvPr id="2" name="slide-title-22">
            <a:extLst xmlns:a="http://schemas.openxmlformats.org/drawingml/2006/main">
              <a:ext uri="{FF2B5EF4-FFF2-40B4-BE49-F238E27FC236}">
                <a16:creationId xmlns:a16="http://schemas.microsoft.com/office/drawing/2014/main" id="{B8A72E0E-C643-47DF-A28C-05636343F4C1}"/>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The organization chooses what creators can see and use</a:t>
            </a:r>
          </a:p>
        </p:txBody>
      </p:sp>
      <p:sp>
        <p:nvSpPr>
          <p:cNvPr id="3" name="">
            <a:extLst xmlns:a="http://schemas.openxmlformats.org/drawingml/2006/main">
              <a:ext uri="{FF2B5EF4-FFF2-40B4-BE49-F238E27FC236}">
                <a16:creationId xmlns:a16="http://schemas.microsoft.com/office/drawing/2014/main" id="{AE6D3E60-6266-46AB-98AA-F8701105F040}"/>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22</a:t>
            </a:r>
          </a:p>
        </p:txBody>
      </p:sp>
      <p:sp>
        <p:nvSpPr>
          <p:cNvPr id="4" name="">
            <a:extLst xmlns:a="http://schemas.openxmlformats.org/drawingml/2006/main">
              <a:ext uri="{FF2B5EF4-FFF2-40B4-BE49-F238E27FC236}">
                <a16:creationId xmlns:a16="http://schemas.microsoft.com/office/drawing/2014/main" id="{8AE64488-2445-48DB-9965-12DE391945E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79BA5588-8F7E-4E8F-8B9E-02C32108A769}"/>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29A5F8E2-894F-4AFB-BB05-FC8A1DDBC27F}"/>
              </a:ext>
            </a:extLst>
          </p:cNvPr>
          <p:cNvSpPr>
            <a:spLocks xmlns:a="http://schemas.openxmlformats.org/drawingml/2006/main" noGrp="1"/>
          </p:cNvSpPr>
          <p:nvPr/>
        </p:nvSpPr>
        <p:spPr>
          <a:xfrm xmlns:a="http://schemas.openxmlformats.org/drawingml/2006/main">
            <a:off x="781050" y="2000250"/>
            <a:ext cx="2371725"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E8EAF2"/>
            </a:solidFill>
            <a:prstDash val="solid"/>
          </a:ln>
        </p:spPr>
      </p:sp>
      <p:sp>
        <p:nvSpPr>
          <p:cNvPr id="7" name="">
            <a:extLst xmlns:a="http://schemas.openxmlformats.org/drawingml/2006/main">
              <a:ext uri="{FF2B5EF4-FFF2-40B4-BE49-F238E27FC236}">
                <a16:creationId xmlns:a16="http://schemas.microsoft.com/office/drawing/2014/main" id="{3E70A71D-7F1F-46EE-8538-75D31E1EBC00}"/>
              </a:ext>
            </a:extLst>
          </p:cNvPr>
          <p:cNvSpPr>
            <a:spLocks xmlns:a="http://schemas.openxmlformats.org/drawingml/2006/main" noGrp="1"/>
          </p:cNvSpPr>
          <p:nvPr/>
        </p:nvSpPr>
        <p:spPr>
          <a:xfrm xmlns:a="http://schemas.openxmlformats.org/drawingml/2006/main">
            <a:off x="952500" y="2152650"/>
            <a:ext cx="2028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01</a:t>
            </a:r>
          </a:p>
        </p:txBody>
      </p:sp>
      <p:sp>
        <p:nvSpPr>
          <p:cNvPr id="8" name="">
            <a:extLst xmlns:a="http://schemas.openxmlformats.org/drawingml/2006/main">
              <a:ext uri="{FF2B5EF4-FFF2-40B4-BE49-F238E27FC236}">
                <a16:creationId xmlns:a16="http://schemas.microsoft.com/office/drawing/2014/main" id="{2654CB4A-6032-45B7-8798-846CEC83C0BE}"/>
              </a:ext>
            </a:extLst>
          </p:cNvPr>
          <p:cNvSpPr>
            <a:spLocks xmlns:a="http://schemas.openxmlformats.org/drawingml/2006/main" noGrp="1"/>
          </p:cNvSpPr>
          <p:nvPr/>
        </p:nvSpPr>
        <p:spPr>
          <a:xfrm xmlns:a="http://schemas.openxmlformats.org/drawingml/2006/main">
            <a:off x="952500" y="2409825"/>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Admin decision</a:t>
            </a:r>
          </a:p>
        </p:txBody>
      </p:sp>
      <p:sp>
        <p:nvSpPr>
          <p:cNvPr id="9" name="">
            <a:extLst xmlns:a="http://schemas.openxmlformats.org/drawingml/2006/main">
              <a:ext uri="{FF2B5EF4-FFF2-40B4-BE49-F238E27FC236}">
                <a16:creationId xmlns:a16="http://schemas.microsoft.com/office/drawing/2014/main" id="{E4A04F13-7A74-4EAB-808F-25470E6E904A}"/>
              </a:ext>
            </a:extLst>
          </p:cNvPr>
          <p:cNvSpPr>
            <a:spLocks xmlns:a="http://schemas.openxmlformats.org/drawingml/2006/main" noGrp="1"/>
          </p:cNvSpPr>
          <p:nvPr/>
        </p:nvSpPr>
        <p:spPr>
          <a:xfrm xmlns:a="http://schemas.openxmlformats.org/drawingml/2006/main">
            <a:off x="952500" y="2752725"/>
            <a:ext cx="20288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Disable a Studio capability or element</a:t>
            </a:r>
          </a:p>
        </p:txBody>
      </p:sp>
      <p:sp>
        <p:nvSpPr>
          <p:cNvPr id="10" name="">
            <a:extLst xmlns:a="http://schemas.openxmlformats.org/drawingml/2006/main">
              <a:ext uri="{FF2B5EF4-FFF2-40B4-BE49-F238E27FC236}">
                <a16:creationId xmlns:a16="http://schemas.microsoft.com/office/drawing/2014/main" id="{E5DAD6C8-CDC0-44A6-A48E-34B5537E733D}"/>
              </a:ext>
            </a:extLst>
          </p:cNvPr>
          <p:cNvSpPr>
            <a:spLocks xmlns:a="http://schemas.openxmlformats.org/drawingml/2006/main" noGrp="1"/>
          </p:cNvSpPr>
          <p:nvPr/>
        </p:nvSpPr>
        <p:spPr>
          <a:xfrm xmlns:a="http://schemas.openxmlformats.org/drawingml/2006/main">
            <a:off x="3219450" y="23717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1" name="">
            <a:extLst xmlns:a="http://schemas.openxmlformats.org/drawingml/2006/main">
              <a:ext uri="{FF2B5EF4-FFF2-40B4-BE49-F238E27FC236}">
                <a16:creationId xmlns:a16="http://schemas.microsoft.com/office/drawing/2014/main" id="{70358DB8-C410-4DE8-B308-D7BEEED18D7C}"/>
              </a:ext>
            </a:extLst>
          </p:cNvPr>
          <p:cNvSpPr>
            <a:spLocks xmlns:a="http://schemas.openxmlformats.org/drawingml/2006/main" noGrp="1"/>
          </p:cNvSpPr>
          <p:nvPr/>
        </p:nvSpPr>
        <p:spPr>
          <a:xfrm xmlns:a="http://schemas.openxmlformats.org/drawingml/2006/main">
            <a:off x="3514725" y="2000250"/>
            <a:ext cx="2371725"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F2103378-F1D2-4214-BC46-6FDC8B98667D}"/>
              </a:ext>
            </a:extLst>
          </p:cNvPr>
          <p:cNvSpPr>
            <a:spLocks xmlns:a="http://schemas.openxmlformats.org/drawingml/2006/main" noGrp="1"/>
          </p:cNvSpPr>
          <p:nvPr/>
        </p:nvSpPr>
        <p:spPr>
          <a:xfrm xmlns:a="http://schemas.openxmlformats.org/drawingml/2006/main">
            <a:off x="3686175" y="2152650"/>
            <a:ext cx="2028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02</a:t>
            </a:r>
          </a:p>
        </p:txBody>
      </p:sp>
      <p:sp>
        <p:nvSpPr>
          <p:cNvPr id="13" name="">
            <a:extLst xmlns:a="http://schemas.openxmlformats.org/drawingml/2006/main">
              <a:ext uri="{FF2B5EF4-FFF2-40B4-BE49-F238E27FC236}">
                <a16:creationId xmlns:a16="http://schemas.microsoft.com/office/drawing/2014/main" id="{B2A2C617-84DE-4AB5-9F3B-7E87E26E378F}"/>
              </a:ext>
            </a:extLst>
          </p:cNvPr>
          <p:cNvSpPr>
            <a:spLocks xmlns:a="http://schemas.openxmlformats.org/drawingml/2006/main" noGrp="1"/>
          </p:cNvSpPr>
          <p:nvPr/>
        </p:nvSpPr>
        <p:spPr>
          <a:xfrm xmlns:a="http://schemas.openxmlformats.org/drawingml/2006/main">
            <a:off x="3686175" y="2409825"/>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Refresh</a:t>
            </a:r>
          </a:p>
        </p:txBody>
      </p:sp>
      <p:sp>
        <p:nvSpPr>
          <p:cNvPr id="14" name="">
            <a:extLst xmlns:a="http://schemas.openxmlformats.org/drawingml/2006/main">
              <a:ext uri="{FF2B5EF4-FFF2-40B4-BE49-F238E27FC236}">
                <a16:creationId xmlns:a16="http://schemas.microsoft.com/office/drawing/2014/main" id="{0D2D3865-733C-4DDD-9A20-836C765F351E}"/>
              </a:ext>
            </a:extLst>
          </p:cNvPr>
          <p:cNvSpPr>
            <a:spLocks xmlns:a="http://schemas.openxmlformats.org/drawingml/2006/main" noGrp="1"/>
          </p:cNvSpPr>
          <p:nvPr/>
        </p:nvSpPr>
        <p:spPr>
          <a:xfrm xmlns:a="http://schemas.openxmlformats.org/drawingml/2006/main">
            <a:off x="3686175" y="2752725"/>
            <a:ext cx="20288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The creator experience updates</a:t>
            </a:r>
          </a:p>
        </p:txBody>
      </p:sp>
      <p:sp>
        <p:nvSpPr>
          <p:cNvPr id="15" name="">
            <a:extLst xmlns:a="http://schemas.openxmlformats.org/drawingml/2006/main">
              <a:ext uri="{FF2B5EF4-FFF2-40B4-BE49-F238E27FC236}">
                <a16:creationId xmlns:a16="http://schemas.microsoft.com/office/drawing/2014/main" id="{402F4285-8103-4019-A74F-27B081B4F01F}"/>
              </a:ext>
            </a:extLst>
          </p:cNvPr>
          <p:cNvSpPr>
            <a:spLocks xmlns:a="http://schemas.openxmlformats.org/drawingml/2006/main" noGrp="1"/>
          </p:cNvSpPr>
          <p:nvPr/>
        </p:nvSpPr>
        <p:spPr>
          <a:xfrm xmlns:a="http://schemas.openxmlformats.org/drawingml/2006/main">
            <a:off x="5953125" y="23717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6" name="">
            <a:extLst xmlns:a="http://schemas.openxmlformats.org/drawingml/2006/main">
              <a:ext uri="{FF2B5EF4-FFF2-40B4-BE49-F238E27FC236}">
                <a16:creationId xmlns:a16="http://schemas.microsoft.com/office/drawing/2014/main" id="{CCD82707-31CF-42F1-9081-28BFE9C28C36}"/>
              </a:ext>
            </a:extLst>
          </p:cNvPr>
          <p:cNvSpPr>
            <a:spLocks xmlns:a="http://schemas.openxmlformats.org/drawingml/2006/main" noGrp="1"/>
          </p:cNvSpPr>
          <p:nvPr/>
        </p:nvSpPr>
        <p:spPr>
          <a:xfrm xmlns:a="http://schemas.openxmlformats.org/drawingml/2006/main">
            <a:off x="6248400" y="2000250"/>
            <a:ext cx="2371725"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E8EAF2"/>
            </a:solidFill>
            <a:prstDash val="solid"/>
          </a:ln>
        </p:spPr>
      </p:sp>
      <p:sp>
        <p:nvSpPr>
          <p:cNvPr id="17" name="">
            <a:extLst xmlns:a="http://schemas.openxmlformats.org/drawingml/2006/main">
              <a:ext uri="{FF2B5EF4-FFF2-40B4-BE49-F238E27FC236}">
                <a16:creationId xmlns:a16="http://schemas.microsoft.com/office/drawing/2014/main" id="{9730D0B9-1668-4C97-8532-D4E838615BCB}"/>
              </a:ext>
            </a:extLst>
          </p:cNvPr>
          <p:cNvSpPr>
            <a:spLocks xmlns:a="http://schemas.openxmlformats.org/drawingml/2006/main" noGrp="1"/>
          </p:cNvSpPr>
          <p:nvPr/>
        </p:nvSpPr>
        <p:spPr>
          <a:xfrm xmlns:a="http://schemas.openxmlformats.org/drawingml/2006/main">
            <a:off x="6419850" y="2152650"/>
            <a:ext cx="2028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03</a:t>
            </a:r>
          </a:p>
        </p:txBody>
      </p:sp>
      <p:sp>
        <p:nvSpPr>
          <p:cNvPr id="18" name="">
            <a:extLst xmlns:a="http://schemas.openxmlformats.org/drawingml/2006/main">
              <a:ext uri="{FF2B5EF4-FFF2-40B4-BE49-F238E27FC236}">
                <a16:creationId xmlns:a16="http://schemas.microsoft.com/office/drawing/2014/main" id="{FE1EB9BB-7524-4B36-A190-6E940EB705EC}"/>
              </a:ext>
            </a:extLst>
          </p:cNvPr>
          <p:cNvSpPr>
            <a:spLocks xmlns:a="http://schemas.openxmlformats.org/drawingml/2006/main" noGrp="1"/>
          </p:cNvSpPr>
          <p:nvPr/>
        </p:nvSpPr>
        <p:spPr>
          <a:xfrm xmlns:a="http://schemas.openxmlformats.org/drawingml/2006/main">
            <a:off x="6419850" y="2409825"/>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Cleaner Studio</a:t>
            </a:r>
          </a:p>
        </p:txBody>
      </p:sp>
      <p:sp>
        <p:nvSpPr>
          <p:cNvPr id="19" name="">
            <a:extLst xmlns:a="http://schemas.openxmlformats.org/drawingml/2006/main">
              <a:ext uri="{FF2B5EF4-FFF2-40B4-BE49-F238E27FC236}">
                <a16:creationId xmlns:a16="http://schemas.microsoft.com/office/drawing/2014/main" id="{CBE72EBA-F800-4D42-99BB-355DBB3E1583}"/>
              </a:ext>
            </a:extLst>
          </p:cNvPr>
          <p:cNvSpPr>
            <a:spLocks xmlns:a="http://schemas.openxmlformats.org/drawingml/2006/main" noGrp="1"/>
          </p:cNvSpPr>
          <p:nvPr/>
        </p:nvSpPr>
        <p:spPr>
          <a:xfrm xmlns:a="http://schemas.openxmlformats.org/drawingml/2006/main">
            <a:off x="6419850" y="2752725"/>
            <a:ext cx="20288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Ahmed, Sarah and Omar see only enabled options</a:t>
            </a:r>
          </a:p>
        </p:txBody>
      </p:sp>
      <p:sp>
        <p:nvSpPr>
          <p:cNvPr id="20" name="">
            <a:extLst xmlns:a="http://schemas.openxmlformats.org/drawingml/2006/main">
              <a:ext uri="{FF2B5EF4-FFF2-40B4-BE49-F238E27FC236}">
                <a16:creationId xmlns:a16="http://schemas.microsoft.com/office/drawing/2014/main" id="{170A011C-2970-4D05-AA37-74940CA7EFB7}"/>
              </a:ext>
            </a:extLst>
          </p:cNvPr>
          <p:cNvSpPr>
            <a:spLocks xmlns:a="http://schemas.openxmlformats.org/drawingml/2006/main" noGrp="1"/>
          </p:cNvSpPr>
          <p:nvPr/>
        </p:nvSpPr>
        <p:spPr>
          <a:xfrm xmlns:a="http://schemas.openxmlformats.org/drawingml/2006/main">
            <a:off x="8686800" y="237172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21" name="">
            <a:extLst xmlns:a="http://schemas.openxmlformats.org/drawingml/2006/main">
              <a:ext uri="{FF2B5EF4-FFF2-40B4-BE49-F238E27FC236}">
                <a16:creationId xmlns:a16="http://schemas.microsoft.com/office/drawing/2014/main" id="{263FD3DF-0FF6-47D2-A7DD-D171502BA678}"/>
              </a:ext>
            </a:extLst>
          </p:cNvPr>
          <p:cNvSpPr>
            <a:spLocks xmlns:a="http://schemas.openxmlformats.org/drawingml/2006/main" noGrp="1"/>
          </p:cNvSpPr>
          <p:nvPr/>
        </p:nvSpPr>
        <p:spPr>
          <a:xfrm xmlns:a="http://schemas.openxmlformats.org/drawingml/2006/main">
            <a:off x="8982075" y="2000250"/>
            <a:ext cx="2371725"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E8EAF2"/>
            </a:solidFill>
            <a:prstDash val="solid"/>
          </a:ln>
        </p:spPr>
      </p:sp>
      <p:sp>
        <p:nvSpPr>
          <p:cNvPr id="22" name="">
            <a:extLst xmlns:a="http://schemas.openxmlformats.org/drawingml/2006/main">
              <a:ext uri="{FF2B5EF4-FFF2-40B4-BE49-F238E27FC236}">
                <a16:creationId xmlns:a16="http://schemas.microsoft.com/office/drawing/2014/main" id="{55BCB4A2-32F7-4823-A09C-EB6D7C5112D8}"/>
              </a:ext>
            </a:extLst>
          </p:cNvPr>
          <p:cNvSpPr>
            <a:spLocks xmlns:a="http://schemas.openxmlformats.org/drawingml/2006/main" noGrp="1"/>
          </p:cNvSpPr>
          <p:nvPr/>
        </p:nvSpPr>
        <p:spPr>
          <a:xfrm xmlns:a="http://schemas.openxmlformats.org/drawingml/2006/main">
            <a:off x="9153525" y="2152650"/>
            <a:ext cx="2028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17A673"/>
                </a:solidFill>
              </a:defRPr>
            </a:pPr>
            <a:r>
              <a:rPr sz="900" b="1">
                <a:solidFill>
                  <a:srgbClr val="17A673"/>
                </a:solidFill>
              </a:rPr>
              <a:t>04</a:t>
            </a:r>
          </a:p>
        </p:txBody>
      </p:sp>
      <p:sp>
        <p:nvSpPr>
          <p:cNvPr id="23" name="">
            <a:extLst xmlns:a="http://schemas.openxmlformats.org/drawingml/2006/main">
              <a:ext uri="{FF2B5EF4-FFF2-40B4-BE49-F238E27FC236}">
                <a16:creationId xmlns:a16="http://schemas.microsoft.com/office/drawing/2014/main" id="{ED8BE4CE-B2C4-4C18-939A-B10E73C9DC70}"/>
              </a:ext>
            </a:extLst>
          </p:cNvPr>
          <p:cNvSpPr>
            <a:spLocks xmlns:a="http://schemas.openxmlformats.org/drawingml/2006/main" noGrp="1"/>
          </p:cNvSpPr>
          <p:nvPr/>
        </p:nvSpPr>
        <p:spPr>
          <a:xfrm xmlns:a="http://schemas.openxmlformats.org/drawingml/2006/main">
            <a:off x="9153525" y="2409825"/>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Existing work</a:t>
            </a:r>
          </a:p>
        </p:txBody>
      </p:sp>
      <p:sp>
        <p:nvSpPr>
          <p:cNvPr id="24" name="">
            <a:extLst xmlns:a="http://schemas.openxmlformats.org/drawingml/2006/main">
              <a:ext uri="{FF2B5EF4-FFF2-40B4-BE49-F238E27FC236}">
                <a16:creationId xmlns:a16="http://schemas.microsoft.com/office/drawing/2014/main" id="{C95B6D97-878E-4232-A172-EE6ADEAD7696}"/>
              </a:ext>
            </a:extLst>
          </p:cNvPr>
          <p:cNvSpPr>
            <a:spLocks xmlns:a="http://schemas.openxmlformats.org/drawingml/2006/main" noGrp="1"/>
          </p:cNvSpPr>
          <p:nvPr/>
        </p:nvSpPr>
        <p:spPr>
          <a:xfrm xmlns:a="http://schemas.openxmlformats.org/drawingml/2006/main">
            <a:off x="9153525" y="2752725"/>
            <a:ext cx="20288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Inserted components continue to render</a:t>
            </a:r>
          </a:p>
        </p:txBody>
      </p:sp>
      <p:sp>
        <p:nvSpPr>
          <p:cNvPr id="25" name="">
            <a:extLst xmlns:a="http://schemas.openxmlformats.org/drawingml/2006/main">
              <a:ext uri="{FF2B5EF4-FFF2-40B4-BE49-F238E27FC236}">
                <a16:creationId xmlns:a16="http://schemas.microsoft.com/office/drawing/2014/main" id="{D90B83E3-C5E2-4556-BBDE-3171411934AD}"/>
              </a:ext>
            </a:extLst>
          </p:cNvPr>
          <p:cNvSpPr>
            <a:spLocks xmlns:a="http://schemas.openxmlformats.org/drawingml/2006/main" noGrp="1"/>
          </p:cNvSpPr>
          <p:nvPr/>
        </p:nvSpPr>
        <p:spPr>
          <a:xfrm xmlns:a="http://schemas.openxmlformats.org/drawingml/2006/main">
            <a:off x="1524000" y="428625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1020"/>
                </a:solidFill>
              </a:defRPr>
            </a:pPr>
            <a:r>
              <a:rPr sz="1800" b="1">
                <a:solidFill>
                  <a:srgbClr val="0B1020"/>
                </a:solidFill>
              </a:rPr>
              <a:t>Example: disable Rating → Rating disappears from future creator choices.</a:t>
            </a:r>
          </a:p>
        </p:txBody>
      </p:sp>
      <p:sp>
        <p:nvSpPr>
          <p:cNvPr id="26" name="">
            <a:extLst xmlns:a="http://schemas.openxmlformats.org/drawingml/2006/main">
              <a:ext uri="{FF2B5EF4-FFF2-40B4-BE49-F238E27FC236}">
                <a16:creationId xmlns:a16="http://schemas.microsoft.com/office/drawing/2014/main" id="{3DCDAB86-C6FC-4568-8726-CA31CB42DA59}"/>
              </a:ext>
            </a:extLst>
          </p:cNvPr>
          <p:cNvSpPr>
            <a:spLocks xmlns:a="http://schemas.openxmlformats.org/drawingml/2006/main" noGrp="1"/>
          </p:cNvSpPr>
          <p:nvPr/>
        </p:nvSpPr>
        <p:spPr>
          <a:xfrm xmlns:a="http://schemas.openxmlformats.org/drawingml/2006/main">
            <a:off x="1381125" y="5095875"/>
            <a:ext cx="942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0">
                <a:solidFill>
                  <a:srgbClr val="6D3CFF"/>
                </a:solidFill>
              </a:defRPr>
            </a:pPr>
            <a:r>
              <a:rPr sz="1575" b="0">
                <a:solidFill>
                  <a:srgbClr val="6D3CFF"/>
                </a:solidFill>
              </a:rPr>
              <a:t>A simpler workspace, controlled rollout and organization-defined building blocks.</a:t>
            </a:r>
          </a:p>
        </p:txBody>
      </p:sp>
    </p:spTree>
    <p:extLst>
      <p:ext uri="{BB962C8B-B14F-4D97-AF65-F5344CB8AC3E}">
        <p14:creationId xmlns:p14="http://schemas.microsoft.com/office/powerpoint/2010/main" val="1133745099"/>
      </p:ext>
    </p:extLst>
  </p:cSld>
</p:sld>
</file>

<file path=ppt/slides/slide23.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F673F33-7F44-4A5F-947A-84F9250ED2F2}"/>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ORGANIZATION CONTROLS</a:t>
            </a:r>
          </a:p>
        </p:txBody>
      </p:sp>
      <p:sp>
        <p:nvSpPr>
          <p:cNvPr id="2" name="slide-title-23">
            <a:extLst xmlns:a="http://schemas.openxmlformats.org/drawingml/2006/main">
              <a:ext uri="{FF2B5EF4-FFF2-40B4-BE49-F238E27FC236}">
                <a16:creationId xmlns:a16="http://schemas.microsoft.com/office/drawing/2014/main" id="{9091AB0C-32CF-4B87-97E2-154DD8B7272B}"/>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Standards, access and policy are controlled centrally</a:t>
            </a:r>
          </a:p>
        </p:txBody>
      </p:sp>
      <p:sp>
        <p:nvSpPr>
          <p:cNvPr id="3" name="">
            <a:extLst xmlns:a="http://schemas.openxmlformats.org/drawingml/2006/main">
              <a:ext uri="{FF2B5EF4-FFF2-40B4-BE49-F238E27FC236}">
                <a16:creationId xmlns:a16="http://schemas.microsoft.com/office/drawing/2014/main" id="{390C538E-7B0F-47BE-97B5-BE4C5A176986}"/>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23</a:t>
            </a:r>
          </a:p>
        </p:txBody>
      </p:sp>
      <p:sp>
        <p:nvSpPr>
          <p:cNvPr id="4" name="">
            <a:extLst xmlns:a="http://schemas.openxmlformats.org/drawingml/2006/main">
              <a:ext uri="{FF2B5EF4-FFF2-40B4-BE49-F238E27FC236}">
                <a16:creationId xmlns:a16="http://schemas.microsoft.com/office/drawing/2014/main" id="{BDA75C8C-E30B-42E2-AD5A-55E987493BC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4E0765A9-F8E2-4F53-913E-2D8243380F58}"/>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5FB61510-2533-47EF-8534-182DF48B0402}"/>
              </a:ext>
            </a:extLst>
          </p:cNvPr>
          <p:cNvSpPr>
            <a:spLocks xmlns:a="http://schemas.openxmlformats.org/drawingml/2006/main" noGrp="1"/>
          </p:cNvSpPr>
          <p:nvPr/>
        </p:nvSpPr>
        <p:spPr>
          <a:xfrm xmlns:a="http://schemas.openxmlformats.org/drawingml/2006/main">
            <a:off x="781050" y="16859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STANDARD PACKS</a:t>
            </a:r>
          </a:p>
        </p:txBody>
      </p:sp>
      <p:sp>
        <p:nvSpPr>
          <p:cNvPr id="7" name="">
            <a:extLst xmlns:a="http://schemas.openxmlformats.org/drawingml/2006/main">
              <a:ext uri="{FF2B5EF4-FFF2-40B4-BE49-F238E27FC236}">
                <a16:creationId xmlns:a16="http://schemas.microsoft.com/office/drawing/2014/main" id="{AB84119C-0ED6-4B47-A331-60A489568C08}"/>
              </a:ext>
            </a:extLst>
          </p:cNvPr>
          <p:cNvSpPr>
            <a:spLocks xmlns:a="http://schemas.openxmlformats.org/drawingml/2006/main" noGrp="1"/>
          </p:cNvSpPr>
          <p:nvPr/>
        </p:nvSpPr>
        <p:spPr>
          <a:xfrm xmlns:a="http://schemas.openxmlformats.org/drawingml/2006/main">
            <a:off x="3524250" y="1638300"/>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Create, edit, publish or disable organization building blocks.</a:t>
            </a:r>
          </a:p>
        </p:txBody>
      </p:sp>
      <p:sp>
        <p:nvSpPr>
          <p:cNvPr id="8" name="">
            <a:extLst xmlns:a="http://schemas.openxmlformats.org/drawingml/2006/main">
              <a:ext uri="{FF2B5EF4-FFF2-40B4-BE49-F238E27FC236}">
                <a16:creationId xmlns:a16="http://schemas.microsoft.com/office/drawing/2014/main" id="{3A6ECEE8-3B27-4F52-9208-735C6D5901C0}"/>
              </a:ext>
            </a:extLst>
          </p:cNvPr>
          <p:cNvSpPr>
            <a:spLocks xmlns:a="http://schemas.openxmlformats.org/drawingml/2006/main" noGrp="1"/>
          </p:cNvSpPr>
          <p:nvPr/>
        </p:nvSpPr>
        <p:spPr>
          <a:xfrm xmlns:a="http://schemas.openxmlformats.org/drawingml/2006/main">
            <a:off x="3524250" y="2333625"/>
            <a:ext cx="7334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9" name="">
            <a:extLst xmlns:a="http://schemas.openxmlformats.org/drawingml/2006/main">
              <a:ext uri="{FF2B5EF4-FFF2-40B4-BE49-F238E27FC236}">
                <a16:creationId xmlns:a16="http://schemas.microsoft.com/office/drawing/2014/main" id="{C0EF12BE-7EAE-42B6-8393-22F03B63ED6A}"/>
              </a:ext>
            </a:extLst>
          </p:cNvPr>
          <p:cNvSpPr>
            <a:spLocks xmlns:a="http://schemas.openxmlformats.org/drawingml/2006/main" noGrp="1"/>
          </p:cNvSpPr>
          <p:nvPr/>
        </p:nvSpPr>
        <p:spPr>
          <a:xfrm xmlns:a="http://schemas.openxmlformats.org/drawingml/2006/main">
            <a:off x="781050" y="27051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APPROVED CONTENT</a:t>
            </a:r>
          </a:p>
        </p:txBody>
      </p:sp>
      <p:sp>
        <p:nvSpPr>
          <p:cNvPr id="10" name="">
            <a:extLst xmlns:a="http://schemas.openxmlformats.org/drawingml/2006/main">
              <a:ext uri="{FF2B5EF4-FFF2-40B4-BE49-F238E27FC236}">
                <a16:creationId xmlns:a16="http://schemas.microsoft.com/office/drawing/2014/main" id="{29331B46-67B8-4A8C-A7F9-77685C40AC44}"/>
              </a:ext>
            </a:extLst>
          </p:cNvPr>
          <p:cNvSpPr>
            <a:spLocks xmlns:a="http://schemas.openxmlformats.org/drawingml/2006/main" noGrp="1"/>
          </p:cNvSpPr>
          <p:nvPr/>
        </p:nvSpPr>
        <p:spPr>
          <a:xfrm xmlns:a="http://schemas.openxmlformats.org/drawingml/2006/main">
            <a:off x="3524250" y="265747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Maintain standard headings, instructions, disclaimers and text.</a:t>
            </a:r>
          </a:p>
        </p:txBody>
      </p:sp>
      <p:sp>
        <p:nvSpPr>
          <p:cNvPr id="11" name="">
            <a:extLst xmlns:a="http://schemas.openxmlformats.org/drawingml/2006/main">
              <a:ext uri="{FF2B5EF4-FFF2-40B4-BE49-F238E27FC236}">
                <a16:creationId xmlns:a16="http://schemas.microsoft.com/office/drawing/2014/main" id="{F1A1A2BA-0902-4A3A-B933-779D49DD392E}"/>
              </a:ext>
            </a:extLst>
          </p:cNvPr>
          <p:cNvSpPr>
            <a:spLocks xmlns:a="http://schemas.openxmlformats.org/drawingml/2006/main" noGrp="1"/>
          </p:cNvSpPr>
          <p:nvPr/>
        </p:nvSpPr>
        <p:spPr>
          <a:xfrm xmlns:a="http://schemas.openxmlformats.org/drawingml/2006/main">
            <a:off x="3524250" y="3352800"/>
            <a:ext cx="7334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A95F15B1-700C-4840-9CE1-F67D6AEEFF31}"/>
              </a:ext>
            </a:extLst>
          </p:cNvPr>
          <p:cNvSpPr>
            <a:spLocks xmlns:a="http://schemas.openxmlformats.org/drawingml/2006/main" noGrp="1"/>
          </p:cNvSpPr>
          <p:nvPr/>
        </p:nvSpPr>
        <p:spPr>
          <a:xfrm xmlns:a="http://schemas.openxmlformats.org/drawingml/2006/main">
            <a:off x="781050" y="37242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A673"/>
                </a:solidFill>
              </a:defRPr>
            </a:pPr>
            <a:r>
              <a:rPr sz="1125" b="1">
                <a:solidFill>
                  <a:srgbClr val="17A673"/>
                </a:solidFill>
              </a:rPr>
              <a:t>USERS &amp; CATEGORIES</a:t>
            </a:r>
          </a:p>
        </p:txBody>
      </p:sp>
      <p:sp>
        <p:nvSpPr>
          <p:cNvPr id="13" name="">
            <a:extLst xmlns:a="http://schemas.openxmlformats.org/drawingml/2006/main">
              <a:ext uri="{FF2B5EF4-FFF2-40B4-BE49-F238E27FC236}">
                <a16:creationId xmlns:a16="http://schemas.microsoft.com/office/drawing/2014/main" id="{8FF8A768-9605-4919-B377-76BF32B5D166}"/>
              </a:ext>
            </a:extLst>
          </p:cNvPr>
          <p:cNvSpPr>
            <a:spLocks xmlns:a="http://schemas.openxmlformats.org/drawingml/2006/main" noGrp="1"/>
          </p:cNvSpPr>
          <p:nvPr/>
        </p:nvSpPr>
        <p:spPr>
          <a:xfrm xmlns:a="http://schemas.openxmlformats.org/drawingml/2006/main">
            <a:off x="3524250" y="3676650"/>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Maintain roles, departments, status and reporting structure.</a:t>
            </a:r>
          </a:p>
        </p:txBody>
      </p:sp>
      <p:sp>
        <p:nvSpPr>
          <p:cNvPr id="14" name="">
            <a:extLst xmlns:a="http://schemas.openxmlformats.org/drawingml/2006/main">
              <a:ext uri="{FF2B5EF4-FFF2-40B4-BE49-F238E27FC236}">
                <a16:creationId xmlns:a16="http://schemas.microsoft.com/office/drawing/2014/main" id="{61C445FA-E1DD-4C29-8DB6-988EA61DA567}"/>
              </a:ext>
            </a:extLst>
          </p:cNvPr>
          <p:cNvSpPr>
            <a:spLocks xmlns:a="http://schemas.openxmlformats.org/drawingml/2006/main" noGrp="1"/>
          </p:cNvSpPr>
          <p:nvPr/>
        </p:nvSpPr>
        <p:spPr>
          <a:xfrm xmlns:a="http://schemas.openxmlformats.org/drawingml/2006/main">
            <a:off x="3524250" y="4371975"/>
            <a:ext cx="7334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5" name="">
            <a:extLst xmlns:a="http://schemas.openxmlformats.org/drawingml/2006/main">
              <a:ext uri="{FF2B5EF4-FFF2-40B4-BE49-F238E27FC236}">
                <a16:creationId xmlns:a16="http://schemas.microsoft.com/office/drawing/2014/main" id="{9D56B4C7-8F18-4605-B654-AFC64B52D8EC}"/>
              </a:ext>
            </a:extLst>
          </p:cNvPr>
          <p:cNvSpPr>
            <a:spLocks xmlns:a="http://schemas.openxmlformats.org/drawingml/2006/main" noGrp="1"/>
          </p:cNvSpPr>
          <p:nvPr/>
        </p:nvSpPr>
        <p:spPr>
          <a:xfrm xmlns:a="http://schemas.openxmlformats.org/drawingml/2006/main">
            <a:off x="781050" y="47434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9A23B"/>
                </a:solidFill>
              </a:defRPr>
            </a:pPr>
            <a:r>
              <a:rPr sz="1125" b="1">
                <a:solidFill>
                  <a:srgbClr val="E9A23B"/>
                </a:solidFill>
              </a:rPr>
              <a:t>WORKFLOW POLICIES</a:t>
            </a:r>
          </a:p>
        </p:txBody>
      </p:sp>
      <p:sp>
        <p:nvSpPr>
          <p:cNvPr id="16" name="">
            <a:extLst xmlns:a="http://schemas.openxmlformats.org/drawingml/2006/main">
              <a:ext uri="{FF2B5EF4-FFF2-40B4-BE49-F238E27FC236}">
                <a16:creationId xmlns:a16="http://schemas.microsoft.com/office/drawing/2014/main" id="{8E87B50F-22C2-42DA-85ED-A224E6935F63}"/>
              </a:ext>
            </a:extLst>
          </p:cNvPr>
          <p:cNvSpPr>
            <a:spLocks xmlns:a="http://schemas.openxmlformats.org/drawingml/2006/main" noGrp="1"/>
          </p:cNvSpPr>
          <p:nvPr/>
        </p:nvSpPr>
        <p:spPr>
          <a:xfrm xmlns:a="http://schemas.openxmlformats.org/drawingml/2006/main">
            <a:off x="3524250" y="46958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Enable or disable rejection, return, digital signature and template governance.</a:t>
            </a:r>
          </a:p>
        </p:txBody>
      </p:sp>
      <p:sp>
        <p:nvSpPr>
          <p:cNvPr id="17" name="">
            <a:extLst xmlns:a="http://schemas.openxmlformats.org/drawingml/2006/main">
              <a:ext uri="{FF2B5EF4-FFF2-40B4-BE49-F238E27FC236}">
                <a16:creationId xmlns:a16="http://schemas.microsoft.com/office/drawing/2014/main" id="{59352214-521B-4D5B-8961-D01FE6810159}"/>
              </a:ext>
            </a:extLst>
          </p:cNvPr>
          <p:cNvSpPr>
            <a:spLocks xmlns:a="http://schemas.openxmlformats.org/drawingml/2006/main" noGrp="1"/>
          </p:cNvSpPr>
          <p:nvPr/>
        </p:nvSpPr>
        <p:spPr>
          <a:xfrm xmlns:a="http://schemas.openxmlformats.org/drawingml/2006/main">
            <a:off x="3524250" y="5391150"/>
            <a:ext cx="7334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8" name="">
            <a:extLst xmlns:a="http://schemas.openxmlformats.org/drawingml/2006/main">
              <a:ext uri="{FF2B5EF4-FFF2-40B4-BE49-F238E27FC236}">
                <a16:creationId xmlns:a16="http://schemas.microsoft.com/office/drawing/2014/main" id="{36F0F064-AD34-4780-A12F-FF64ACD8BA05}"/>
              </a:ext>
            </a:extLst>
          </p:cNvPr>
          <p:cNvSpPr>
            <a:spLocks xmlns:a="http://schemas.openxmlformats.org/drawingml/2006/main" noGrp="1"/>
          </p:cNvSpPr>
          <p:nvPr/>
        </p:nvSpPr>
        <p:spPr>
          <a:xfrm xmlns:a="http://schemas.openxmlformats.org/drawingml/2006/main">
            <a:off x="1190625" y="5857875"/>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6D3CFF"/>
                </a:solidFill>
              </a:defRPr>
            </a:pPr>
            <a:r>
              <a:rPr sz="1500" b="1">
                <a:solidFill>
                  <a:srgbClr val="6D3CFF"/>
                </a:solidFill>
              </a:rPr>
              <a:t>WidgetFlow adapts the available process to the organization’s chosen operating policy.</a:t>
            </a:r>
          </a:p>
        </p:txBody>
      </p:sp>
    </p:spTree>
    <p:extLst>
      <p:ext uri="{BB962C8B-B14F-4D97-AF65-F5344CB8AC3E}">
        <p14:creationId xmlns:p14="http://schemas.microsoft.com/office/powerpoint/2010/main" val="1905157282"/>
      </p:ext>
    </p:extLst>
  </p:cSld>
</p:sld>
</file>

<file path=ppt/slides/slide24.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3FC53E6-DC7E-4C5B-8034-6492E24A95C1}"/>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END-TO-END SCENARIO</a:t>
            </a:r>
          </a:p>
        </p:txBody>
      </p:sp>
      <p:sp>
        <p:nvSpPr>
          <p:cNvPr id="2" name="slide-title-24">
            <a:extLst xmlns:a="http://schemas.openxmlformats.org/drawingml/2006/main">
              <a:ext uri="{FF2B5EF4-FFF2-40B4-BE49-F238E27FC236}">
                <a16:creationId xmlns:a16="http://schemas.microsoft.com/office/drawing/2014/main" id="{A5624A79-89ED-4B91-8706-2D5675B3DA38}"/>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From approved standard to signed report</a:t>
            </a:r>
          </a:p>
        </p:txBody>
      </p:sp>
      <p:sp>
        <p:nvSpPr>
          <p:cNvPr id="3" name="">
            <a:extLst xmlns:a="http://schemas.openxmlformats.org/drawingml/2006/main">
              <a:ext uri="{FF2B5EF4-FFF2-40B4-BE49-F238E27FC236}">
                <a16:creationId xmlns:a16="http://schemas.microsoft.com/office/drawing/2014/main" id="{31DCADDB-A864-4C7F-90F1-80785F1C6F65}"/>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24</a:t>
            </a:r>
          </a:p>
        </p:txBody>
      </p:sp>
      <p:sp>
        <p:nvSpPr>
          <p:cNvPr id="4" name="">
            <a:extLst xmlns:a="http://schemas.openxmlformats.org/drawingml/2006/main">
              <a:ext uri="{FF2B5EF4-FFF2-40B4-BE49-F238E27FC236}">
                <a16:creationId xmlns:a16="http://schemas.microsoft.com/office/drawing/2014/main" id="{7F3926D5-6C20-4068-8A72-36AE7571134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C277C665-9CAA-4900-97D9-5D9F1FE77812}"/>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1668AB0A-347D-481D-BF34-41A5A04FADA0}"/>
              </a:ext>
            </a:extLst>
          </p:cNvPr>
          <p:cNvSpPr>
            <a:spLocks xmlns:a="http://schemas.openxmlformats.org/drawingml/2006/main" noGrp="1"/>
          </p:cNvSpPr>
          <p:nvPr/>
        </p:nvSpPr>
        <p:spPr>
          <a:xfrm xmlns:a="http://schemas.openxmlformats.org/drawingml/2006/main">
            <a:off x="1123950" y="2286000"/>
            <a:ext cx="514350" cy="5143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7" name="">
            <a:extLst xmlns:a="http://schemas.openxmlformats.org/drawingml/2006/main">
              <a:ext uri="{FF2B5EF4-FFF2-40B4-BE49-F238E27FC236}">
                <a16:creationId xmlns:a16="http://schemas.microsoft.com/office/drawing/2014/main" id="{C883C820-410B-480D-9E26-C62CEF70275E}"/>
              </a:ext>
            </a:extLst>
          </p:cNvPr>
          <p:cNvSpPr>
            <a:spLocks xmlns:a="http://schemas.openxmlformats.org/drawingml/2006/main" noGrp="1"/>
          </p:cNvSpPr>
          <p:nvPr/>
        </p:nvSpPr>
        <p:spPr>
          <a:xfrm xmlns:a="http://schemas.openxmlformats.org/drawingml/2006/main">
            <a:off x="1123950" y="243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8" name="">
            <a:extLst xmlns:a="http://schemas.openxmlformats.org/drawingml/2006/main">
              <a:ext uri="{FF2B5EF4-FFF2-40B4-BE49-F238E27FC236}">
                <a16:creationId xmlns:a16="http://schemas.microsoft.com/office/drawing/2014/main" id="{7E719A69-CD93-46E3-B253-8ECD89BF369C}"/>
              </a:ext>
            </a:extLst>
          </p:cNvPr>
          <p:cNvSpPr>
            <a:spLocks xmlns:a="http://schemas.openxmlformats.org/drawingml/2006/main" noGrp="1"/>
          </p:cNvSpPr>
          <p:nvPr/>
        </p:nvSpPr>
        <p:spPr>
          <a:xfrm xmlns:a="http://schemas.openxmlformats.org/drawingml/2006/main">
            <a:off x="704850" y="31432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8B67FF"/>
                </a:solidFill>
              </a:defRPr>
            </a:pPr>
            <a:r>
              <a:rPr sz="1050" b="1">
                <a:solidFill>
                  <a:srgbClr val="8B67FF"/>
                </a:solidFill>
              </a:rPr>
              <a:t>AHMED</a:t>
            </a:r>
          </a:p>
        </p:txBody>
      </p:sp>
      <p:sp>
        <p:nvSpPr>
          <p:cNvPr id="9" name="">
            <a:extLst xmlns:a="http://schemas.openxmlformats.org/drawingml/2006/main">
              <a:ext uri="{FF2B5EF4-FFF2-40B4-BE49-F238E27FC236}">
                <a16:creationId xmlns:a16="http://schemas.microsoft.com/office/drawing/2014/main" id="{BAE8094E-6A53-4029-B549-E79EE21D1EB9}"/>
              </a:ext>
            </a:extLst>
          </p:cNvPr>
          <p:cNvSpPr>
            <a:spLocks xmlns:a="http://schemas.openxmlformats.org/drawingml/2006/main" noGrp="1"/>
          </p:cNvSpPr>
          <p:nvPr/>
        </p:nvSpPr>
        <p:spPr>
          <a:xfrm xmlns:a="http://schemas.openxmlformats.org/drawingml/2006/main">
            <a:off x="657225" y="3486150"/>
            <a:ext cx="1447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Builds a template request</a:t>
            </a:r>
          </a:p>
        </p:txBody>
      </p:sp>
      <p:sp>
        <p:nvSpPr>
          <p:cNvPr id="10" name="">
            <a:extLst xmlns:a="http://schemas.openxmlformats.org/drawingml/2006/main">
              <a:ext uri="{FF2B5EF4-FFF2-40B4-BE49-F238E27FC236}">
                <a16:creationId xmlns:a16="http://schemas.microsoft.com/office/drawing/2014/main" id="{F0CF6454-186C-49A2-896C-229F17B2FAA8}"/>
              </a:ext>
            </a:extLst>
          </p:cNvPr>
          <p:cNvSpPr>
            <a:spLocks xmlns:a="http://schemas.openxmlformats.org/drawingml/2006/main" noGrp="1"/>
          </p:cNvSpPr>
          <p:nvPr/>
        </p:nvSpPr>
        <p:spPr>
          <a:xfrm xmlns:a="http://schemas.openxmlformats.org/drawingml/2006/main">
            <a:off x="2009775" y="2371725"/>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66708D"/>
                </a:solidFill>
              </a:defRPr>
            </a:pPr>
            <a:r>
              <a:rPr sz="1875" b="1">
                <a:solidFill>
                  <a:srgbClr val="66708D"/>
                </a:solidFill>
              </a:rPr>
              <a:t>→</a:t>
            </a:r>
          </a:p>
        </p:txBody>
      </p:sp>
      <p:sp>
        <p:nvSpPr>
          <p:cNvPr id="11" name="">
            <a:extLst xmlns:a="http://schemas.openxmlformats.org/drawingml/2006/main">
              <a:ext uri="{FF2B5EF4-FFF2-40B4-BE49-F238E27FC236}">
                <a16:creationId xmlns:a16="http://schemas.microsoft.com/office/drawing/2014/main" id="{89E6820B-C63A-489A-ADB5-B46F830A885B}"/>
              </a:ext>
            </a:extLst>
          </p:cNvPr>
          <p:cNvSpPr>
            <a:spLocks xmlns:a="http://schemas.openxmlformats.org/drawingml/2006/main" noGrp="1"/>
          </p:cNvSpPr>
          <p:nvPr/>
        </p:nvSpPr>
        <p:spPr>
          <a:xfrm xmlns:a="http://schemas.openxmlformats.org/drawingml/2006/main">
            <a:off x="2686050" y="2286000"/>
            <a:ext cx="514350" cy="5143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12" name="">
            <a:extLst xmlns:a="http://schemas.openxmlformats.org/drawingml/2006/main">
              <a:ext uri="{FF2B5EF4-FFF2-40B4-BE49-F238E27FC236}">
                <a16:creationId xmlns:a16="http://schemas.microsoft.com/office/drawing/2014/main" id="{A70B35E7-23EA-4B7C-9D5F-977EB7BB268A}"/>
              </a:ext>
            </a:extLst>
          </p:cNvPr>
          <p:cNvSpPr>
            <a:spLocks xmlns:a="http://schemas.openxmlformats.org/drawingml/2006/main" noGrp="1"/>
          </p:cNvSpPr>
          <p:nvPr/>
        </p:nvSpPr>
        <p:spPr>
          <a:xfrm xmlns:a="http://schemas.openxmlformats.org/drawingml/2006/main">
            <a:off x="2686050" y="243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13" name="">
            <a:extLst xmlns:a="http://schemas.openxmlformats.org/drawingml/2006/main">
              <a:ext uri="{FF2B5EF4-FFF2-40B4-BE49-F238E27FC236}">
                <a16:creationId xmlns:a16="http://schemas.microsoft.com/office/drawing/2014/main" id="{07E4A5A6-7F6E-4DDF-B29F-1DCA42ACCE50}"/>
              </a:ext>
            </a:extLst>
          </p:cNvPr>
          <p:cNvSpPr>
            <a:spLocks xmlns:a="http://schemas.openxmlformats.org/drawingml/2006/main" noGrp="1"/>
          </p:cNvSpPr>
          <p:nvPr/>
        </p:nvSpPr>
        <p:spPr>
          <a:xfrm xmlns:a="http://schemas.openxmlformats.org/drawingml/2006/main">
            <a:off x="2266950" y="31432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0C7D9"/>
                </a:solidFill>
              </a:defRPr>
            </a:pPr>
            <a:r>
              <a:rPr sz="1050" b="1">
                <a:solidFill>
                  <a:srgbClr val="20C7D9"/>
                </a:solidFill>
              </a:rPr>
              <a:t>SARAH</a:t>
            </a:r>
          </a:p>
        </p:txBody>
      </p:sp>
      <p:sp>
        <p:nvSpPr>
          <p:cNvPr id="14" name="">
            <a:extLst xmlns:a="http://schemas.openxmlformats.org/drawingml/2006/main">
              <a:ext uri="{FF2B5EF4-FFF2-40B4-BE49-F238E27FC236}">
                <a16:creationId xmlns:a16="http://schemas.microsoft.com/office/drawing/2014/main" id="{D227C8CD-BB98-4E48-A8E4-124B8B0AC912}"/>
              </a:ext>
            </a:extLst>
          </p:cNvPr>
          <p:cNvSpPr>
            <a:spLocks xmlns:a="http://schemas.openxmlformats.org/drawingml/2006/main" noGrp="1"/>
          </p:cNvSpPr>
          <p:nvPr/>
        </p:nvSpPr>
        <p:spPr>
          <a:xfrm xmlns:a="http://schemas.openxmlformats.org/drawingml/2006/main">
            <a:off x="2219325" y="3486150"/>
            <a:ext cx="1447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Reviews and approves</a:t>
            </a:r>
          </a:p>
        </p:txBody>
      </p:sp>
      <p:sp>
        <p:nvSpPr>
          <p:cNvPr id="15" name="">
            <a:extLst xmlns:a="http://schemas.openxmlformats.org/drawingml/2006/main">
              <a:ext uri="{FF2B5EF4-FFF2-40B4-BE49-F238E27FC236}">
                <a16:creationId xmlns:a16="http://schemas.microsoft.com/office/drawing/2014/main" id="{06102A9E-C85D-49C6-9FE1-43E65FDEDDDF}"/>
              </a:ext>
            </a:extLst>
          </p:cNvPr>
          <p:cNvSpPr>
            <a:spLocks xmlns:a="http://schemas.openxmlformats.org/drawingml/2006/main" noGrp="1"/>
          </p:cNvSpPr>
          <p:nvPr/>
        </p:nvSpPr>
        <p:spPr>
          <a:xfrm xmlns:a="http://schemas.openxmlformats.org/drawingml/2006/main">
            <a:off x="3571875" y="2371725"/>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66708D"/>
                </a:solidFill>
              </a:defRPr>
            </a:pPr>
            <a:r>
              <a:rPr sz="1875" b="1">
                <a:solidFill>
                  <a:srgbClr val="66708D"/>
                </a:solidFill>
              </a:rPr>
              <a:t>→</a:t>
            </a:r>
          </a:p>
        </p:txBody>
      </p:sp>
      <p:sp>
        <p:nvSpPr>
          <p:cNvPr id="16" name="">
            <a:extLst xmlns:a="http://schemas.openxmlformats.org/drawingml/2006/main">
              <a:ext uri="{FF2B5EF4-FFF2-40B4-BE49-F238E27FC236}">
                <a16:creationId xmlns:a16="http://schemas.microsoft.com/office/drawing/2014/main" id="{3CF66C08-DA6B-4DEC-8736-E0E425A88AD9}"/>
              </a:ext>
            </a:extLst>
          </p:cNvPr>
          <p:cNvSpPr>
            <a:spLocks xmlns:a="http://schemas.openxmlformats.org/drawingml/2006/main" noGrp="1"/>
          </p:cNvSpPr>
          <p:nvPr/>
        </p:nvSpPr>
        <p:spPr>
          <a:xfrm xmlns:a="http://schemas.openxmlformats.org/drawingml/2006/main">
            <a:off x="4248150" y="2286000"/>
            <a:ext cx="514350" cy="5143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7" name="">
            <a:extLst xmlns:a="http://schemas.openxmlformats.org/drawingml/2006/main">
              <a:ext uri="{FF2B5EF4-FFF2-40B4-BE49-F238E27FC236}">
                <a16:creationId xmlns:a16="http://schemas.microsoft.com/office/drawing/2014/main" id="{128ED0B4-D233-4532-993C-D1C5C4C2FD58}"/>
              </a:ext>
            </a:extLst>
          </p:cNvPr>
          <p:cNvSpPr>
            <a:spLocks xmlns:a="http://schemas.openxmlformats.org/drawingml/2006/main" noGrp="1"/>
          </p:cNvSpPr>
          <p:nvPr/>
        </p:nvSpPr>
        <p:spPr>
          <a:xfrm xmlns:a="http://schemas.openxmlformats.org/drawingml/2006/main">
            <a:off x="4248150" y="243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8" name="">
            <a:extLst xmlns:a="http://schemas.openxmlformats.org/drawingml/2006/main">
              <a:ext uri="{FF2B5EF4-FFF2-40B4-BE49-F238E27FC236}">
                <a16:creationId xmlns:a16="http://schemas.microsoft.com/office/drawing/2014/main" id="{881634C2-2C63-40F8-B38C-B4B9E07AF163}"/>
              </a:ext>
            </a:extLst>
          </p:cNvPr>
          <p:cNvSpPr>
            <a:spLocks xmlns:a="http://schemas.openxmlformats.org/drawingml/2006/main" noGrp="1"/>
          </p:cNvSpPr>
          <p:nvPr/>
        </p:nvSpPr>
        <p:spPr>
          <a:xfrm xmlns:a="http://schemas.openxmlformats.org/drawingml/2006/main">
            <a:off x="3829050" y="31432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8B67FF"/>
                </a:solidFill>
              </a:defRPr>
            </a:pPr>
            <a:r>
              <a:rPr sz="1050" b="1">
                <a:solidFill>
                  <a:srgbClr val="8B67FF"/>
                </a:solidFill>
              </a:rPr>
              <a:t>STANDARD</a:t>
            </a:r>
          </a:p>
        </p:txBody>
      </p:sp>
      <p:sp>
        <p:nvSpPr>
          <p:cNvPr id="19" name="">
            <a:extLst xmlns:a="http://schemas.openxmlformats.org/drawingml/2006/main">
              <a:ext uri="{FF2B5EF4-FFF2-40B4-BE49-F238E27FC236}">
                <a16:creationId xmlns:a16="http://schemas.microsoft.com/office/drawing/2014/main" id="{BFFB7EE4-9B71-4203-B7ED-79FF7552C764}"/>
              </a:ext>
            </a:extLst>
          </p:cNvPr>
          <p:cNvSpPr>
            <a:spLocks xmlns:a="http://schemas.openxmlformats.org/drawingml/2006/main" noGrp="1"/>
          </p:cNvSpPr>
          <p:nvPr/>
        </p:nvSpPr>
        <p:spPr>
          <a:xfrm xmlns:a="http://schemas.openxmlformats.org/drawingml/2006/main">
            <a:off x="3781425" y="3486150"/>
            <a:ext cx="1447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Template becomes available</a:t>
            </a:r>
          </a:p>
        </p:txBody>
      </p:sp>
      <p:sp>
        <p:nvSpPr>
          <p:cNvPr id="20" name="">
            <a:extLst xmlns:a="http://schemas.openxmlformats.org/drawingml/2006/main">
              <a:ext uri="{FF2B5EF4-FFF2-40B4-BE49-F238E27FC236}">
                <a16:creationId xmlns:a16="http://schemas.microsoft.com/office/drawing/2014/main" id="{3FFEC38A-A0DD-444F-9C1E-02CC8784359D}"/>
              </a:ext>
            </a:extLst>
          </p:cNvPr>
          <p:cNvSpPr>
            <a:spLocks xmlns:a="http://schemas.openxmlformats.org/drawingml/2006/main" noGrp="1"/>
          </p:cNvSpPr>
          <p:nvPr/>
        </p:nvSpPr>
        <p:spPr>
          <a:xfrm xmlns:a="http://schemas.openxmlformats.org/drawingml/2006/main">
            <a:off x="5133975" y="2371725"/>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66708D"/>
                </a:solidFill>
              </a:defRPr>
            </a:pPr>
            <a:r>
              <a:rPr sz="1875" b="1">
                <a:solidFill>
                  <a:srgbClr val="66708D"/>
                </a:solidFill>
              </a:rPr>
              <a:t>→</a:t>
            </a:r>
          </a:p>
        </p:txBody>
      </p:sp>
      <p:sp>
        <p:nvSpPr>
          <p:cNvPr id="21" name="">
            <a:extLst xmlns:a="http://schemas.openxmlformats.org/drawingml/2006/main">
              <a:ext uri="{FF2B5EF4-FFF2-40B4-BE49-F238E27FC236}">
                <a16:creationId xmlns:a16="http://schemas.microsoft.com/office/drawing/2014/main" id="{DFD6F279-92D1-4F35-B1FF-C57769181199}"/>
              </a:ext>
            </a:extLst>
          </p:cNvPr>
          <p:cNvSpPr>
            <a:spLocks xmlns:a="http://schemas.openxmlformats.org/drawingml/2006/main" noGrp="1"/>
          </p:cNvSpPr>
          <p:nvPr/>
        </p:nvSpPr>
        <p:spPr>
          <a:xfrm xmlns:a="http://schemas.openxmlformats.org/drawingml/2006/main">
            <a:off x="5810250" y="2286000"/>
            <a:ext cx="514350" cy="5143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2" name="">
            <a:extLst xmlns:a="http://schemas.openxmlformats.org/drawingml/2006/main">
              <a:ext uri="{FF2B5EF4-FFF2-40B4-BE49-F238E27FC236}">
                <a16:creationId xmlns:a16="http://schemas.microsoft.com/office/drawing/2014/main" id="{2493CC93-2A5C-4414-B516-957199569A3E}"/>
              </a:ext>
            </a:extLst>
          </p:cNvPr>
          <p:cNvSpPr>
            <a:spLocks xmlns:a="http://schemas.openxmlformats.org/drawingml/2006/main" noGrp="1"/>
          </p:cNvSpPr>
          <p:nvPr/>
        </p:nvSpPr>
        <p:spPr>
          <a:xfrm xmlns:a="http://schemas.openxmlformats.org/drawingml/2006/main">
            <a:off x="5810250" y="243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23" name="">
            <a:extLst xmlns:a="http://schemas.openxmlformats.org/drawingml/2006/main">
              <a:ext uri="{FF2B5EF4-FFF2-40B4-BE49-F238E27FC236}">
                <a16:creationId xmlns:a16="http://schemas.microsoft.com/office/drawing/2014/main" id="{2EB3DFE4-BC12-47BD-B219-C097B1E1735A}"/>
              </a:ext>
            </a:extLst>
          </p:cNvPr>
          <p:cNvSpPr>
            <a:spLocks xmlns:a="http://schemas.openxmlformats.org/drawingml/2006/main" noGrp="1"/>
          </p:cNvSpPr>
          <p:nvPr/>
        </p:nvSpPr>
        <p:spPr>
          <a:xfrm xmlns:a="http://schemas.openxmlformats.org/drawingml/2006/main">
            <a:off x="5391150" y="31432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0C7D9"/>
                </a:solidFill>
              </a:defRPr>
            </a:pPr>
            <a:r>
              <a:rPr sz="1050" b="1">
                <a:solidFill>
                  <a:srgbClr val="20C7D9"/>
                </a:solidFill>
              </a:rPr>
              <a:t>AHMED</a:t>
            </a:r>
          </a:p>
        </p:txBody>
      </p:sp>
      <p:sp>
        <p:nvSpPr>
          <p:cNvPr id="24" name="">
            <a:extLst xmlns:a="http://schemas.openxmlformats.org/drawingml/2006/main">
              <a:ext uri="{FF2B5EF4-FFF2-40B4-BE49-F238E27FC236}">
                <a16:creationId xmlns:a16="http://schemas.microsoft.com/office/drawing/2014/main" id="{9CB15DA4-2044-4E44-9932-6427D5050257}"/>
              </a:ext>
            </a:extLst>
          </p:cNvPr>
          <p:cNvSpPr>
            <a:spLocks xmlns:a="http://schemas.openxmlformats.org/drawingml/2006/main" noGrp="1"/>
          </p:cNvSpPr>
          <p:nvPr/>
        </p:nvSpPr>
        <p:spPr>
          <a:xfrm xmlns:a="http://schemas.openxmlformats.org/drawingml/2006/main">
            <a:off x="5343525" y="3486150"/>
            <a:ext cx="1447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Creates and completes a report</a:t>
            </a:r>
          </a:p>
        </p:txBody>
      </p:sp>
      <p:sp>
        <p:nvSpPr>
          <p:cNvPr id="25" name="">
            <a:extLst xmlns:a="http://schemas.openxmlformats.org/drawingml/2006/main">
              <a:ext uri="{FF2B5EF4-FFF2-40B4-BE49-F238E27FC236}">
                <a16:creationId xmlns:a16="http://schemas.microsoft.com/office/drawing/2014/main" id="{AD394D27-673A-4CD1-AF5F-85F407B68CF8}"/>
              </a:ext>
            </a:extLst>
          </p:cNvPr>
          <p:cNvSpPr>
            <a:spLocks xmlns:a="http://schemas.openxmlformats.org/drawingml/2006/main" noGrp="1"/>
          </p:cNvSpPr>
          <p:nvPr/>
        </p:nvSpPr>
        <p:spPr>
          <a:xfrm xmlns:a="http://schemas.openxmlformats.org/drawingml/2006/main">
            <a:off x="6696075" y="2371725"/>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66708D"/>
                </a:solidFill>
              </a:defRPr>
            </a:pPr>
            <a:r>
              <a:rPr sz="1875" b="1">
                <a:solidFill>
                  <a:srgbClr val="66708D"/>
                </a:solidFill>
              </a:rPr>
              <a:t>→</a:t>
            </a:r>
          </a:p>
        </p:txBody>
      </p:sp>
      <p:sp>
        <p:nvSpPr>
          <p:cNvPr id="26" name="">
            <a:extLst xmlns:a="http://schemas.openxmlformats.org/drawingml/2006/main">
              <a:ext uri="{FF2B5EF4-FFF2-40B4-BE49-F238E27FC236}">
                <a16:creationId xmlns:a16="http://schemas.microsoft.com/office/drawing/2014/main" id="{993E7F90-7CBC-49EC-AC96-4D0B482EFD54}"/>
              </a:ext>
            </a:extLst>
          </p:cNvPr>
          <p:cNvSpPr>
            <a:spLocks xmlns:a="http://schemas.openxmlformats.org/drawingml/2006/main" noGrp="1"/>
          </p:cNvSpPr>
          <p:nvPr/>
        </p:nvSpPr>
        <p:spPr>
          <a:xfrm xmlns:a="http://schemas.openxmlformats.org/drawingml/2006/main">
            <a:off x="7372350" y="2286000"/>
            <a:ext cx="514350" cy="51435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27" name="">
            <a:extLst xmlns:a="http://schemas.openxmlformats.org/drawingml/2006/main">
              <a:ext uri="{FF2B5EF4-FFF2-40B4-BE49-F238E27FC236}">
                <a16:creationId xmlns:a16="http://schemas.microsoft.com/office/drawing/2014/main" id="{4F70266D-9BFB-44D1-8D95-B27D5E6DF8F4}"/>
              </a:ext>
            </a:extLst>
          </p:cNvPr>
          <p:cNvSpPr>
            <a:spLocks xmlns:a="http://schemas.openxmlformats.org/drawingml/2006/main" noGrp="1"/>
          </p:cNvSpPr>
          <p:nvPr/>
        </p:nvSpPr>
        <p:spPr>
          <a:xfrm xmlns:a="http://schemas.openxmlformats.org/drawingml/2006/main">
            <a:off x="7372350" y="243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5</a:t>
            </a:r>
          </a:p>
        </p:txBody>
      </p:sp>
      <p:sp>
        <p:nvSpPr>
          <p:cNvPr id="28" name="">
            <a:extLst xmlns:a="http://schemas.openxmlformats.org/drawingml/2006/main">
              <a:ext uri="{FF2B5EF4-FFF2-40B4-BE49-F238E27FC236}">
                <a16:creationId xmlns:a16="http://schemas.microsoft.com/office/drawing/2014/main" id="{B16F077D-7E14-4735-BE1E-D9D0FBE800B9}"/>
              </a:ext>
            </a:extLst>
          </p:cNvPr>
          <p:cNvSpPr>
            <a:spLocks xmlns:a="http://schemas.openxmlformats.org/drawingml/2006/main" noGrp="1"/>
          </p:cNvSpPr>
          <p:nvPr/>
        </p:nvSpPr>
        <p:spPr>
          <a:xfrm xmlns:a="http://schemas.openxmlformats.org/drawingml/2006/main">
            <a:off x="6953250" y="31432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8B67FF"/>
                </a:solidFill>
              </a:defRPr>
            </a:pPr>
            <a:r>
              <a:rPr sz="1050" b="1">
                <a:solidFill>
                  <a:srgbClr val="8B67FF"/>
                </a:solidFill>
              </a:rPr>
              <a:t>SARAH</a:t>
            </a:r>
          </a:p>
        </p:txBody>
      </p:sp>
      <p:sp>
        <p:nvSpPr>
          <p:cNvPr id="29" name="">
            <a:extLst xmlns:a="http://schemas.openxmlformats.org/drawingml/2006/main">
              <a:ext uri="{FF2B5EF4-FFF2-40B4-BE49-F238E27FC236}">
                <a16:creationId xmlns:a16="http://schemas.microsoft.com/office/drawing/2014/main" id="{24030A0E-0342-4430-8AC8-7115DA17331C}"/>
              </a:ext>
            </a:extLst>
          </p:cNvPr>
          <p:cNvSpPr>
            <a:spLocks xmlns:a="http://schemas.openxmlformats.org/drawingml/2006/main" noGrp="1"/>
          </p:cNvSpPr>
          <p:nvPr/>
        </p:nvSpPr>
        <p:spPr>
          <a:xfrm xmlns:a="http://schemas.openxmlformats.org/drawingml/2006/main">
            <a:off x="6905625" y="3486150"/>
            <a:ext cx="1447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Reviews and returns if needed</a:t>
            </a:r>
          </a:p>
        </p:txBody>
      </p:sp>
      <p:sp>
        <p:nvSpPr>
          <p:cNvPr id="30" name="">
            <a:extLst xmlns:a="http://schemas.openxmlformats.org/drawingml/2006/main">
              <a:ext uri="{FF2B5EF4-FFF2-40B4-BE49-F238E27FC236}">
                <a16:creationId xmlns:a16="http://schemas.microsoft.com/office/drawing/2014/main" id="{CE53DE14-1CD9-4FDB-9E02-8EC4E7579A9E}"/>
              </a:ext>
            </a:extLst>
          </p:cNvPr>
          <p:cNvSpPr>
            <a:spLocks xmlns:a="http://schemas.openxmlformats.org/drawingml/2006/main" noGrp="1"/>
          </p:cNvSpPr>
          <p:nvPr/>
        </p:nvSpPr>
        <p:spPr>
          <a:xfrm xmlns:a="http://schemas.openxmlformats.org/drawingml/2006/main">
            <a:off x="8258175" y="2371725"/>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66708D"/>
                </a:solidFill>
              </a:defRPr>
            </a:pPr>
            <a:r>
              <a:rPr sz="1875" b="1">
                <a:solidFill>
                  <a:srgbClr val="66708D"/>
                </a:solidFill>
              </a:rPr>
              <a:t>→</a:t>
            </a:r>
          </a:p>
        </p:txBody>
      </p:sp>
      <p:sp>
        <p:nvSpPr>
          <p:cNvPr id="31" name="">
            <a:extLst xmlns:a="http://schemas.openxmlformats.org/drawingml/2006/main">
              <a:ext uri="{FF2B5EF4-FFF2-40B4-BE49-F238E27FC236}">
                <a16:creationId xmlns:a16="http://schemas.microsoft.com/office/drawing/2014/main" id="{7FF7D1E7-891C-42BC-9C90-233C72D533F4}"/>
              </a:ext>
            </a:extLst>
          </p:cNvPr>
          <p:cNvSpPr>
            <a:spLocks xmlns:a="http://schemas.openxmlformats.org/drawingml/2006/main" noGrp="1"/>
          </p:cNvSpPr>
          <p:nvPr/>
        </p:nvSpPr>
        <p:spPr>
          <a:xfrm xmlns:a="http://schemas.openxmlformats.org/drawingml/2006/main">
            <a:off x="8934450" y="2286000"/>
            <a:ext cx="514350" cy="51435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32" name="">
            <a:extLst xmlns:a="http://schemas.openxmlformats.org/drawingml/2006/main">
              <a:ext uri="{FF2B5EF4-FFF2-40B4-BE49-F238E27FC236}">
                <a16:creationId xmlns:a16="http://schemas.microsoft.com/office/drawing/2014/main" id="{E05EBABA-9433-4E32-8248-84B31B1ACDD4}"/>
              </a:ext>
            </a:extLst>
          </p:cNvPr>
          <p:cNvSpPr>
            <a:spLocks xmlns:a="http://schemas.openxmlformats.org/drawingml/2006/main" noGrp="1"/>
          </p:cNvSpPr>
          <p:nvPr/>
        </p:nvSpPr>
        <p:spPr>
          <a:xfrm xmlns:a="http://schemas.openxmlformats.org/drawingml/2006/main">
            <a:off x="8934450" y="243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6</a:t>
            </a:r>
          </a:p>
        </p:txBody>
      </p:sp>
      <p:sp>
        <p:nvSpPr>
          <p:cNvPr id="33" name="">
            <a:extLst xmlns:a="http://schemas.openxmlformats.org/drawingml/2006/main">
              <a:ext uri="{FF2B5EF4-FFF2-40B4-BE49-F238E27FC236}">
                <a16:creationId xmlns:a16="http://schemas.microsoft.com/office/drawing/2014/main" id="{D77F9CB5-AF11-4F02-AAAD-F7CBC405391D}"/>
              </a:ext>
            </a:extLst>
          </p:cNvPr>
          <p:cNvSpPr>
            <a:spLocks xmlns:a="http://schemas.openxmlformats.org/drawingml/2006/main" noGrp="1"/>
          </p:cNvSpPr>
          <p:nvPr/>
        </p:nvSpPr>
        <p:spPr>
          <a:xfrm xmlns:a="http://schemas.openxmlformats.org/drawingml/2006/main">
            <a:off x="8515350" y="31432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0C7D9"/>
                </a:solidFill>
              </a:defRPr>
            </a:pPr>
            <a:r>
              <a:rPr sz="1050" b="1">
                <a:solidFill>
                  <a:srgbClr val="20C7D9"/>
                </a:solidFill>
              </a:rPr>
              <a:t>AHMED</a:t>
            </a:r>
          </a:p>
        </p:txBody>
      </p:sp>
      <p:sp>
        <p:nvSpPr>
          <p:cNvPr id="34" name="">
            <a:extLst xmlns:a="http://schemas.openxmlformats.org/drawingml/2006/main">
              <a:ext uri="{FF2B5EF4-FFF2-40B4-BE49-F238E27FC236}">
                <a16:creationId xmlns:a16="http://schemas.microsoft.com/office/drawing/2014/main" id="{5A30979B-DEC3-499C-A66C-62C4BC08A8CA}"/>
              </a:ext>
            </a:extLst>
          </p:cNvPr>
          <p:cNvSpPr>
            <a:spLocks xmlns:a="http://schemas.openxmlformats.org/drawingml/2006/main" noGrp="1"/>
          </p:cNvSpPr>
          <p:nvPr/>
        </p:nvSpPr>
        <p:spPr>
          <a:xfrm xmlns:a="http://schemas.openxmlformats.org/drawingml/2006/main">
            <a:off x="8467725" y="3486150"/>
            <a:ext cx="1447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Corrects and resends</a:t>
            </a:r>
          </a:p>
        </p:txBody>
      </p:sp>
      <p:sp>
        <p:nvSpPr>
          <p:cNvPr id="35" name="">
            <a:extLst xmlns:a="http://schemas.openxmlformats.org/drawingml/2006/main">
              <a:ext uri="{FF2B5EF4-FFF2-40B4-BE49-F238E27FC236}">
                <a16:creationId xmlns:a16="http://schemas.microsoft.com/office/drawing/2014/main" id="{279819BA-C62D-45E8-ACC3-EC0710EBC316}"/>
              </a:ext>
            </a:extLst>
          </p:cNvPr>
          <p:cNvSpPr>
            <a:spLocks xmlns:a="http://schemas.openxmlformats.org/drawingml/2006/main" noGrp="1"/>
          </p:cNvSpPr>
          <p:nvPr/>
        </p:nvSpPr>
        <p:spPr>
          <a:xfrm xmlns:a="http://schemas.openxmlformats.org/drawingml/2006/main">
            <a:off x="9820275" y="2371725"/>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66708D"/>
                </a:solidFill>
              </a:defRPr>
            </a:pPr>
            <a:r>
              <a:rPr sz="1875" b="1">
                <a:solidFill>
                  <a:srgbClr val="66708D"/>
                </a:solidFill>
              </a:rPr>
              <a:t>→</a:t>
            </a:r>
          </a:p>
        </p:txBody>
      </p:sp>
      <p:sp>
        <p:nvSpPr>
          <p:cNvPr id="36" name="">
            <a:extLst xmlns:a="http://schemas.openxmlformats.org/drawingml/2006/main">
              <a:ext uri="{FF2B5EF4-FFF2-40B4-BE49-F238E27FC236}">
                <a16:creationId xmlns:a16="http://schemas.microsoft.com/office/drawing/2014/main" id="{6D13C6C6-B956-4D0C-B2E1-BAB9C72BF893}"/>
              </a:ext>
            </a:extLst>
          </p:cNvPr>
          <p:cNvSpPr>
            <a:spLocks xmlns:a="http://schemas.openxmlformats.org/drawingml/2006/main" noGrp="1"/>
          </p:cNvSpPr>
          <p:nvPr/>
        </p:nvSpPr>
        <p:spPr>
          <a:xfrm xmlns:a="http://schemas.openxmlformats.org/drawingml/2006/main">
            <a:off x="10496550" y="2286000"/>
            <a:ext cx="514350" cy="514350"/>
          </a:xfrm>
          <a:prstGeom xmlns:a="http://schemas.openxmlformats.org/drawingml/2006/main" prst="ellipse">
            <a:avLst/>
          </a:prstGeom>
          <a:solidFill xmlns:a="http://schemas.openxmlformats.org/drawingml/2006/main">
            <a:srgbClr val="17A673"/>
          </a:solidFill>
          <a:ln xmlns:a="http://schemas.openxmlformats.org/drawingml/2006/main" w="0">
            <a:solidFill>
              <a:srgbClr val="17A673"/>
            </a:solidFill>
            <a:prstDash val="solid"/>
          </a:ln>
        </p:spPr>
      </p:sp>
      <p:sp>
        <p:nvSpPr>
          <p:cNvPr id="37" name="">
            <a:extLst xmlns:a="http://schemas.openxmlformats.org/drawingml/2006/main">
              <a:ext uri="{FF2B5EF4-FFF2-40B4-BE49-F238E27FC236}">
                <a16:creationId xmlns:a16="http://schemas.microsoft.com/office/drawing/2014/main" id="{E923BE82-174B-4147-B92A-3A915A7F9736}"/>
              </a:ext>
            </a:extLst>
          </p:cNvPr>
          <p:cNvSpPr>
            <a:spLocks xmlns:a="http://schemas.openxmlformats.org/drawingml/2006/main" noGrp="1"/>
          </p:cNvSpPr>
          <p:nvPr/>
        </p:nvSpPr>
        <p:spPr>
          <a:xfrm xmlns:a="http://schemas.openxmlformats.org/drawingml/2006/main">
            <a:off x="10496550" y="24384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7</a:t>
            </a:r>
          </a:p>
        </p:txBody>
      </p:sp>
      <p:sp>
        <p:nvSpPr>
          <p:cNvPr id="38" name="">
            <a:extLst xmlns:a="http://schemas.openxmlformats.org/drawingml/2006/main">
              <a:ext uri="{FF2B5EF4-FFF2-40B4-BE49-F238E27FC236}">
                <a16:creationId xmlns:a16="http://schemas.microsoft.com/office/drawing/2014/main" id="{0CDA7757-70CC-47E8-B73B-B43AB0555448}"/>
              </a:ext>
            </a:extLst>
          </p:cNvPr>
          <p:cNvSpPr>
            <a:spLocks xmlns:a="http://schemas.openxmlformats.org/drawingml/2006/main" noGrp="1"/>
          </p:cNvSpPr>
          <p:nvPr/>
        </p:nvSpPr>
        <p:spPr>
          <a:xfrm xmlns:a="http://schemas.openxmlformats.org/drawingml/2006/main">
            <a:off x="10077450" y="31432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A673"/>
                </a:solidFill>
              </a:defRPr>
            </a:pPr>
            <a:r>
              <a:rPr sz="1050" b="1">
                <a:solidFill>
                  <a:srgbClr val="17A673"/>
                </a:solidFill>
              </a:rPr>
              <a:t>SARAH</a:t>
            </a:r>
          </a:p>
        </p:txBody>
      </p:sp>
      <p:sp>
        <p:nvSpPr>
          <p:cNvPr id="39" name="">
            <a:extLst xmlns:a="http://schemas.openxmlformats.org/drawingml/2006/main">
              <a:ext uri="{FF2B5EF4-FFF2-40B4-BE49-F238E27FC236}">
                <a16:creationId xmlns:a16="http://schemas.microsoft.com/office/drawing/2014/main" id="{45A6DFA7-0911-4A6F-8F4A-8FD06B39F8C5}"/>
              </a:ext>
            </a:extLst>
          </p:cNvPr>
          <p:cNvSpPr>
            <a:spLocks xmlns:a="http://schemas.openxmlformats.org/drawingml/2006/main" noGrp="1"/>
          </p:cNvSpPr>
          <p:nvPr/>
        </p:nvSpPr>
        <p:spPr>
          <a:xfrm xmlns:a="http://schemas.openxmlformats.org/drawingml/2006/main">
            <a:off x="10029825" y="3486150"/>
            <a:ext cx="1447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Signs and finalizes</a:t>
            </a:r>
          </a:p>
        </p:txBody>
      </p:sp>
      <p:sp>
        <p:nvSpPr>
          <p:cNvPr id="40" name="">
            <a:extLst xmlns:a="http://schemas.openxmlformats.org/drawingml/2006/main">
              <a:ext uri="{FF2B5EF4-FFF2-40B4-BE49-F238E27FC236}">
                <a16:creationId xmlns:a16="http://schemas.microsoft.com/office/drawing/2014/main" id="{767E39E2-6D56-4237-BFA6-FCC89B4CF2C7}"/>
              </a:ext>
            </a:extLst>
          </p:cNvPr>
          <p:cNvSpPr>
            <a:spLocks xmlns:a="http://schemas.openxmlformats.org/drawingml/2006/main" noGrp="1"/>
          </p:cNvSpPr>
          <p:nvPr/>
        </p:nvSpPr>
        <p:spPr>
          <a:xfrm xmlns:a="http://schemas.openxmlformats.org/drawingml/2006/main">
            <a:off x="1381125" y="52197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C8CEE0"/>
                </a:solidFill>
              </a:defRPr>
            </a:pPr>
            <a:r>
              <a:rPr sz="1500" b="0">
                <a:solidFill>
                  <a:srgbClr val="C8CEE0"/>
                </a:solidFill>
              </a:rPr>
              <a:t>Manager-created templates follow the same model one level higher: Sarah → Omar.</a:t>
            </a:r>
          </a:p>
        </p:txBody>
      </p:sp>
      <p:sp>
        <p:nvSpPr>
          <p:cNvPr id="41" name="">
            <a:extLst xmlns:a="http://schemas.openxmlformats.org/drawingml/2006/main">
              <a:ext uri="{FF2B5EF4-FFF2-40B4-BE49-F238E27FC236}">
                <a16:creationId xmlns:a16="http://schemas.microsoft.com/office/drawing/2014/main" id="{59A61A26-EF4E-455D-8B04-02654E157D02}"/>
              </a:ext>
            </a:extLst>
          </p:cNvPr>
          <p:cNvSpPr>
            <a:spLocks xmlns:a="http://schemas.openxmlformats.org/drawingml/2006/main" noGrp="1"/>
          </p:cNvSpPr>
          <p:nvPr/>
        </p:nvSpPr>
        <p:spPr>
          <a:xfrm xmlns:a="http://schemas.openxmlformats.org/drawingml/2006/main">
            <a:off x="1143000" y="57721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92ECF4"/>
                </a:solidFill>
              </a:defRPr>
            </a:pPr>
            <a:r>
              <a:rPr sz="1275" b="1">
                <a:solidFill>
                  <a:srgbClr val="92ECF4"/>
                </a:solidFill>
              </a:rPr>
              <a:t>Every action stays attached to the template, report, notification and audit context.</a:t>
            </a:r>
          </a:p>
        </p:txBody>
      </p:sp>
    </p:spTree>
    <p:extLst>
      <p:ext uri="{BB962C8B-B14F-4D97-AF65-F5344CB8AC3E}">
        <p14:creationId xmlns:p14="http://schemas.microsoft.com/office/powerpoint/2010/main" val="908533256"/>
      </p:ext>
    </p:extLst>
  </p:cSld>
</p:sld>
</file>

<file path=ppt/slides/slide25.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ED5C2CF-58D5-4E15-B2DC-205D3A2841E4}"/>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BUSINESS VALUE</a:t>
            </a:r>
          </a:p>
        </p:txBody>
      </p:sp>
      <p:sp>
        <p:nvSpPr>
          <p:cNvPr id="2" name="slide-title-25">
            <a:extLst xmlns:a="http://schemas.openxmlformats.org/drawingml/2006/main">
              <a:ext uri="{FF2B5EF4-FFF2-40B4-BE49-F238E27FC236}">
                <a16:creationId xmlns:a16="http://schemas.microsoft.com/office/drawing/2014/main" id="{F0B5464B-F1D4-468F-A80D-046D35EAC9F6}"/>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WidgetFlow makes reporting discipline operational</a:t>
            </a:r>
          </a:p>
        </p:txBody>
      </p:sp>
      <p:sp>
        <p:nvSpPr>
          <p:cNvPr id="3" name="">
            <a:extLst xmlns:a="http://schemas.openxmlformats.org/drawingml/2006/main">
              <a:ext uri="{FF2B5EF4-FFF2-40B4-BE49-F238E27FC236}">
                <a16:creationId xmlns:a16="http://schemas.microsoft.com/office/drawing/2014/main" id="{B2C9B622-42D5-4E72-876E-54847DD60D35}"/>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25</a:t>
            </a:r>
          </a:p>
        </p:txBody>
      </p:sp>
      <p:sp>
        <p:nvSpPr>
          <p:cNvPr id="4" name="">
            <a:extLst xmlns:a="http://schemas.openxmlformats.org/drawingml/2006/main">
              <a:ext uri="{FF2B5EF4-FFF2-40B4-BE49-F238E27FC236}">
                <a16:creationId xmlns:a16="http://schemas.microsoft.com/office/drawing/2014/main" id="{28218539-7B56-46C9-B62C-A88054E6569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49807F79-F678-4DD1-B763-B4A2FF223D26}"/>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9664ADF9-6643-4643-B055-F490D44C0D45}"/>
              </a:ext>
            </a:extLst>
          </p:cNvPr>
          <p:cNvSpPr>
            <a:spLocks xmlns:a="http://schemas.openxmlformats.org/drawingml/2006/main" noGrp="1"/>
          </p:cNvSpPr>
          <p:nvPr/>
        </p:nvSpPr>
        <p:spPr>
          <a:xfrm xmlns:a="http://schemas.openxmlformats.org/drawingml/2006/main">
            <a:off x="685800" y="17621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STANDARDIZE</a:t>
            </a:r>
          </a:p>
        </p:txBody>
      </p:sp>
      <p:sp>
        <p:nvSpPr>
          <p:cNvPr id="7" name="">
            <a:extLst xmlns:a="http://schemas.openxmlformats.org/drawingml/2006/main">
              <a:ext uri="{FF2B5EF4-FFF2-40B4-BE49-F238E27FC236}">
                <a16:creationId xmlns:a16="http://schemas.microsoft.com/office/drawing/2014/main" id="{B3BBCA08-51B8-4F1B-BD52-B203C839CB7A}"/>
              </a:ext>
            </a:extLst>
          </p:cNvPr>
          <p:cNvSpPr>
            <a:spLocks xmlns:a="http://schemas.openxmlformats.org/drawingml/2006/main" noGrp="1"/>
          </p:cNvSpPr>
          <p:nvPr/>
        </p:nvSpPr>
        <p:spPr>
          <a:xfrm xmlns:a="http://schemas.openxmlformats.org/drawingml/2006/main">
            <a:off x="685800" y="2190750"/>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One reusable structure for recurring reports</a:t>
            </a:r>
          </a:p>
        </p:txBody>
      </p:sp>
      <p:sp>
        <p:nvSpPr>
          <p:cNvPr id="8" name="">
            <a:extLst xmlns:a="http://schemas.openxmlformats.org/drawingml/2006/main">
              <a:ext uri="{FF2B5EF4-FFF2-40B4-BE49-F238E27FC236}">
                <a16:creationId xmlns:a16="http://schemas.microsoft.com/office/drawing/2014/main" id="{D214EDDC-EC9C-4EAB-88F1-3033EE112C18}"/>
              </a:ext>
            </a:extLst>
          </p:cNvPr>
          <p:cNvSpPr>
            <a:spLocks xmlns:a="http://schemas.openxmlformats.org/drawingml/2006/main" noGrp="1"/>
          </p:cNvSpPr>
          <p:nvPr/>
        </p:nvSpPr>
        <p:spPr>
          <a:xfrm xmlns:a="http://schemas.openxmlformats.org/drawingml/2006/main">
            <a:off x="685800" y="3162300"/>
            <a:ext cx="3028950" cy="0"/>
          </a:xfrm>
          <a:prstGeom xmlns:a="http://schemas.openxmlformats.org/drawingml/2006/main" prst="line">
            <a:avLst/>
          </a:prstGeom>
          <a:noFill xmlns:a="http://schemas.openxmlformats.org/drawingml/2006/main"/>
          <a:ln xmlns:a="http://schemas.openxmlformats.org/drawingml/2006/main" w="28575">
            <a:solidFill>
              <a:srgbClr val="6D3CFF"/>
            </a:solidFill>
            <a:prstDash val="solid"/>
          </a:ln>
        </p:spPr>
      </p:sp>
      <p:sp>
        <p:nvSpPr>
          <p:cNvPr id="9" name="">
            <a:extLst xmlns:a="http://schemas.openxmlformats.org/drawingml/2006/main">
              <a:ext uri="{FF2B5EF4-FFF2-40B4-BE49-F238E27FC236}">
                <a16:creationId xmlns:a16="http://schemas.microsoft.com/office/drawing/2014/main" id="{D78F259E-282D-4F59-99B4-90DFAEE6DF88}"/>
              </a:ext>
            </a:extLst>
          </p:cNvPr>
          <p:cNvSpPr>
            <a:spLocks xmlns:a="http://schemas.openxmlformats.org/drawingml/2006/main" noGrp="1"/>
          </p:cNvSpPr>
          <p:nvPr/>
        </p:nvSpPr>
        <p:spPr>
          <a:xfrm xmlns:a="http://schemas.openxmlformats.org/drawingml/2006/main">
            <a:off x="4324350" y="17621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0C7D9"/>
                </a:solidFill>
              </a:defRPr>
            </a:pPr>
            <a:r>
              <a:rPr sz="1200" b="1">
                <a:solidFill>
                  <a:srgbClr val="20C7D9"/>
                </a:solidFill>
              </a:rPr>
              <a:t>ACCELERATE</a:t>
            </a:r>
          </a:p>
        </p:txBody>
      </p:sp>
      <p:sp>
        <p:nvSpPr>
          <p:cNvPr id="10" name="">
            <a:extLst xmlns:a="http://schemas.openxmlformats.org/drawingml/2006/main">
              <a:ext uri="{FF2B5EF4-FFF2-40B4-BE49-F238E27FC236}">
                <a16:creationId xmlns:a16="http://schemas.microsoft.com/office/drawing/2014/main" id="{68AFE2F2-CF71-4EED-9965-21A5EC7E7DAE}"/>
              </a:ext>
            </a:extLst>
          </p:cNvPr>
          <p:cNvSpPr>
            <a:spLocks xmlns:a="http://schemas.openxmlformats.org/drawingml/2006/main" noGrp="1"/>
          </p:cNvSpPr>
          <p:nvPr/>
        </p:nvSpPr>
        <p:spPr>
          <a:xfrm xmlns:a="http://schemas.openxmlformats.org/drawingml/2006/main">
            <a:off x="4324350" y="2190750"/>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Packs, fields and approved content reduce repeated work</a:t>
            </a:r>
          </a:p>
        </p:txBody>
      </p:sp>
      <p:sp>
        <p:nvSpPr>
          <p:cNvPr id="11" name="">
            <a:extLst xmlns:a="http://schemas.openxmlformats.org/drawingml/2006/main">
              <a:ext uri="{FF2B5EF4-FFF2-40B4-BE49-F238E27FC236}">
                <a16:creationId xmlns:a16="http://schemas.microsoft.com/office/drawing/2014/main" id="{4A322CFA-DF28-4D9E-B67A-08C38B5D285E}"/>
              </a:ext>
            </a:extLst>
          </p:cNvPr>
          <p:cNvSpPr>
            <a:spLocks xmlns:a="http://schemas.openxmlformats.org/drawingml/2006/main" noGrp="1"/>
          </p:cNvSpPr>
          <p:nvPr/>
        </p:nvSpPr>
        <p:spPr>
          <a:xfrm xmlns:a="http://schemas.openxmlformats.org/drawingml/2006/main">
            <a:off x="4324350" y="3162300"/>
            <a:ext cx="3028950" cy="0"/>
          </a:xfrm>
          <a:prstGeom xmlns:a="http://schemas.openxmlformats.org/drawingml/2006/main" prst="line">
            <a:avLst/>
          </a:prstGeom>
          <a:noFill xmlns:a="http://schemas.openxmlformats.org/drawingml/2006/main"/>
          <a:ln xmlns:a="http://schemas.openxmlformats.org/drawingml/2006/main" w="28575">
            <a:solidFill>
              <a:srgbClr val="20C7D9"/>
            </a:solidFill>
            <a:prstDash val="solid"/>
          </a:ln>
        </p:spPr>
      </p:sp>
      <p:sp>
        <p:nvSpPr>
          <p:cNvPr id="12" name="">
            <a:extLst xmlns:a="http://schemas.openxmlformats.org/drawingml/2006/main">
              <a:ext uri="{FF2B5EF4-FFF2-40B4-BE49-F238E27FC236}">
                <a16:creationId xmlns:a16="http://schemas.microsoft.com/office/drawing/2014/main" id="{218B7B82-2CB4-4BD6-8F4C-E172491DB4F3}"/>
              </a:ext>
            </a:extLst>
          </p:cNvPr>
          <p:cNvSpPr>
            <a:spLocks xmlns:a="http://schemas.openxmlformats.org/drawingml/2006/main" noGrp="1"/>
          </p:cNvSpPr>
          <p:nvPr/>
        </p:nvSpPr>
        <p:spPr>
          <a:xfrm xmlns:a="http://schemas.openxmlformats.org/drawingml/2006/main">
            <a:off x="7962900" y="17621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A673"/>
                </a:solidFill>
              </a:defRPr>
            </a:pPr>
            <a:r>
              <a:rPr sz="1200" b="1">
                <a:solidFill>
                  <a:srgbClr val="17A673"/>
                </a:solidFill>
              </a:rPr>
              <a:t>GOVERN</a:t>
            </a:r>
          </a:p>
        </p:txBody>
      </p:sp>
      <p:sp>
        <p:nvSpPr>
          <p:cNvPr id="13" name="">
            <a:extLst xmlns:a="http://schemas.openxmlformats.org/drawingml/2006/main">
              <a:ext uri="{FF2B5EF4-FFF2-40B4-BE49-F238E27FC236}">
                <a16:creationId xmlns:a16="http://schemas.microsoft.com/office/drawing/2014/main" id="{F7D4D771-0503-40B4-AB59-730291AFFE71}"/>
              </a:ext>
            </a:extLst>
          </p:cNvPr>
          <p:cNvSpPr>
            <a:spLocks xmlns:a="http://schemas.openxmlformats.org/drawingml/2006/main" noGrp="1"/>
          </p:cNvSpPr>
          <p:nvPr/>
        </p:nvSpPr>
        <p:spPr>
          <a:xfrm xmlns:a="http://schemas.openxmlformats.org/drawingml/2006/main">
            <a:off x="7962900" y="2190750"/>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Role-based approval controls what becomes a standard</a:t>
            </a:r>
          </a:p>
        </p:txBody>
      </p:sp>
      <p:sp>
        <p:nvSpPr>
          <p:cNvPr id="14" name="">
            <a:extLst xmlns:a="http://schemas.openxmlformats.org/drawingml/2006/main">
              <a:ext uri="{FF2B5EF4-FFF2-40B4-BE49-F238E27FC236}">
                <a16:creationId xmlns:a16="http://schemas.microsoft.com/office/drawing/2014/main" id="{C4C5BC76-0E05-4DD0-8AB7-0BA06FA546DA}"/>
              </a:ext>
            </a:extLst>
          </p:cNvPr>
          <p:cNvSpPr>
            <a:spLocks xmlns:a="http://schemas.openxmlformats.org/drawingml/2006/main" noGrp="1"/>
          </p:cNvSpPr>
          <p:nvPr/>
        </p:nvSpPr>
        <p:spPr>
          <a:xfrm xmlns:a="http://schemas.openxmlformats.org/drawingml/2006/main">
            <a:off x="7962900" y="3162300"/>
            <a:ext cx="3028950" cy="0"/>
          </a:xfrm>
          <a:prstGeom xmlns:a="http://schemas.openxmlformats.org/drawingml/2006/main" prst="line">
            <a:avLst/>
          </a:prstGeom>
          <a:noFill xmlns:a="http://schemas.openxmlformats.org/drawingml/2006/main"/>
          <a:ln xmlns:a="http://schemas.openxmlformats.org/drawingml/2006/main" w="28575">
            <a:solidFill>
              <a:srgbClr val="17A673"/>
            </a:solidFill>
            <a:prstDash val="solid"/>
          </a:ln>
        </p:spPr>
      </p:sp>
      <p:sp>
        <p:nvSpPr>
          <p:cNvPr id="15" name="">
            <a:extLst xmlns:a="http://schemas.openxmlformats.org/drawingml/2006/main">
              <a:ext uri="{FF2B5EF4-FFF2-40B4-BE49-F238E27FC236}">
                <a16:creationId xmlns:a16="http://schemas.microsoft.com/office/drawing/2014/main" id="{717D0318-E77B-4A57-86AD-B6C793B33954}"/>
              </a:ext>
            </a:extLst>
          </p:cNvPr>
          <p:cNvSpPr>
            <a:spLocks xmlns:a="http://schemas.openxmlformats.org/drawingml/2006/main" noGrp="1"/>
          </p:cNvSpPr>
          <p:nvPr/>
        </p:nvSpPr>
        <p:spPr>
          <a:xfrm xmlns:a="http://schemas.openxmlformats.org/drawingml/2006/main">
            <a:off x="685800" y="3714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E9A23B"/>
                </a:solidFill>
              </a:defRPr>
            </a:pPr>
            <a:r>
              <a:rPr sz="1200" b="1">
                <a:solidFill>
                  <a:srgbClr val="E9A23B"/>
                </a:solidFill>
              </a:rPr>
              <a:t>COLLABORATE</a:t>
            </a:r>
          </a:p>
        </p:txBody>
      </p:sp>
      <p:sp>
        <p:nvSpPr>
          <p:cNvPr id="16" name="">
            <a:extLst xmlns:a="http://schemas.openxmlformats.org/drawingml/2006/main">
              <a:ext uri="{FF2B5EF4-FFF2-40B4-BE49-F238E27FC236}">
                <a16:creationId xmlns:a16="http://schemas.microsoft.com/office/drawing/2014/main" id="{49FBDA51-9B6E-467C-8C32-6F9F643EA88E}"/>
              </a:ext>
            </a:extLst>
          </p:cNvPr>
          <p:cNvSpPr>
            <a:spLocks xmlns:a="http://schemas.openxmlformats.org/drawingml/2006/main" noGrp="1"/>
          </p:cNvSpPr>
          <p:nvPr/>
        </p:nvSpPr>
        <p:spPr>
          <a:xfrm xmlns:a="http://schemas.openxmlformats.org/drawingml/2006/main">
            <a:off x="685800" y="4143375"/>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Comments and notifications keep action in context</a:t>
            </a:r>
          </a:p>
        </p:txBody>
      </p:sp>
      <p:sp>
        <p:nvSpPr>
          <p:cNvPr id="17" name="">
            <a:extLst xmlns:a="http://schemas.openxmlformats.org/drawingml/2006/main">
              <a:ext uri="{FF2B5EF4-FFF2-40B4-BE49-F238E27FC236}">
                <a16:creationId xmlns:a16="http://schemas.microsoft.com/office/drawing/2014/main" id="{065AA2BD-1E6E-40D4-8633-47FBB38DDC09}"/>
              </a:ext>
            </a:extLst>
          </p:cNvPr>
          <p:cNvSpPr>
            <a:spLocks xmlns:a="http://schemas.openxmlformats.org/drawingml/2006/main" noGrp="1"/>
          </p:cNvSpPr>
          <p:nvPr/>
        </p:nvSpPr>
        <p:spPr>
          <a:xfrm xmlns:a="http://schemas.openxmlformats.org/drawingml/2006/main">
            <a:off x="685800" y="5114925"/>
            <a:ext cx="3028950" cy="0"/>
          </a:xfrm>
          <a:prstGeom xmlns:a="http://schemas.openxmlformats.org/drawingml/2006/main" prst="line">
            <a:avLst/>
          </a:prstGeom>
          <a:noFill xmlns:a="http://schemas.openxmlformats.org/drawingml/2006/main"/>
          <a:ln xmlns:a="http://schemas.openxmlformats.org/drawingml/2006/main" w="28575">
            <a:solidFill>
              <a:srgbClr val="E9A23B"/>
            </a:solidFill>
            <a:prstDash val="solid"/>
          </a:ln>
        </p:spPr>
      </p:sp>
      <p:sp>
        <p:nvSpPr>
          <p:cNvPr id="18" name="">
            <a:extLst xmlns:a="http://schemas.openxmlformats.org/drawingml/2006/main">
              <a:ext uri="{FF2B5EF4-FFF2-40B4-BE49-F238E27FC236}">
                <a16:creationId xmlns:a16="http://schemas.microsoft.com/office/drawing/2014/main" id="{90B9CDDC-9F91-441F-ABC4-457E777F3851}"/>
              </a:ext>
            </a:extLst>
          </p:cNvPr>
          <p:cNvSpPr>
            <a:spLocks xmlns:a="http://schemas.openxmlformats.org/drawingml/2006/main" noGrp="1"/>
          </p:cNvSpPr>
          <p:nvPr/>
        </p:nvSpPr>
        <p:spPr>
          <a:xfrm xmlns:a="http://schemas.openxmlformats.org/drawingml/2006/main">
            <a:off x="4324350" y="3714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84A5C"/>
                </a:solidFill>
              </a:defRPr>
            </a:pPr>
            <a:r>
              <a:rPr sz="1200" b="1">
                <a:solidFill>
                  <a:srgbClr val="D84A5C"/>
                </a:solidFill>
              </a:rPr>
              <a:t>ACCOUNT</a:t>
            </a:r>
          </a:p>
        </p:txBody>
      </p:sp>
      <p:sp>
        <p:nvSpPr>
          <p:cNvPr id="19" name="">
            <a:extLst xmlns:a="http://schemas.openxmlformats.org/drawingml/2006/main">
              <a:ext uri="{FF2B5EF4-FFF2-40B4-BE49-F238E27FC236}">
                <a16:creationId xmlns:a16="http://schemas.microsoft.com/office/drawing/2014/main" id="{0A05FA1A-1DD3-4DFD-874A-897BD46ECF7A}"/>
              </a:ext>
            </a:extLst>
          </p:cNvPr>
          <p:cNvSpPr>
            <a:spLocks xmlns:a="http://schemas.openxmlformats.org/drawingml/2006/main" noGrp="1"/>
          </p:cNvSpPr>
          <p:nvPr/>
        </p:nvSpPr>
        <p:spPr>
          <a:xfrm xmlns:a="http://schemas.openxmlformats.org/drawingml/2006/main">
            <a:off x="4324350" y="4143375"/>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Audit trails preserve decisions and administrative change</a:t>
            </a:r>
          </a:p>
        </p:txBody>
      </p:sp>
      <p:sp>
        <p:nvSpPr>
          <p:cNvPr id="20" name="">
            <a:extLst xmlns:a="http://schemas.openxmlformats.org/drawingml/2006/main">
              <a:ext uri="{FF2B5EF4-FFF2-40B4-BE49-F238E27FC236}">
                <a16:creationId xmlns:a16="http://schemas.microsoft.com/office/drawing/2014/main" id="{DA99F92D-F155-4E8E-A223-8C6FF194AA7E}"/>
              </a:ext>
            </a:extLst>
          </p:cNvPr>
          <p:cNvSpPr>
            <a:spLocks xmlns:a="http://schemas.openxmlformats.org/drawingml/2006/main" noGrp="1"/>
          </p:cNvSpPr>
          <p:nvPr/>
        </p:nvSpPr>
        <p:spPr>
          <a:xfrm xmlns:a="http://schemas.openxmlformats.org/drawingml/2006/main">
            <a:off x="4324350" y="5114925"/>
            <a:ext cx="3028950" cy="0"/>
          </a:xfrm>
          <a:prstGeom xmlns:a="http://schemas.openxmlformats.org/drawingml/2006/main" prst="line">
            <a:avLst/>
          </a:prstGeom>
          <a:noFill xmlns:a="http://schemas.openxmlformats.org/drawingml/2006/main"/>
          <a:ln xmlns:a="http://schemas.openxmlformats.org/drawingml/2006/main" w="28575">
            <a:solidFill>
              <a:srgbClr val="D84A5C"/>
            </a:solidFill>
            <a:prstDash val="solid"/>
          </a:ln>
        </p:spPr>
      </p:sp>
      <p:sp>
        <p:nvSpPr>
          <p:cNvPr id="21" name="">
            <a:extLst xmlns:a="http://schemas.openxmlformats.org/drawingml/2006/main">
              <a:ext uri="{FF2B5EF4-FFF2-40B4-BE49-F238E27FC236}">
                <a16:creationId xmlns:a16="http://schemas.microsoft.com/office/drawing/2014/main" id="{A98478F9-C577-4876-A018-51335257A424}"/>
              </a:ext>
            </a:extLst>
          </p:cNvPr>
          <p:cNvSpPr>
            <a:spLocks xmlns:a="http://schemas.openxmlformats.org/drawingml/2006/main" noGrp="1"/>
          </p:cNvSpPr>
          <p:nvPr/>
        </p:nvSpPr>
        <p:spPr>
          <a:xfrm xmlns:a="http://schemas.openxmlformats.org/drawingml/2006/main">
            <a:off x="7962900" y="3714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FINALIZE</a:t>
            </a:r>
          </a:p>
        </p:txBody>
      </p:sp>
      <p:sp>
        <p:nvSpPr>
          <p:cNvPr id="22" name="">
            <a:extLst xmlns:a="http://schemas.openxmlformats.org/drawingml/2006/main">
              <a:ext uri="{FF2B5EF4-FFF2-40B4-BE49-F238E27FC236}">
                <a16:creationId xmlns:a16="http://schemas.microsoft.com/office/drawing/2014/main" id="{7D01D79F-71A9-4245-824B-ACDD4B5D12E0}"/>
              </a:ext>
            </a:extLst>
          </p:cNvPr>
          <p:cNvSpPr>
            <a:spLocks xmlns:a="http://schemas.openxmlformats.org/drawingml/2006/main" noGrp="1"/>
          </p:cNvSpPr>
          <p:nvPr/>
        </p:nvSpPr>
        <p:spPr>
          <a:xfrm xmlns:a="http://schemas.openxmlformats.org/drawingml/2006/main">
            <a:off x="7962900" y="4143375"/>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B1020"/>
                </a:solidFill>
              </a:defRPr>
            </a:pPr>
            <a:r>
              <a:rPr sz="1800" b="1">
                <a:solidFill>
                  <a:srgbClr val="0B1020"/>
                </a:solidFill>
              </a:rPr>
              <a:t>Verification and locking establish a clear final state</a:t>
            </a:r>
          </a:p>
        </p:txBody>
      </p:sp>
      <p:sp>
        <p:nvSpPr>
          <p:cNvPr id="23" name="">
            <a:extLst xmlns:a="http://schemas.openxmlformats.org/drawingml/2006/main">
              <a:ext uri="{FF2B5EF4-FFF2-40B4-BE49-F238E27FC236}">
                <a16:creationId xmlns:a16="http://schemas.microsoft.com/office/drawing/2014/main" id="{BA2BE19D-7584-44E0-95B5-CE2BF97AEA7D}"/>
              </a:ext>
            </a:extLst>
          </p:cNvPr>
          <p:cNvSpPr>
            <a:spLocks xmlns:a="http://schemas.openxmlformats.org/drawingml/2006/main" noGrp="1"/>
          </p:cNvSpPr>
          <p:nvPr/>
        </p:nvSpPr>
        <p:spPr>
          <a:xfrm xmlns:a="http://schemas.openxmlformats.org/drawingml/2006/main">
            <a:off x="7962900" y="5114925"/>
            <a:ext cx="3028950" cy="0"/>
          </a:xfrm>
          <a:prstGeom xmlns:a="http://schemas.openxmlformats.org/drawingml/2006/main" prst="line">
            <a:avLst/>
          </a:prstGeom>
          <a:noFill xmlns:a="http://schemas.openxmlformats.org/drawingml/2006/main"/>
          <a:ln xmlns:a="http://schemas.openxmlformats.org/drawingml/2006/main" w="28575">
            <a:solidFill>
              <a:srgbClr val="6D3CFF"/>
            </a:solidFill>
            <a:prstDash val="solid"/>
          </a:ln>
        </p:spPr>
      </p:sp>
      <p:sp>
        <p:nvSpPr>
          <p:cNvPr id="24" name="">
            <a:extLst xmlns:a="http://schemas.openxmlformats.org/drawingml/2006/main">
              <a:ext uri="{FF2B5EF4-FFF2-40B4-BE49-F238E27FC236}">
                <a16:creationId xmlns:a16="http://schemas.microsoft.com/office/drawing/2014/main" id="{05654981-8297-46C6-A5E8-680FCC386AAA}"/>
              </a:ext>
            </a:extLst>
          </p:cNvPr>
          <p:cNvSpPr>
            <a:spLocks xmlns:a="http://schemas.openxmlformats.org/drawingml/2006/main" noGrp="1"/>
          </p:cNvSpPr>
          <p:nvPr/>
        </p:nvSpPr>
        <p:spPr>
          <a:xfrm xmlns:a="http://schemas.openxmlformats.org/drawingml/2006/main">
            <a:off x="1238250" y="56197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6D3CFF"/>
                </a:solidFill>
              </a:defRPr>
            </a:pPr>
            <a:r>
              <a:rPr sz="1650" b="1">
                <a:solidFill>
                  <a:srgbClr val="6D3CFF"/>
                </a:solidFill>
              </a:rPr>
              <a:t>The result: a firm-wide reporting platform that is easier to use, easier to govern and easier to trust.</a:t>
            </a:r>
          </a:p>
        </p:txBody>
      </p:sp>
    </p:spTree>
    <p:extLst>
      <p:ext uri="{BB962C8B-B14F-4D97-AF65-F5344CB8AC3E}">
        <p14:creationId xmlns:p14="http://schemas.microsoft.com/office/powerpoint/2010/main" val="1964114020"/>
      </p:ext>
    </p:extLst>
  </p:cSld>
</p:sld>
</file>

<file path=ppt/slides/slide26.xml><?xml version="1.0" encoding="utf-8"?>
<p:sld xmlns:p="http://schemas.openxmlformats.org/presentationml/2006/main">
  <p:cSld>
    <p:bg>
      <p:bgPr>
        <a:solidFill xmlns:a="http://schemas.openxmlformats.org/drawingml/2006/main">
          <a:srgbClr val="6D3C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28557A-530E-4F4A-BBA0-61E98F777E27}"/>
              </a:ext>
            </a:extLst>
          </p:cNvPr>
          <p:cNvSpPr>
            <a:spLocks xmlns:a="http://schemas.openxmlformats.org/drawingml/2006/main" noGrp="1"/>
          </p:cNvSpPr>
          <p:nvPr/>
        </p:nvSpPr>
        <p:spPr>
          <a:xfrm xmlns:a="http://schemas.openxmlformats.org/drawingml/2006/main">
            <a:off x="685800" y="6477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WIDGETFLOW</a:t>
            </a:r>
          </a:p>
        </p:txBody>
      </p:sp>
      <p:sp>
        <p:nvSpPr>
          <p:cNvPr id="2" name="">
            <a:extLst xmlns:a="http://schemas.openxmlformats.org/drawingml/2006/main">
              <a:ext uri="{FF2B5EF4-FFF2-40B4-BE49-F238E27FC236}">
                <a16:creationId xmlns:a16="http://schemas.microsoft.com/office/drawing/2014/main" id="{075CA0FC-EB39-40A7-8624-ABE20509AEA6}"/>
              </a:ext>
            </a:extLst>
          </p:cNvPr>
          <p:cNvSpPr>
            <a:spLocks xmlns:a="http://schemas.openxmlformats.org/drawingml/2006/main" noGrp="1"/>
          </p:cNvSpPr>
          <p:nvPr/>
        </p:nvSpPr>
        <p:spPr>
          <a:xfrm xmlns:a="http://schemas.openxmlformats.org/drawingml/2006/main">
            <a:off x="685800" y="1733550"/>
            <a:ext cx="7524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FFFFFF"/>
                </a:solidFill>
              </a:defRPr>
            </a:pPr>
            <a:r>
              <a:rPr sz="4650" b="1">
                <a:solidFill>
                  <a:srgbClr val="FFFFFF"/>
                </a:solidFill>
              </a:rPr>
              <a:t>Make every report</a:t>
            </a:r>
          </a:p>
          <a:p xmlns:a="http://schemas.openxmlformats.org/drawingml/2006/main">
            <a:pPr algn="l">
              <a:defRPr sz="4650" b="1">
                <a:solidFill>
                  <a:srgbClr val="FFFFFF"/>
                </a:solidFill>
              </a:defRPr>
            </a:pPr>
            <a:r>
              <a:rPr sz="4650" b="1">
                <a:solidFill>
                  <a:srgbClr val="FFFFFF"/>
                </a:solidFill>
              </a:rPr>
              <a:t>a controlled process.</a:t>
            </a:r>
          </a:p>
        </p:txBody>
      </p:sp>
      <p:sp>
        <p:nvSpPr>
          <p:cNvPr id="3" name="">
            <a:extLst xmlns:a="http://schemas.openxmlformats.org/drawingml/2006/main">
              <a:ext uri="{FF2B5EF4-FFF2-40B4-BE49-F238E27FC236}">
                <a16:creationId xmlns:a16="http://schemas.microsoft.com/office/drawing/2014/main" id="{6828DE89-849F-4CDD-A01F-0163B65BADB4}"/>
              </a:ext>
            </a:extLst>
          </p:cNvPr>
          <p:cNvSpPr>
            <a:spLocks xmlns:a="http://schemas.openxmlformats.org/drawingml/2006/main" noGrp="1"/>
          </p:cNvSpPr>
          <p:nvPr/>
        </p:nvSpPr>
        <p:spPr>
          <a:xfrm xmlns:a="http://schemas.openxmlformats.org/drawingml/2006/main">
            <a:off x="723900" y="3638550"/>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EEE9FF"/>
                </a:solidFill>
              </a:defRPr>
            </a:pPr>
            <a:r>
              <a:rPr sz="1875" b="0">
                <a:solidFill>
                  <a:srgbClr val="EEE9FF"/>
                </a:solidFill>
              </a:rPr>
              <a:t>Standardize the structure. Govern publication. Guide completion. Keep review, evidence and accountability connected.</a:t>
            </a:r>
          </a:p>
        </p:txBody>
      </p:sp>
      <p:sp>
        <p:nvSpPr>
          <p:cNvPr id="4" name="">
            <a:extLst xmlns:a="http://schemas.openxmlformats.org/drawingml/2006/main">
              <a:ext uri="{FF2B5EF4-FFF2-40B4-BE49-F238E27FC236}">
                <a16:creationId xmlns:a16="http://schemas.microsoft.com/office/drawing/2014/main" id="{6F0BAE96-FBC3-4B04-9D0C-50040DF26A93}"/>
              </a:ext>
            </a:extLst>
          </p:cNvPr>
          <p:cNvSpPr>
            <a:spLocks xmlns:a="http://schemas.openxmlformats.org/drawingml/2006/main" noGrp="1"/>
          </p:cNvSpPr>
          <p:nvPr/>
        </p:nvSpPr>
        <p:spPr>
          <a:xfrm xmlns:a="http://schemas.openxmlformats.org/drawingml/2006/main">
            <a:off x="723900" y="5191125"/>
            <a:ext cx="8477250" cy="0"/>
          </a:xfrm>
          <a:prstGeom xmlns:a="http://schemas.openxmlformats.org/drawingml/2006/main" prst="line">
            <a:avLst/>
          </a:prstGeom>
          <a:noFill xmlns:a="http://schemas.openxmlformats.org/drawingml/2006/main"/>
          <a:ln xmlns:a="http://schemas.openxmlformats.org/drawingml/2006/main" w="38100">
            <a:solidFill>
              <a:srgbClr val="92ECF4"/>
            </a:solidFill>
            <a:prstDash val="solid"/>
          </a:ln>
        </p:spPr>
      </p:sp>
      <p:sp>
        <p:nvSpPr>
          <p:cNvPr id="5" name="">
            <a:extLst xmlns:a="http://schemas.openxmlformats.org/drawingml/2006/main">
              <a:ext uri="{FF2B5EF4-FFF2-40B4-BE49-F238E27FC236}">
                <a16:creationId xmlns:a16="http://schemas.microsoft.com/office/drawing/2014/main" id="{908287B4-C60A-472B-96CB-EB9E3CE3BF24}"/>
              </a:ext>
            </a:extLst>
          </p:cNvPr>
          <p:cNvSpPr>
            <a:spLocks xmlns:a="http://schemas.openxmlformats.org/drawingml/2006/main" noGrp="1"/>
          </p:cNvSpPr>
          <p:nvPr/>
        </p:nvSpPr>
        <p:spPr>
          <a:xfrm xmlns:a="http://schemas.openxmlformats.org/drawingml/2006/main">
            <a:off x="742950" y="55245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NEXT CONVERSATION</a:t>
            </a:r>
          </a:p>
        </p:txBody>
      </p:sp>
      <p:sp>
        <p:nvSpPr>
          <p:cNvPr id="6" name="">
            <a:extLst xmlns:a="http://schemas.openxmlformats.org/drawingml/2006/main">
              <a:ext uri="{FF2B5EF4-FFF2-40B4-BE49-F238E27FC236}">
                <a16:creationId xmlns:a16="http://schemas.microsoft.com/office/drawing/2014/main" id="{483F9421-ED1A-47A1-9E90-4008B5435237}"/>
              </a:ext>
            </a:extLst>
          </p:cNvPr>
          <p:cNvSpPr>
            <a:spLocks xmlns:a="http://schemas.openxmlformats.org/drawingml/2006/main" noGrp="1"/>
          </p:cNvSpPr>
          <p:nvPr/>
        </p:nvSpPr>
        <p:spPr>
          <a:xfrm xmlns:a="http://schemas.openxmlformats.org/drawingml/2006/main">
            <a:off x="3143250" y="5457825"/>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Walk through your highest-value reporting workflow and map it to WidgetFlow.</a:t>
            </a:r>
          </a:p>
        </p:txBody>
      </p:sp>
      <p:sp>
        <p:nvSpPr>
          <p:cNvPr id="7" name="">
            <a:extLst xmlns:a="http://schemas.openxmlformats.org/drawingml/2006/main">
              <a:ext uri="{FF2B5EF4-FFF2-40B4-BE49-F238E27FC236}">
                <a16:creationId xmlns:a16="http://schemas.microsoft.com/office/drawing/2014/main" id="{E09DB04E-DF36-4214-AF08-6A576A89E61D}"/>
              </a:ext>
            </a:extLst>
          </p:cNvPr>
          <p:cNvSpPr>
            <a:spLocks xmlns:a="http://schemas.openxmlformats.org/drawingml/2006/main" noGrp="1"/>
          </p:cNvSpPr>
          <p:nvPr/>
        </p:nvSpPr>
        <p:spPr>
          <a:xfrm xmlns:a="http://schemas.openxmlformats.org/drawingml/2006/main">
            <a:off x="7239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DDD4FF"/>
                </a:solidFill>
              </a:defRPr>
            </a:pPr>
            <a:r>
              <a:rPr sz="825" b="0">
                <a:solidFill>
                  <a:srgbClr val="DDD4FF"/>
                </a:solidFill>
              </a:rPr>
              <a:t>Optional capability appendix follows</a:t>
            </a:r>
          </a:p>
        </p:txBody>
      </p:sp>
    </p:spTree>
    <p:extLst>
      <p:ext uri="{BB962C8B-B14F-4D97-AF65-F5344CB8AC3E}">
        <p14:creationId xmlns:p14="http://schemas.microsoft.com/office/powerpoint/2010/main" val="1502981172"/>
      </p:ext>
    </p:extLst>
  </p:cSld>
</p:sld>
</file>

<file path=ppt/slides/slide27.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C32CE8C1-219B-4908-A651-A48F783505BE}"/>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OPTIONAL PRODUCT CAPABILITY APPENDIX</a:t>
            </a:r>
          </a:p>
        </p:txBody>
      </p:sp>
      <p:sp>
        <p:nvSpPr>
          <p:cNvPr id="2" name="slide-title-27">
            <a:extLst xmlns:a="http://schemas.openxmlformats.org/drawingml/2006/main">
              <a:ext uri="{FF2B5EF4-FFF2-40B4-BE49-F238E27FC236}">
                <a16:creationId xmlns:a16="http://schemas.microsoft.com/office/drawing/2014/main" id="{C93C677F-E12C-4CB1-8056-89EE1D609FCB}"/>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Template Studio capability map</a:t>
            </a:r>
          </a:p>
        </p:txBody>
      </p:sp>
      <p:sp>
        <p:nvSpPr>
          <p:cNvPr id="3" name="">
            <a:extLst xmlns:a="http://schemas.openxmlformats.org/drawingml/2006/main">
              <a:ext uri="{FF2B5EF4-FFF2-40B4-BE49-F238E27FC236}">
                <a16:creationId xmlns:a16="http://schemas.microsoft.com/office/drawing/2014/main" id="{256B6B5F-00F1-4292-BD1D-B2C2C49CD6B2}"/>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27</a:t>
            </a:r>
          </a:p>
        </p:txBody>
      </p:sp>
      <p:sp>
        <p:nvSpPr>
          <p:cNvPr id="4" name="">
            <a:extLst xmlns:a="http://schemas.openxmlformats.org/drawingml/2006/main">
              <a:ext uri="{FF2B5EF4-FFF2-40B4-BE49-F238E27FC236}">
                <a16:creationId xmlns:a16="http://schemas.microsoft.com/office/drawing/2014/main" id="{BA7CEF21-A60E-44FE-BD1D-6C64E0C6C42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87A578A9-F2F7-4A25-A224-DDBD45D5AFB8}"/>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5DF31074-BFC9-4AD8-979F-AC94735C793D}"/>
              </a:ext>
            </a:extLst>
          </p:cNvPr>
          <p:cNvSpPr>
            <a:spLocks xmlns:a="http://schemas.openxmlformats.org/drawingml/2006/main" noGrp="1"/>
          </p:cNvSpPr>
          <p:nvPr/>
        </p:nvSpPr>
        <p:spPr>
          <a:xfrm xmlns:a="http://schemas.openxmlformats.org/drawingml/2006/main">
            <a:off x="647700" y="1524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6D3CFF"/>
                </a:solidFill>
              </a:defRPr>
            </a:pPr>
            <a:r>
              <a:rPr sz="1275" b="1">
                <a:solidFill>
                  <a:srgbClr val="6D3CFF"/>
                </a:solidFill>
              </a:rPr>
              <a:t>Templates</a:t>
            </a:r>
          </a:p>
        </p:txBody>
      </p:sp>
      <p:sp>
        <p:nvSpPr>
          <p:cNvPr id="7" name="">
            <a:extLst xmlns:a="http://schemas.openxmlformats.org/drawingml/2006/main">
              <a:ext uri="{FF2B5EF4-FFF2-40B4-BE49-F238E27FC236}">
                <a16:creationId xmlns:a16="http://schemas.microsoft.com/office/drawing/2014/main" id="{71238920-96FC-44F6-A16D-3EDD9F03A5E4}"/>
              </a:ext>
            </a:extLst>
          </p:cNvPr>
          <p:cNvSpPr>
            <a:spLocks xmlns:a="http://schemas.openxmlformats.org/drawingml/2006/main" noGrp="1"/>
          </p:cNvSpPr>
          <p:nvPr/>
        </p:nvSpPr>
        <p:spPr>
          <a:xfrm xmlns:a="http://schemas.openxmlformats.org/drawingml/2006/main">
            <a:off x="647700" y="18669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Approved starters, search and favorites</a:t>
            </a:r>
          </a:p>
        </p:txBody>
      </p:sp>
      <p:sp>
        <p:nvSpPr>
          <p:cNvPr id="8" name="">
            <a:extLst xmlns:a="http://schemas.openxmlformats.org/drawingml/2006/main">
              <a:ext uri="{FF2B5EF4-FFF2-40B4-BE49-F238E27FC236}">
                <a16:creationId xmlns:a16="http://schemas.microsoft.com/office/drawing/2014/main" id="{E629188A-9349-40C1-96C6-8C4B8548883A}"/>
              </a:ext>
            </a:extLst>
          </p:cNvPr>
          <p:cNvSpPr>
            <a:spLocks xmlns:a="http://schemas.openxmlformats.org/drawingml/2006/main" noGrp="1"/>
          </p:cNvSpPr>
          <p:nvPr/>
        </p:nvSpPr>
        <p:spPr>
          <a:xfrm xmlns:a="http://schemas.openxmlformats.org/drawingml/2006/main">
            <a:off x="647700" y="24193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9" name="">
            <a:extLst xmlns:a="http://schemas.openxmlformats.org/drawingml/2006/main">
              <a:ext uri="{FF2B5EF4-FFF2-40B4-BE49-F238E27FC236}">
                <a16:creationId xmlns:a16="http://schemas.microsoft.com/office/drawing/2014/main" id="{6161AA4A-6363-4EB9-8FD2-43A6DD31DCF6}"/>
              </a:ext>
            </a:extLst>
          </p:cNvPr>
          <p:cNvSpPr>
            <a:spLocks xmlns:a="http://schemas.openxmlformats.org/drawingml/2006/main" noGrp="1"/>
          </p:cNvSpPr>
          <p:nvPr/>
        </p:nvSpPr>
        <p:spPr>
          <a:xfrm xmlns:a="http://schemas.openxmlformats.org/drawingml/2006/main">
            <a:off x="4314825" y="1524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0C7D9"/>
                </a:solidFill>
              </a:defRPr>
            </a:pPr>
            <a:r>
              <a:rPr sz="1275" b="1">
                <a:solidFill>
                  <a:srgbClr val="20C7D9"/>
                </a:solidFill>
              </a:rPr>
              <a:t>Elements</a:t>
            </a:r>
          </a:p>
        </p:txBody>
      </p:sp>
      <p:sp>
        <p:nvSpPr>
          <p:cNvPr id="10" name="">
            <a:extLst xmlns:a="http://schemas.openxmlformats.org/drawingml/2006/main">
              <a:ext uri="{FF2B5EF4-FFF2-40B4-BE49-F238E27FC236}">
                <a16:creationId xmlns:a16="http://schemas.microsoft.com/office/drawing/2014/main" id="{5A0EBD17-658F-44B9-A26C-B5CBC7FB5D73}"/>
              </a:ext>
            </a:extLst>
          </p:cNvPr>
          <p:cNvSpPr>
            <a:spLocks xmlns:a="http://schemas.openxmlformats.org/drawingml/2006/main" noGrp="1"/>
          </p:cNvSpPr>
          <p:nvPr/>
        </p:nvSpPr>
        <p:spPr>
          <a:xfrm xmlns:a="http://schemas.openxmlformats.org/drawingml/2006/main">
            <a:off x="4314825" y="18669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23 configurable building blocks</a:t>
            </a:r>
          </a:p>
        </p:txBody>
      </p:sp>
      <p:sp>
        <p:nvSpPr>
          <p:cNvPr id="11" name="">
            <a:extLst xmlns:a="http://schemas.openxmlformats.org/drawingml/2006/main">
              <a:ext uri="{FF2B5EF4-FFF2-40B4-BE49-F238E27FC236}">
                <a16:creationId xmlns:a16="http://schemas.microsoft.com/office/drawing/2014/main" id="{4711A9AF-D152-469C-944A-9C8C8CAE7DF9}"/>
              </a:ext>
            </a:extLst>
          </p:cNvPr>
          <p:cNvSpPr>
            <a:spLocks xmlns:a="http://schemas.openxmlformats.org/drawingml/2006/main" noGrp="1"/>
          </p:cNvSpPr>
          <p:nvPr/>
        </p:nvSpPr>
        <p:spPr>
          <a:xfrm xmlns:a="http://schemas.openxmlformats.org/drawingml/2006/main">
            <a:off x="4314825" y="24193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4335BD34-CFE8-48F0-8E61-FBF771197DA4}"/>
              </a:ext>
            </a:extLst>
          </p:cNvPr>
          <p:cNvSpPr>
            <a:spLocks xmlns:a="http://schemas.openxmlformats.org/drawingml/2006/main" noGrp="1"/>
          </p:cNvSpPr>
          <p:nvPr/>
        </p:nvSpPr>
        <p:spPr>
          <a:xfrm xmlns:a="http://schemas.openxmlformats.org/drawingml/2006/main">
            <a:off x="7981950" y="1524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6D3CFF"/>
                </a:solidFill>
              </a:defRPr>
            </a:pPr>
            <a:r>
              <a:rPr sz="1275" b="1">
                <a:solidFill>
                  <a:srgbClr val="6D3CFF"/>
                </a:solidFill>
              </a:rPr>
              <a:t>Content Library</a:t>
            </a:r>
          </a:p>
        </p:txBody>
      </p:sp>
      <p:sp>
        <p:nvSpPr>
          <p:cNvPr id="13" name="">
            <a:extLst xmlns:a="http://schemas.openxmlformats.org/drawingml/2006/main">
              <a:ext uri="{FF2B5EF4-FFF2-40B4-BE49-F238E27FC236}">
                <a16:creationId xmlns:a16="http://schemas.microsoft.com/office/drawing/2014/main" id="{358FC70E-6D91-4E41-AA64-87A2D4D48ADB}"/>
              </a:ext>
            </a:extLst>
          </p:cNvPr>
          <p:cNvSpPr>
            <a:spLocks xmlns:a="http://schemas.openxmlformats.org/drawingml/2006/main" noGrp="1"/>
          </p:cNvSpPr>
          <p:nvPr/>
        </p:nvSpPr>
        <p:spPr>
          <a:xfrm xmlns:a="http://schemas.openxmlformats.org/drawingml/2006/main">
            <a:off x="7981950" y="18669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System and personal reusable sections</a:t>
            </a:r>
          </a:p>
        </p:txBody>
      </p:sp>
      <p:sp>
        <p:nvSpPr>
          <p:cNvPr id="14" name="">
            <a:extLst xmlns:a="http://schemas.openxmlformats.org/drawingml/2006/main">
              <a:ext uri="{FF2B5EF4-FFF2-40B4-BE49-F238E27FC236}">
                <a16:creationId xmlns:a16="http://schemas.microsoft.com/office/drawing/2014/main" id="{7DCAC85A-3DA5-4E2F-9565-94768C3A993D}"/>
              </a:ext>
            </a:extLst>
          </p:cNvPr>
          <p:cNvSpPr>
            <a:spLocks xmlns:a="http://schemas.openxmlformats.org/drawingml/2006/main" noGrp="1"/>
          </p:cNvSpPr>
          <p:nvPr/>
        </p:nvSpPr>
        <p:spPr>
          <a:xfrm xmlns:a="http://schemas.openxmlformats.org/drawingml/2006/main">
            <a:off x="7981950" y="24193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5" name="">
            <a:extLst xmlns:a="http://schemas.openxmlformats.org/drawingml/2006/main">
              <a:ext uri="{FF2B5EF4-FFF2-40B4-BE49-F238E27FC236}">
                <a16:creationId xmlns:a16="http://schemas.microsoft.com/office/drawing/2014/main" id="{2750C859-6A24-4ED6-AB6F-E9ABA0B95A40}"/>
              </a:ext>
            </a:extLst>
          </p:cNvPr>
          <p:cNvSpPr>
            <a:spLocks xmlns:a="http://schemas.openxmlformats.org/drawingml/2006/main" noGrp="1"/>
          </p:cNvSpPr>
          <p:nvPr/>
        </p:nvSpPr>
        <p:spPr>
          <a:xfrm xmlns:a="http://schemas.openxmlformats.org/drawingml/2006/main">
            <a:off x="647700" y="25908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6D3CFF"/>
                </a:solidFill>
              </a:defRPr>
            </a:pPr>
            <a:r>
              <a:rPr sz="1275" b="1">
                <a:solidFill>
                  <a:srgbClr val="6D3CFF"/>
                </a:solidFill>
              </a:rPr>
              <a:t>Packs</a:t>
            </a:r>
          </a:p>
        </p:txBody>
      </p:sp>
      <p:sp>
        <p:nvSpPr>
          <p:cNvPr id="16" name="">
            <a:extLst xmlns:a="http://schemas.openxmlformats.org/drawingml/2006/main">
              <a:ext uri="{FF2B5EF4-FFF2-40B4-BE49-F238E27FC236}">
                <a16:creationId xmlns:a16="http://schemas.microsoft.com/office/drawing/2014/main" id="{EE14696F-542A-495D-B42B-C2ED59E4CDF9}"/>
              </a:ext>
            </a:extLst>
          </p:cNvPr>
          <p:cNvSpPr>
            <a:spLocks xmlns:a="http://schemas.openxmlformats.org/drawingml/2006/main" noGrp="1"/>
          </p:cNvSpPr>
          <p:nvPr/>
        </p:nvSpPr>
        <p:spPr>
          <a:xfrm xmlns:a="http://schemas.openxmlformats.org/drawingml/2006/main">
            <a:off x="647700" y="29337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Standard Packs and My Packs</a:t>
            </a:r>
          </a:p>
        </p:txBody>
      </p:sp>
      <p:sp>
        <p:nvSpPr>
          <p:cNvPr id="17" name="">
            <a:extLst xmlns:a="http://schemas.openxmlformats.org/drawingml/2006/main">
              <a:ext uri="{FF2B5EF4-FFF2-40B4-BE49-F238E27FC236}">
                <a16:creationId xmlns:a16="http://schemas.microsoft.com/office/drawing/2014/main" id="{685CCD84-10DF-4D9C-B99A-713AA8979BD1}"/>
              </a:ext>
            </a:extLst>
          </p:cNvPr>
          <p:cNvSpPr>
            <a:spLocks xmlns:a="http://schemas.openxmlformats.org/drawingml/2006/main" noGrp="1"/>
          </p:cNvSpPr>
          <p:nvPr/>
        </p:nvSpPr>
        <p:spPr>
          <a:xfrm xmlns:a="http://schemas.openxmlformats.org/drawingml/2006/main">
            <a:off x="647700" y="34861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8" name="">
            <a:extLst xmlns:a="http://schemas.openxmlformats.org/drawingml/2006/main">
              <a:ext uri="{FF2B5EF4-FFF2-40B4-BE49-F238E27FC236}">
                <a16:creationId xmlns:a16="http://schemas.microsoft.com/office/drawing/2014/main" id="{5F73F9FF-A442-4719-AAC0-76CA162578E6}"/>
              </a:ext>
            </a:extLst>
          </p:cNvPr>
          <p:cNvSpPr>
            <a:spLocks xmlns:a="http://schemas.openxmlformats.org/drawingml/2006/main" noGrp="1"/>
          </p:cNvSpPr>
          <p:nvPr/>
        </p:nvSpPr>
        <p:spPr>
          <a:xfrm xmlns:a="http://schemas.openxmlformats.org/drawingml/2006/main">
            <a:off x="4314825" y="25908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0C7D9"/>
                </a:solidFill>
              </a:defRPr>
            </a:pPr>
            <a:r>
              <a:rPr sz="1275" b="1">
                <a:solidFill>
                  <a:srgbClr val="20C7D9"/>
                </a:solidFill>
              </a:rPr>
              <a:t>Text</a:t>
            </a:r>
          </a:p>
        </p:txBody>
      </p:sp>
      <p:sp>
        <p:nvSpPr>
          <p:cNvPr id="19" name="">
            <a:extLst xmlns:a="http://schemas.openxmlformats.org/drawingml/2006/main">
              <a:ext uri="{FF2B5EF4-FFF2-40B4-BE49-F238E27FC236}">
                <a16:creationId xmlns:a16="http://schemas.microsoft.com/office/drawing/2014/main" id="{85BA9C45-21C8-43C6-85DF-7D3D53170F39}"/>
              </a:ext>
            </a:extLst>
          </p:cNvPr>
          <p:cNvSpPr>
            <a:spLocks xmlns:a="http://schemas.openxmlformats.org/drawingml/2006/main" noGrp="1"/>
          </p:cNvSpPr>
          <p:nvPr/>
        </p:nvSpPr>
        <p:spPr>
          <a:xfrm xmlns:a="http://schemas.openxmlformats.org/drawingml/2006/main">
            <a:off x="4314825" y="29337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Quick heading and paragraph insertion</a:t>
            </a:r>
          </a:p>
        </p:txBody>
      </p:sp>
      <p:sp>
        <p:nvSpPr>
          <p:cNvPr id="20" name="">
            <a:extLst xmlns:a="http://schemas.openxmlformats.org/drawingml/2006/main">
              <a:ext uri="{FF2B5EF4-FFF2-40B4-BE49-F238E27FC236}">
                <a16:creationId xmlns:a16="http://schemas.microsoft.com/office/drawing/2014/main" id="{32D7ED39-DECB-4F7C-9DEC-43DE26E8DB52}"/>
              </a:ext>
            </a:extLst>
          </p:cNvPr>
          <p:cNvSpPr>
            <a:spLocks xmlns:a="http://schemas.openxmlformats.org/drawingml/2006/main" noGrp="1"/>
          </p:cNvSpPr>
          <p:nvPr/>
        </p:nvSpPr>
        <p:spPr>
          <a:xfrm xmlns:a="http://schemas.openxmlformats.org/drawingml/2006/main">
            <a:off x="4314825" y="34861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1" name="">
            <a:extLst xmlns:a="http://schemas.openxmlformats.org/drawingml/2006/main">
              <a:ext uri="{FF2B5EF4-FFF2-40B4-BE49-F238E27FC236}">
                <a16:creationId xmlns:a16="http://schemas.microsoft.com/office/drawing/2014/main" id="{95ED1A93-5EDD-4ECA-807F-6E7194AE90B3}"/>
              </a:ext>
            </a:extLst>
          </p:cNvPr>
          <p:cNvSpPr>
            <a:spLocks xmlns:a="http://schemas.openxmlformats.org/drawingml/2006/main" noGrp="1"/>
          </p:cNvSpPr>
          <p:nvPr/>
        </p:nvSpPr>
        <p:spPr>
          <a:xfrm xmlns:a="http://schemas.openxmlformats.org/drawingml/2006/main">
            <a:off x="7981950" y="25908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6D3CFF"/>
                </a:solidFill>
              </a:defRPr>
            </a:pPr>
            <a:r>
              <a:rPr sz="1275" b="1">
                <a:solidFill>
                  <a:srgbClr val="6D3CFF"/>
                </a:solidFill>
              </a:rPr>
              <a:t>Sections</a:t>
            </a:r>
          </a:p>
        </p:txBody>
      </p:sp>
      <p:sp>
        <p:nvSpPr>
          <p:cNvPr id="22" name="">
            <a:extLst xmlns:a="http://schemas.openxmlformats.org/drawingml/2006/main">
              <a:ext uri="{FF2B5EF4-FFF2-40B4-BE49-F238E27FC236}">
                <a16:creationId xmlns:a16="http://schemas.microsoft.com/office/drawing/2014/main" id="{62A5A91B-8F7F-4DCE-8D42-2ACCE497A14E}"/>
              </a:ext>
            </a:extLst>
          </p:cNvPr>
          <p:cNvSpPr>
            <a:spLocks xmlns:a="http://schemas.openxmlformats.org/drawingml/2006/main" noGrp="1"/>
          </p:cNvSpPr>
          <p:nvPr/>
        </p:nvSpPr>
        <p:spPr>
          <a:xfrm xmlns:a="http://schemas.openxmlformats.org/drawingml/2006/main">
            <a:off x="7981950" y="29337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Add, name and reorder structure</a:t>
            </a:r>
          </a:p>
        </p:txBody>
      </p:sp>
      <p:sp>
        <p:nvSpPr>
          <p:cNvPr id="23" name="">
            <a:extLst xmlns:a="http://schemas.openxmlformats.org/drawingml/2006/main">
              <a:ext uri="{FF2B5EF4-FFF2-40B4-BE49-F238E27FC236}">
                <a16:creationId xmlns:a16="http://schemas.microsoft.com/office/drawing/2014/main" id="{B1A6D12E-C299-4B38-B1EB-3040592F1AF5}"/>
              </a:ext>
            </a:extLst>
          </p:cNvPr>
          <p:cNvSpPr>
            <a:spLocks xmlns:a="http://schemas.openxmlformats.org/drawingml/2006/main" noGrp="1"/>
          </p:cNvSpPr>
          <p:nvPr/>
        </p:nvSpPr>
        <p:spPr>
          <a:xfrm xmlns:a="http://schemas.openxmlformats.org/drawingml/2006/main">
            <a:off x="7981950" y="34861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4" name="">
            <a:extLst xmlns:a="http://schemas.openxmlformats.org/drawingml/2006/main">
              <a:ext uri="{FF2B5EF4-FFF2-40B4-BE49-F238E27FC236}">
                <a16:creationId xmlns:a16="http://schemas.microsoft.com/office/drawing/2014/main" id="{57A40B33-7A1C-45BF-8467-22C76E9449D1}"/>
              </a:ext>
            </a:extLst>
          </p:cNvPr>
          <p:cNvSpPr>
            <a:spLocks xmlns:a="http://schemas.openxmlformats.org/drawingml/2006/main" noGrp="1"/>
          </p:cNvSpPr>
          <p:nvPr/>
        </p:nvSpPr>
        <p:spPr>
          <a:xfrm xmlns:a="http://schemas.openxmlformats.org/drawingml/2006/main">
            <a:off x="647700" y="36576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6D3CFF"/>
                </a:solidFill>
              </a:defRPr>
            </a:pPr>
            <a:r>
              <a:rPr sz="1275" b="1">
                <a:solidFill>
                  <a:srgbClr val="6D3CFF"/>
                </a:solidFill>
              </a:rPr>
              <a:t>Data Fields</a:t>
            </a:r>
          </a:p>
        </p:txBody>
      </p:sp>
      <p:sp>
        <p:nvSpPr>
          <p:cNvPr id="25" name="">
            <a:extLst xmlns:a="http://schemas.openxmlformats.org/drawingml/2006/main">
              <a:ext uri="{FF2B5EF4-FFF2-40B4-BE49-F238E27FC236}">
                <a16:creationId xmlns:a16="http://schemas.microsoft.com/office/drawing/2014/main" id="{856F310C-E37C-49D2-A299-80C1A3C70F27}"/>
              </a:ext>
            </a:extLst>
          </p:cNvPr>
          <p:cNvSpPr>
            <a:spLocks xmlns:a="http://schemas.openxmlformats.org/drawingml/2006/main" noGrp="1"/>
          </p:cNvSpPr>
          <p:nvPr/>
        </p:nvSpPr>
        <p:spPr>
          <a:xfrm xmlns:a="http://schemas.openxmlformats.org/drawingml/2006/main">
            <a:off x="647700" y="40005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Ready-made business inputs</a:t>
            </a:r>
          </a:p>
        </p:txBody>
      </p:sp>
      <p:sp>
        <p:nvSpPr>
          <p:cNvPr id="26" name="">
            <a:extLst xmlns:a="http://schemas.openxmlformats.org/drawingml/2006/main">
              <a:ext uri="{FF2B5EF4-FFF2-40B4-BE49-F238E27FC236}">
                <a16:creationId xmlns:a16="http://schemas.microsoft.com/office/drawing/2014/main" id="{877E3EB2-6780-415A-B76C-5DCE2587A2A5}"/>
              </a:ext>
            </a:extLst>
          </p:cNvPr>
          <p:cNvSpPr>
            <a:spLocks xmlns:a="http://schemas.openxmlformats.org/drawingml/2006/main" noGrp="1"/>
          </p:cNvSpPr>
          <p:nvPr/>
        </p:nvSpPr>
        <p:spPr>
          <a:xfrm xmlns:a="http://schemas.openxmlformats.org/drawingml/2006/main">
            <a:off x="647700" y="45529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7" name="">
            <a:extLst xmlns:a="http://schemas.openxmlformats.org/drawingml/2006/main">
              <a:ext uri="{FF2B5EF4-FFF2-40B4-BE49-F238E27FC236}">
                <a16:creationId xmlns:a16="http://schemas.microsoft.com/office/drawing/2014/main" id="{2009356D-838A-4027-8FF5-EC8F5DF26D69}"/>
              </a:ext>
            </a:extLst>
          </p:cNvPr>
          <p:cNvSpPr>
            <a:spLocks xmlns:a="http://schemas.openxmlformats.org/drawingml/2006/main" noGrp="1"/>
          </p:cNvSpPr>
          <p:nvPr/>
        </p:nvSpPr>
        <p:spPr>
          <a:xfrm xmlns:a="http://schemas.openxmlformats.org/drawingml/2006/main">
            <a:off x="4314825" y="36576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0C7D9"/>
                </a:solidFill>
              </a:defRPr>
            </a:pPr>
            <a:r>
              <a:rPr sz="1275" b="1">
                <a:solidFill>
                  <a:srgbClr val="20C7D9"/>
                </a:solidFill>
              </a:rPr>
              <a:t>Themes</a:t>
            </a:r>
          </a:p>
        </p:txBody>
      </p:sp>
      <p:sp>
        <p:nvSpPr>
          <p:cNvPr id="28" name="">
            <a:extLst xmlns:a="http://schemas.openxmlformats.org/drawingml/2006/main">
              <a:ext uri="{FF2B5EF4-FFF2-40B4-BE49-F238E27FC236}">
                <a16:creationId xmlns:a16="http://schemas.microsoft.com/office/drawing/2014/main" id="{34AC81CB-09B9-4DB9-9DA0-842C9EFB1DE3}"/>
              </a:ext>
            </a:extLst>
          </p:cNvPr>
          <p:cNvSpPr>
            <a:spLocks xmlns:a="http://schemas.openxmlformats.org/drawingml/2006/main" noGrp="1"/>
          </p:cNvSpPr>
          <p:nvPr/>
        </p:nvSpPr>
        <p:spPr>
          <a:xfrm xmlns:a="http://schemas.openxmlformats.org/drawingml/2006/main">
            <a:off x="4314825" y="40005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Typography, color, spacing and density</a:t>
            </a:r>
          </a:p>
        </p:txBody>
      </p:sp>
      <p:sp>
        <p:nvSpPr>
          <p:cNvPr id="29" name="">
            <a:extLst xmlns:a="http://schemas.openxmlformats.org/drawingml/2006/main">
              <a:ext uri="{FF2B5EF4-FFF2-40B4-BE49-F238E27FC236}">
                <a16:creationId xmlns:a16="http://schemas.microsoft.com/office/drawing/2014/main" id="{3E02FA7E-7BC6-4C04-B018-40374B8603C7}"/>
              </a:ext>
            </a:extLst>
          </p:cNvPr>
          <p:cNvSpPr>
            <a:spLocks xmlns:a="http://schemas.openxmlformats.org/drawingml/2006/main" noGrp="1"/>
          </p:cNvSpPr>
          <p:nvPr/>
        </p:nvSpPr>
        <p:spPr>
          <a:xfrm xmlns:a="http://schemas.openxmlformats.org/drawingml/2006/main">
            <a:off x="4314825" y="45529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30" name="">
            <a:extLst xmlns:a="http://schemas.openxmlformats.org/drawingml/2006/main">
              <a:ext uri="{FF2B5EF4-FFF2-40B4-BE49-F238E27FC236}">
                <a16:creationId xmlns:a16="http://schemas.microsoft.com/office/drawing/2014/main" id="{E729196E-8EEB-47F0-AB54-0A10BB1F7D60}"/>
              </a:ext>
            </a:extLst>
          </p:cNvPr>
          <p:cNvSpPr>
            <a:spLocks xmlns:a="http://schemas.openxmlformats.org/drawingml/2006/main" noGrp="1"/>
          </p:cNvSpPr>
          <p:nvPr/>
        </p:nvSpPr>
        <p:spPr>
          <a:xfrm xmlns:a="http://schemas.openxmlformats.org/drawingml/2006/main">
            <a:off x="7981950" y="36576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6D3CFF"/>
                </a:solidFill>
              </a:defRPr>
            </a:pPr>
            <a:r>
              <a:rPr sz="1275" b="1">
                <a:solidFill>
                  <a:srgbClr val="6D3CFF"/>
                </a:solidFill>
              </a:rPr>
              <a:t>Workflow</a:t>
            </a:r>
          </a:p>
        </p:txBody>
      </p:sp>
      <p:sp>
        <p:nvSpPr>
          <p:cNvPr id="31" name="">
            <a:extLst xmlns:a="http://schemas.openxmlformats.org/drawingml/2006/main">
              <a:ext uri="{FF2B5EF4-FFF2-40B4-BE49-F238E27FC236}">
                <a16:creationId xmlns:a16="http://schemas.microsoft.com/office/drawing/2014/main" id="{0C6F915D-3BAA-4248-922E-D5C1A9EE551F}"/>
              </a:ext>
            </a:extLst>
          </p:cNvPr>
          <p:cNvSpPr>
            <a:spLocks xmlns:a="http://schemas.openxmlformats.org/drawingml/2006/main" noGrp="1"/>
          </p:cNvSpPr>
          <p:nvPr/>
        </p:nvSpPr>
        <p:spPr>
          <a:xfrm xmlns:a="http://schemas.openxmlformats.org/drawingml/2006/main">
            <a:off x="7981950" y="40005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Current design and simulation surface</a:t>
            </a:r>
          </a:p>
        </p:txBody>
      </p:sp>
      <p:sp>
        <p:nvSpPr>
          <p:cNvPr id="32" name="">
            <a:extLst xmlns:a="http://schemas.openxmlformats.org/drawingml/2006/main">
              <a:ext uri="{FF2B5EF4-FFF2-40B4-BE49-F238E27FC236}">
                <a16:creationId xmlns:a16="http://schemas.microsoft.com/office/drawing/2014/main" id="{CE970D7B-7A9A-4568-BE65-A7CEC2C2C537}"/>
              </a:ext>
            </a:extLst>
          </p:cNvPr>
          <p:cNvSpPr>
            <a:spLocks xmlns:a="http://schemas.openxmlformats.org/drawingml/2006/main" noGrp="1"/>
          </p:cNvSpPr>
          <p:nvPr/>
        </p:nvSpPr>
        <p:spPr>
          <a:xfrm xmlns:a="http://schemas.openxmlformats.org/drawingml/2006/main">
            <a:off x="7981950" y="45529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33" name="">
            <a:extLst xmlns:a="http://schemas.openxmlformats.org/drawingml/2006/main">
              <a:ext uri="{FF2B5EF4-FFF2-40B4-BE49-F238E27FC236}">
                <a16:creationId xmlns:a16="http://schemas.microsoft.com/office/drawing/2014/main" id="{4BCD2ABF-2F8E-4F84-8CFA-A62DA6132727}"/>
              </a:ext>
            </a:extLst>
          </p:cNvPr>
          <p:cNvSpPr>
            <a:spLocks xmlns:a="http://schemas.openxmlformats.org/drawingml/2006/main" noGrp="1"/>
          </p:cNvSpPr>
          <p:nvPr/>
        </p:nvSpPr>
        <p:spPr>
          <a:xfrm xmlns:a="http://schemas.openxmlformats.org/drawingml/2006/main">
            <a:off x="647700" y="4724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6D3CFF"/>
                </a:solidFill>
              </a:defRPr>
            </a:pPr>
            <a:r>
              <a:rPr sz="1275" b="1">
                <a:solidFill>
                  <a:srgbClr val="6D3CFF"/>
                </a:solidFill>
              </a:rPr>
              <a:t>Preview</a:t>
            </a:r>
          </a:p>
        </p:txBody>
      </p:sp>
      <p:sp>
        <p:nvSpPr>
          <p:cNvPr id="34" name="">
            <a:extLst xmlns:a="http://schemas.openxmlformats.org/drawingml/2006/main">
              <a:ext uri="{FF2B5EF4-FFF2-40B4-BE49-F238E27FC236}">
                <a16:creationId xmlns:a16="http://schemas.microsoft.com/office/drawing/2014/main" id="{D2809092-186E-4A44-84AF-A77702F0DFE0}"/>
              </a:ext>
            </a:extLst>
          </p:cNvPr>
          <p:cNvSpPr>
            <a:spLocks xmlns:a="http://schemas.openxmlformats.org/drawingml/2006/main" noGrp="1"/>
          </p:cNvSpPr>
          <p:nvPr/>
        </p:nvSpPr>
        <p:spPr>
          <a:xfrm xmlns:a="http://schemas.openxmlformats.org/drawingml/2006/main">
            <a:off x="647700" y="50673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Render before publication</a:t>
            </a:r>
          </a:p>
        </p:txBody>
      </p:sp>
      <p:sp>
        <p:nvSpPr>
          <p:cNvPr id="35" name="">
            <a:extLst xmlns:a="http://schemas.openxmlformats.org/drawingml/2006/main">
              <a:ext uri="{FF2B5EF4-FFF2-40B4-BE49-F238E27FC236}">
                <a16:creationId xmlns:a16="http://schemas.microsoft.com/office/drawing/2014/main" id="{F94AC1D4-6FFE-4155-8824-67CE11574D48}"/>
              </a:ext>
            </a:extLst>
          </p:cNvPr>
          <p:cNvSpPr>
            <a:spLocks xmlns:a="http://schemas.openxmlformats.org/drawingml/2006/main" noGrp="1"/>
          </p:cNvSpPr>
          <p:nvPr/>
        </p:nvSpPr>
        <p:spPr>
          <a:xfrm xmlns:a="http://schemas.openxmlformats.org/drawingml/2006/main">
            <a:off x="647700" y="56197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36" name="">
            <a:extLst xmlns:a="http://schemas.openxmlformats.org/drawingml/2006/main">
              <a:ext uri="{FF2B5EF4-FFF2-40B4-BE49-F238E27FC236}">
                <a16:creationId xmlns:a16="http://schemas.microsoft.com/office/drawing/2014/main" id="{8FE89718-3038-45CA-B3B8-4F3E54C14636}"/>
              </a:ext>
            </a:extLst>
          </p:cNvPr>
          <p:cNvSpPr>
            <a:spLocks xmlns:a="http://schemas.openxmlformats.org/drawingml/2006/main" noGrp="1"/>
          </p:cNvSpPr>
          <p:nvPr/>
        </p:nvSpPr>
        <p:spPr>
          <a:xfrm xmlns:a="http://schemas.openxmlformats.org/drawingml/2006/main">
            <a:off x="4314825" y="4724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0C7D9"/>
                </a:solidFill>
              </a:defRPr>
            </a:pPr>
            <a:r>
              <a:rPr sz="1275" b="1">
                <a:solidFill>
                  <a:srgbClr val="20C7D9"/>
                </a:solidFill>
              </a:rPr>
              <a:t>Import</a:t>
            </a:r>
          </a:p>
        </p:txBody>
      </p:sp>
      <p:sp>
        <p:nvSpPr>
          <p:cNvPr id="37" name="">
            <a:extLst xmlns:a="http://schemas.openxmlformats.org/drawingml/2006/main">
              <a:ext uri="{FF2B5EF4-FFF2-40B4-BE49-F238E27FC236}">
                <a16:creationId xmlns:a16="http://schemas.microsoft.com/office/drawing/2014/main" id="{FB61DDF1-9076-44A9-BA59-AF15CA7BD4A3}"/>
              </a:ext>
            </a:extLst>
          </p:cNvPr>
          <p:cNvSpPr>
            <a:spLocks xmlns:a="http://schemas.openxmlformats.org/drawingml/2006/main" noGrp="1"/>
          </p:cNvSpPr>
          <p:nvPr/>
        </p:nvSpPr>
        <p:spPr>
          <a:xfrm xmlns:a="http://schemas.openxmlformats.org/drawingml/2006/main">
            <a:off x="4314825" y="50673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Current visible JSON import</a:t>
            </a:r>
          </a:p>
        </p:txBody>
      </p:sp>
      <p:sp>
        <p:nvSpPr>
          <p:cNvPr id="38" name="">
            <a:extLst xmlns:a="http://schemas.openxmlformats.org/drawingml/2006/main">
              <a:ext uri="{FF2B5EF4-FFF2-40B4-BE49-F238E27FC236}">
                <a16:creationId xmlns:a16="http://schemas.microsoft.com/office/drawing/2014/main" id="{05E91FCD-D5BF-4E4C-A608-8A992FF10FEA}"/>
              </a:ext>
            </a:extLst>
          </p:cNvPr>
          <p:cNvSpPr>
            <a:spLocks xmlns:a="http://schemas.openxmlformats.org/drawingml/2006/main" noGrp="1"/>
          </p:cNvSpPr>
          <p:nvPr/>
        </p:nvSpPr>
        <p:spPr>
          <a:xfrm xmlns:a="http://schemas.openxmlformats.org/drawingml/2006/main">
            <a:off x="4314825" y="56197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39" name="">
            <a:extLst xmlns:a="http://schemas.openxmlformats.org/drawingml/2006/main">
              <a:ext uri="{FF2B5EF4-FFF2-40B4-BE49-F238E27FC236}">
                <a16:creationId xmlns:a16="http://schemas.microsoft.com/office/drawing/2014/main" id="{E23546CB-CFD3-4A8C-9E4C-303D2547E96B}"/>
              </a:ext>
            </a:extLst>
          </p:cNvPr>
          <p:cNvSpPr>
            <a:spLocks xmlns:a="http://schemas.openxmlformats.org/drawingml/2006/main" noGrp="1"/>
          </p:cNvSpPr>
          <p:nvPr/>
        </p:nvSpPr>
        <p:spPr>
          <a:xfrm xmlns:a="http://schemas.openxmlformats.org/drawingml/2006/main">
            <a:off x="7981950" y="4724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6D3CFF"/>
                </a:solidFill>
              </a:defRPr>
            </a:pPr>
            <a:r>
              <a:rPr sz="1275" b="1">
                <a:solidFill>
                  <a:srgbClr val="6D3CFF"/>
                </a:solidFill>
              </a:rPr>
              <a:t>Guidance</a:t>
            </a:r>
          </a:p>
        </p:txBody>
      </p:sp>
      <p:sp>
        <p:nvSpPr>
          <p:cNvPr id="40" name="">
            <a:extLst xmlns:a="http://schemas.openxmlformats.org/drawingml/2006/main">
              <a:ext uri="{FF2B5EF4-FFF2-40B4-BE49-F238E27FC236}">
                <a16:creationId xmlns:a16="http://schemas.microsoft.com/office/drawing/2014/main" id="{B9CA3495-DCEF-4B85-9505-B2BE73197ED2}"/>
              </a:ext>
            </a:extLst>
          </p:cNvPr>
          <p:cNvSpPr>
            <a:spLocks xmlns:a="http://schemas.openxmlformats.org/drawingml/2006/main" noGrp="1"/>
          </p:cNvSpPr>
          <p:nvPr/>
        </p:nvSpPr>
        <p:spPr>
          <a:xfrm xmlns:a="http://schemas.openxmlformats.org/drawingml/2006/main">
            <a:off x="7981950" y="50673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44054"/>
                </a:solidFill>
              </a:defRPr>
            </a:pPr>
            <a:r>
              <a:rPr sz="1200" b="0">
                <a:solidFill>
                  <a:srgbClr val="344054"/>
                </a:solidFill>
              </a:rPr>
              <a:t>Welcome, quick guide and validation feedback</a:t>
            </a:r>
          </a:p>
        </p:txBody>
      </p:sp>
      <p:sp>
        <p:nvSpPr>
          <p:cNvPr id="41" name="">
            <a:extLst xmlns:a="http://schemas.openxmlformats.org/drawingml/2006/main">
              <a:ext uri="{FF2B5EF4-FFF2-40B4-BE49-F238E27FC236}">
                <a16:creationId xmlns:a16="http://schemas.microsoft.com/office/drawing/2014/main" id="{6BCBBC0A-C006-4AFF-90A9-AF366763BA0B}"/>
              </a:ext>
            </a:extLst>
          </p:cNvPr>
          <p:cNvSpPr>
            <a:spLocks xmlns:a="http://schemas.openxmlformats.org/drawingml/2006/main" noGrp="1"/>
          </p:cNvSpPr>
          <p:nvPr/>
        </p:nvSpPr>
        <p:spPr>
          <a:xfrm xmlns:a="http://schemas.openxmlformats.org/drawingml/2006/main">
            <a:off x="7981950" y="5619750"/>
            <a:ext cx="3143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42" name="">
            <a:extLst xmlns:a="http://schemas.openxmlformats.org/drawingml/2006/main">
              <a:ext uri="{FF2B5EF4-FFF2-40B4-BE49-F238E27FC236}">
                <a16:creationId xmlns:a16="http://schemas.microsoft.com/office/drawing/2014/main" id="{B8930565-1B24-4168-BCA2-CF69A0914433}"/>
              </a:ext>
            </a:extLst>
          </p:cNvPr>
          <p:cNvSpPr>
            <a:spLocks xmlns:a="http://schemas.openxmlformats.org/drawingml/2006/main" noGrp="1"/>
          </p:cNvSpPr>
          <p:nvPr/>
        </p:nvSpPr>
        <p:spPr>
          <a:xfrm xmlns:a="http://schemas.openxmlformats.org/drawingml/2006/main">
            <a:off x="714375" y="59245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67085"/>
                </a:solidFill>
              </a:defRPr>
            </a:pPr>
            <a:r>
              <a:rPr sz="1050" b="0">
                <a:solidFill>
                  <a:srgbClr val="667085"/>
                </a:solidFill>
              </a:rPr>
              <a:t>Current build note: live demonstrations use the classic governed approval and report-review flow; document import claims are limited to visible JSON import.</a:t>
            </a:r>
          </a:p>
        </p:txBody>
      </p:sp>
    </p:spTree>
    <p:extLst>
      <p:ext uri="{BB962C8B-B14F-4D97-AF65-F5344CB8AC3E}">
        <p14:creationId xmlns:p14="http://schemas.microsoft.com/office/powerpoint/2010/main" val="954950696"/>
      </p:ext>
    </p:extLst>
  </p:cSld>
</p:sld>
</file>

<file path=ppt/slides/slide28.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762D71F-AD7E-4372-917B-8FBCFD332093}"/>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OPTIONAL PRODUCT CAPABILITY APPENDIX</a:t>
            </a:r>
          </a:p>
        </p:txBody>
      </p:sp>
      <p:sp>
        <p:nvSpPr>
          <p:cNvPr id="2" name="slide-title-28">
            <a:extLst xmlns:a="http://schemas.openxmlformats.org/drawingml/2006/main">
              <a:ext uri="{FF2B5EF4-FFF2-40B4-BE49-F238E27FC236}">
                <a16:creationId xmlns:a16="http://schemas.microsoft.com/office/drawing/2014/main" id="{587CFE28-01F3-4285-813C-89AB354431BB}"/>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Complete element capability overview</a:t>
            </a:r>
          </a:p>
        </p:txBody>
      </p:sp>
      <p:sp>
        <p:nvSpPr>
          <p:cNvPr id="3" name="">
            <a:extLst xmlns:a="http://schemas.openxmlformats.org/drawingml/2006/main">
              <a:ext uri="{FF2B5EF4-FFF2-40B4-BE49-F238E27FC236}">
                <a16:creationId xmlns:a16="http://schemas.microsoft.com/office/drawing/2014/main" id="{20ECF286-A1C6-4C47-8079-AFEC9E544D74}"/>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28</a:t>
            </a:r>
          </a:p>
        </p:txBody>
      </p:sp>
      <p:sp>
        <p:nvSpPr>
          <p:cNvPr id="4" name="">
            <a:extLst xmlns:a="http://schemas.openxmlformats.org/drawingml/2006/main">
              <a:ext uri="{FF2B5EF4-FFF2-40B4-BE49-F238E27FC236}">
                <a16:creationId xmlns:a16="http://schemas.microsoft.com/office/drawing/2014/main" id="{666DD92B-1446-4F8B-9D82-7F2B5AF5F3E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ADCADC13-A583-41B3-933C-57F0FC93CAD5}"/>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9C6DA6FD-9F67-4027-A514-086843601C43}"/>
              </a:ext>
            </a:extLst>
          </p:cNvPr>
          <p:cNvSpPr>
            <a:spLocks xmlns:a="http://schemas.openxmlformats.org/drawingml/2006/main" noGrp="1"/>
          </p:cNvSpPr>
          <p:nvPr/>
        </p:nvSpPr>
        <p:spPr>
          <a:xfrm xmlns:a="http://schemas.openxmlformats.org/drawingml/2006/main">
            <a:off x="781050" y="1600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67FF"/>
                </a:solidFill>
              </a:defRPr>
            </a:pPr>
            <a:r>
              <a:rPr sz="1125" b="1">
                <a:solidFill>
                  <a:srgbClr val="8B67FF"/>
                </a:solidFill>
              </a:rPr>
              <a:t>BASIC INPUTS</a:t>
            </a:r>
          </a:p>
        </p:txBody>
      </p:sp>
      <p:sp>
        <p:nvSpPr>
          <p:cNvPr id="7" name="">
            <a:extLst xmlns:a="http://schemas.openxmlformats.org/drawingml/2006/main">
              <a:ext uri="{FF2B5EF4-FFF2-40B4-BE49-F238E27FC236}">
                <a16:creationId xmlns:a16="http://schemas.microsoft.com/office/drawing/2014/main" id="{AA81D065-98A2-430C-A24C-C8E14A87A4DA}"/>
              </a:ext>
            </a:extLst>
          </p:cNvPr>
          <p:cNvSpPr>
            <a:spLocks xmlns:a="http://schemas.openxmlformats.org/drawingml/2006/main" noGrp="1"/>
          </p:cNvSpPr>
          <p:nvPr/>
        </p:nvSpPr>
        <p:spPr>
          <a:xfrm xmlns:a="http://schemas.openxmlformats.org/drawingml/2006/main">
            <a:off x="3143250" y="15716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Text • Text area • Number • Date • Date &amp; time</a:t>
            </a:r>
          </a:p>
        </p:txBody>
      </p:sp>
      <p:sp>
        <p:nvSpPr>
          <p:cNvPr id="8" name="">
            <a:extLst xmlns:a="http://schemas.openxmlformats.org/drawingml/2006/main">
              <a:ext uri="{FF2B5EF4-FFF2-40B4-BE49-F238E27FC236}">
                <a16:creationId xmlns:a16="http://schemas.microsoft.com/office/drawing/2014/main" id="{F4ABE92B-A24A-40E1-8390-594C6F173D44}"/>
              </a:ext>
            </a:extLst>
          </p:cNvPr>
          <p:cNvSpPr>
            <a:spLocks xmlns:a="http://schemas.openxmlformats.org/drawingml/2006/main" noGrp="1"/>
          </p:cNvSpPr>
          <p:nvPr/>
        </p:nvSpPr>
        <p:spPr>
          <a:xfrm xmlns:a="http://schemas.openxmlformats.org/drawingml/2006/main">
            <a:off x="3143250" y="2076450"/>
            <a:ext cx="78105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9" name="">
            <a:extLst xmlns:a="http://schemas.openxmlformats.org/drawingml/2006/main">
              <a:ext uri="{FF2B5EF4-FFF2-40B4-BE49-F238E27FC236}">
                <a16:creationId xmlns:a16="http://schemas.microsoft.com/office/drawing/2014/main" id="{DB1D1AA2-A611-4892-ABF0-FB91077D0BBD}"/>
              </a:ext>
            </a:extLst>
          </p:cNvPr>
          <p:cNvSpPr>
            <a:spLocks xmlns:a="http://schemas.openxmlformats.org/drawingml/2006/main" noGrp="1"/>
          </p:cNvSpPr>
          <p:nvPr/>
        </p:nvSpPr>
        <p:spPr>
          <a:xfrm xmlns:a="http://schemas.openxmlformats.org/drawingml/2006/main">
            <a:off x="781050" y="2476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CHOICE INPUTS</a:t>
            </a:r>
          </a:p>
        </p:txBody>
      </p:sp>
      <p:sp>
        <p:nvSpPr>
          <p:cNvPr id="10" name="">
            <a:extLst xmlns:a="http://schemas.openxmlformats.org/drawingml/2006/main">
              <a:ext uri="{FF2B5EF4-FFF2-40B4-BE49-F238E27FC236}">
                <a16:creationId xmlns:a16="http://schemas.microsoft.com/office/drawing/2014/main" id="{AE769BAD-A497-4181-8BF0-7380437F94FF}"/>
              </a:ext>
            </a:extLst>
          </p:cNvPr>
          <p:cNvSpPr>
            <a:spLocks xmlns:a="http://schemas.openxmlformats.org/drawingml/2006/main" noGrp="1"/>
          </p:cNvSpPr>
          <p:nvPr/>
        </p:nvSpPr>
        <p:spPr>
          <a:xfrm xmlns:a="http://schemas.openxmlformats.org/drawingml/2006/main">
            <a:off x="3143250" y="24479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Select • Checkbox • Radio • Rating • Acknowledgement</a:t>
            </a:r>
          </a:p>
        </p:txBody>
      </p:sp>
      <p:sp>
        <p:nvSpPr>
          <p:cNvPr id="11" name="">
            <a:extLst xmlns:a="http://schemas.openxmlformats.org/drawingml/2006/main">
              <a:ext uri="{FF2B5EF4-FFF2-40B4-BE49-F238E27FC236}">
                <a16:creationId xmlns:a16="http://schemas.microsoft.com/office/drawing/2014/main" id="{4436F9DF-93B4-402B-B9CE-7222C7776035}"/>
              </a:ext>
            </a:extLst>
          </p:cNvPr>
          <p:cNvSpPr>
            <a:spLocks xmlns:a="http://schemas.openxmlformats.org/drawingml/2006/main" noGrp="1"/>
          </p:cNvSpPr>
          <p:nvPr/>
        </p:nvSpPr>
        <p:spPr>
          <a:xfrm xmlns:a="http://schemas.openxmlformats.org/drawingml/2006/main">
            <a:off x="3143250" y="2952750"/>
            <a:ext cx="78105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2" name="">
            <a:extLst xmlns:a="http://schemas.openxmlformats.org/drawingml/2006/main">
              <a:ext uri="{FF2B5EF4-FFF2-40B4-BE49-F238E27FC236}">
                <a16:creationId xmlns:a16="http://schemas.microsoft.com/office/drawing/2014/main" id="{F76CB4AD-9FD9-479D-AEF2-D90CE8CB37A6}"/>
              </a:ext>
            </a:extLst>
          </p:cNvPr>
          <p:cNvSpPr>
            <a:spLocks xmlns:a="http://schemas.openxmlformats.org/drawingml/2006/main" noGrp="1"/>
          </p:cNvSpPr>
          <p:nvPr/>
        </p:nvSpPr>
        <p:spPr>
          <a:xfrm xmlns:a="http://schemas.openxmlformats.org/drawingml/2006/main">
            <a:off x="781050" y="3352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A673"/>
                </a:solidFill>
              </a:defRPr>
            </a:pPr>
            <a:r>
              <a:rPr sz="1125" b="1">
                <a:solidFill>
                  <a:srgbClr val="17A673"/>
                </a:solidFill>
              </a:rPr>
              <a:t>FINANCIAL</a:t>
            </a:r>
          </a:p>
        </p:txBody>
      </p:sp>
      <p:sp>
        <p:nvSpPr>
          <p:cNvPr id="13" name="">
            <a:extLst xmlns:a="http://schemas.openxmlformats.org/drawingml/2006/main">
              <a:ext uri="{FF2B5EF4-FFF2-40B4-BE49-F238E27FC236}">
                <a16:creationId xmlns:a16="http://schemas.microsoft.com/office/drawing/2014/main" id="{E71E6A8F-76BE-4CE1-BC89-141CC74A9603}"/>
              </a:ext>
            </a:extLst>
          </p:cNvPr>
          <p:cNvSpPr>
            <a:spLocks xmlns:a="http://schemas.openxmlformats.org/drawingml/2006/main" noGrp="1"/>
          </p:cNvSpPr>
          <p:nvPr/>
        </p:nvSpPr>
        <p:spPr>
          <a:xfrm xmlns:a="http://schemas.openxmlformats.org/drawingml/2006/main">
            <a:off x="3143250" y="33242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Currency • Percentage</a:t>
            </a:r>
          </a:p>
        </p:txBody>
      </p:sp>
      <p:sp>
        <p:nvSpPr>
          <p:cNvPr id="14" name="">
            <a:extLst xmlns:a="http://schemas.openxmlformats.org/drawingml/2006/main">
              <a:ext uri="{FF2B5EF4-FFF2-40B4-BE49-F238E27FC236}">
                <a16:creationId xmlns:a16="http://schemas.microsoft.com/office/drawing/2014/main" id="{6C397798-3841-4214-B032-7D93009EF06D}"/>
              </a:ext>
            </a:extLst>
          </p:cNvPr>
          <p:cNvSpPr>
            <a:spLocks xmlns:a="http://schemas.openxmlformats.org/drawingml/2006/main" noGrp="1"/>
          </p:cNvSpPr>
          <p:nvPr/>
        </p:nvSpPr>
        <p:spPr>
          <a:xfrm xmlns:a="http://schemas.openxmlformats.org/drawingml/2006/main">
            <a:off x="3143250" y="3829050"/>
            <a:ext cx="78105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5" name="">
            <a:extLst xmlns:a="http://schemas.openxmlformats.org/drawingml/2006/main">
              <a:ext uri="{FF2B5EF4-FFF2-40B4-BE49-F238E27FC236}">
                <a16:creationId xmlns:a16="http://schemas.microsoft.com/office/drawing/2014/main" id="{B2CB9C1F-10DA-4BF4-9122-F3CB1D6BE950}"/>
              </a:ext>
            </a:extLst>
          </p:cNvPr>
          <p:cNvSpPr>
            <a:spLocks xmlns:a="http://schemas.openxmlformats.org/drawingml/2006/main" noGrp="1"/>
          </p:cNvSpPr>
          <p:nvPr/>
        </p:nvSpPr>
        <p:spPr>
          <a:xfrm xmlns:a="http://schemas.openxmlformats.org/drawingml/2006/main">
            <a:off x="781050" y="42291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9A23B"/>
                </a:solidFill>
              </a:defRPr>
            </a:pPr>
            <a:r>
              <a:rPr sz="1125" b="1">
                <a:solidFill>
                  <a:srgbClr val="E9A23B"/>
                </a:solidFill>
              </a:rPr>
              <a:t>LAYOUT</a:t>
            </a:r>
          </a:p>
        </p:txBody>
      </p:sp>
      <p:sp>
        <p:nvSpPr>
          <p:cNvPr id="16" name="">
            <a:extLst xmlns:a="http://schemas.openxmlformats.org/drawingml/2006/main">
              <a:ext uri="{FF2B5EF4-FFF2-40B4-BE49-F238E27FC236}">
                <a16:creationId xmlns:a16="http://schemas.microsoft.com/office/drawing/2014/main" id="{9799AC5E-FA93-410E-BC89-AC9FC96F4F9C}"/>
              </a:ext>
            </a:extLst>
          </p:cNvPr>
          <p:cNvSpPr>
            <a:spLocks xmlns:a="http://schemas.openxmlformats.org/drawingml/2006/main" noGrp="1"/>
          </p:cNvSpPr>
          <p:nvPr/>
        </p:nvSpPr>
        <p:spPr>
          <a:xfrm xmlns:a="http://schemas.openxmlformats.org/drawingml/2006/main">
            <a:off x="3143250" y="42005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Heading • Paragraph • Divider • Spacer • Image • Info box</a:t>
            </a:r>
          </a:p>
        </p:txBody>
      </p:sp>
      <p:sp>
        <p:nvSpPr>
          <p:cNvPr id="17" name="">
            <a:extLst xmlns:a="http://schemas.openxmlformats.org/drawingml/2006/main">
              <a:ext uri="{FF2B5EF4-FFF2-40B4-BE49-F238E27FC236}">
                <a16:creationId xmlns:a16="http://schemas.microsoft.com/office/drawing/2014/main" id="{5C8A6438-4031-44D8-B5D5-13154ADFB0F9}"/>
              </a:ext>
            </a:extLst>
          </p:cNvPr>
          <p:cNvSpPr>
            <a:spLocks xmlns:a="http://schemas.openxmlformats.org/drawingml/2006/main" noGrp="1"/>
          </p:cNvSpPr>
          <p:nvPr/>
        </p:nvSpPr>
        <p:spPr>
          <a:xfrm xmlns:a="http://schemas.openxmlformats.org/drawingml/2006/main">
            <a:off x="3143250" y="4705350"/>
            <a:ext cx="78105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8" name="">
            <a:extLst xmlns:a="http://schemas.openxmlformats.org/drawingml/2006/main">
              <a:ext uri="{FF2B5EF4-FFF2-40B4-BE49-F238E27FC236}">
                <a16:creationId xmlns:a16="http://schemas.microsoft.com/office/drawing/2014/main" id="{B6390F06-C51C-490F-8D78-66D1C233B9ED}"/>
              </a:ext>
            </a:extLst>
          </p:cNvPr>
          <p:cNvSpPr>
            <a:spLocks xmlns:a="http://schemas.openxmlformats.org/drawingml/2006/main" noGrp="1"/>
          </p:cNvSpPr>
          <p:nvPr/>
        </p:nvSpPr>
        <p:spPr>
          <a:xfrm xmlns:a="http://schemas.openxmlformats.org/drawingml/2006/main">
            <a:off x="781050" y="5105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84A5C"/>
                </a:solidFill>
              </a:defRPr>
            </a:pPr>
            <a:r>
              <a:rPr sz="1125" b="1">
                <a:solidFill>
                  <a:srgbClr val="D84A5C"/>
                </a:solidFill>
              </a:rPr>
              <a:t>ADVANCED</a:t>
            </a:r>
          </a:p>
        </p:txBody>
      </p:sp>
      <p:sp>
        <p:nvSpPr>
          <p:cNvPr id="19" name="">
            <a:extLst xmlns:a="http://schemas.openxmlformats.org/drawingml/2006/main">
              <a:ext uri="{FF2B5EF4-FFF2-40B4-BE49-F238E27FC236}">
                <a16:creationId xmlns:a16="http://schemas.microsoft.com/office/drawing/2014/main" id="{BC88610E-B0D4-416F-8295-C69C267B77FC}"/>
              </a:ext>
            </a:extLst>
          </p:cNvPr>
          <p:cNvSpPr>
            <a:spLocks xmlns:a="http://schemas.openxmlformats.org/drawingml/2006/main" noGrp="1"/>
          </p:cNvSpPr>
          <p:nvPr/>
        </p:nvSpPr>
        <p:spPr>
          <a:xfrm xmlns:a="http://schemas.openxmlformats.org/drawingml/2006/main">
            <a:off x="3143250" y="50768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File • Signature • Table • Repeating group • KPI</a:t>
            </a:r>
          </a:p>
        </p:txBody>
      </p:sp>
      <p:sp>
        <p:nvSpPr>
          <p:cNvPr id="20" name="">
            <a:extLst xmlns:a="http://schemas.openxmlformats.org/drawingml/2006/main">
              <a:ext uri="{FF2B5EF4-FFF2-40B4-BE49-F238E27FC236}">
                <a16:creationId xmlns:a16="http://schemas.microsoft.com/office/drawing/2014/main" id="{58A9839F-42A8-42C1-8D08-FA511F6787C9}"/>
              </a:ext>
            </a:extLst>
          </p:cNvPr>
          <p:cNvSpPr>
            <a:spLocks xmlns:a="http://schemas.openxmlformats.org/drawingml/2006/main" noGrp="1"/>
          </p:cNvSpPr>
          <p:nvPr/>
        </p:nvSpPr>
        <p:spPr>
          <a:xfrm xmlns:a="http://schemas.openxmlformats.org/drawingml/2006/main">
            <a:off x="3143250" y="5581650"/>
            <a:ext cx="78105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1" name="">
            <a:extLst xmlns:a="http://schemas.openxmlformats.org/drawingml/2006/main">
              <a:ext uri="{FF2B5EF4-FFF2-40B4-BE49-F238E27FC236}">
                <a16:creationId xmlns:a16="http://schemas.microsoft.com/office/drawing/2014/main" id="{B942C007-51FC-4E5F-89A5-3CBF23B45B71}"/>
              </a:ext>
            </a:extLst>
          </p:cNvPr>
          <p:cNvSpPr>
            <a:spLocks xmlns:a="http://schemas.openxmlformats.org/drawingml/2006/main" noGrp="1"/>
          </p:cNvSpPr>
          <p:nvPr/>
        </p:nvSpPr>
        <p:spPr>
          <a:xfrm xmlns:a="http://schemas.openxmlformats.org/drawingml/2006/main">
            <a:off x="952500" y="59055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B9C0D3"/>
                </a:solidFill>
              </a:defRPr>
            </a:pPr>
            <a:r>
              <a:rPr sz="1275" b="0">
                <a:solidFill>
                  <a:srgbClr val="B9C0D3"/>
                </a:solidFill>
              </a:rPr>
              <a:t>Advanced capabilities include calculated tables, repeating records, file attachments, signature roles and KPI presentation.</a:t>
            </a:r>
          </a:p>
        </p:txBody>
      </p:sp>
    </p:spTree>
    <p:extLst>
      <p:ext uri="{BB962C8B-B14F-4D97-AF65-F5344CB8AC3E}">
        <p14:creationId xmlns:p14="http://schemas.microsoft.com/office/powerpoint/2010/main" val="389632748"/>
      </p:ext>
    </p:extLst>
  </p:cSld>
</p:sld>
</file>

<file path=ppt/slides/slide29.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80379DB8-7CE2-4158-8558-FFC90E356AB8}"/>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OPTIONAL PRODUCT CAPABILITY APPENDIX</a:t>
            </a:r>
          </a:p>
        </p:txBody>
      </p:sp>
      <p:sp>
        <p:nvSpPr>
          <p:cNvPr id="2" name="slide-title-29">
            <a:extLst xmlns:a="http://schemas.openxmlformats.org/drawingml/2006/main">
              <a:ext uri="{FF2B5EF4-FFF2-40B4-BE49-F238E27FC236}">
                <a16:creationId xmlns:a16="http://schemas.microsoft.com/office/drawing/2014/main" id="{32D4F69F-2DF5-4095-A3DD-7ABAD33DAB66}"/>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Role capability matrix</a:t>
            </a:r>
          </a:p>
        </p:txBody>
      </p:sp>
      <p:sp>
        <p:nvSpPr>
          <p:cNvPr id="3" name="">
            <a:extLst xmlns:a="http://schemas.openxmlformats.org/drawingml/2006/main">
              <a:ext uri="{FF2B5EF4-FFF2-40B4-BE49-F238E27FC236}">
                <a16:creationId xmlns:a16="http://schemas.microsoft.com/office/drawing/2014/main" id="{D41A6017-206C-4751-B38C-77A0B3016661}"/>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29</a:t>
            </a:r>
          </a:p>
        </p:txBody>
      </p:sp>
      <p:sp>
        <p:nvSpPr>
          <p:cNvPr id="4" name="">
            <a:extLst xmlns:a="http://schemas.openxmlformats.org/drawingml/2006/main">
              <a:ext uri="{FF2B5EF4-FFF2-40B4-BE49-F238E27FC236}">
                <a16:creationId xmlns:a16="http://schemas.microsoft.com/office/drawing/2014/main" id="{AE8EC648-320D-4C4C-BD60-4BAE5B17A16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722170CF-D174-4C4B-9F3F-77E23F5D4D18}"/>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E4924D34-596A-49F8-8865-3D57D66A4CFF}"/>
              </a:ext>
            </a:extLst>
          </p:cNvPr>
          <p:cNvSpPr>
            <a:spLocks xmlns:a="http://schemas.openxmlformats.org/drawingml/2006/main" noGrp="1"/>
          </p:cNvSpPr>
          <p:nvPr/>
        </p:nvSpPr>
        <p:spPr>
          <a:xfrm xmlns:a="http://schemas.openxmlformats.org/drawingml/2006/main">
            <a:off x="666750" y="157162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CAPABILITY</a:t>
            </a:r>
          </a:p>
        </p:txBody>
      </p:sp>
      <p:sp>
        <p:nvSpPr>
          <p:cNvPr id="7" name="">
            <a:extLst xmlns:a="http://schemas.openxmlformats.org/drawingml/2006/main">
              <a:ext uri="{FF2B5EF4-FFF2-40B4-BE49-F238E27FC236}">
                <a16:creationId xmlns:a16="http://schemas.microsoft.com/office/drawing/2014/main" id="{4845819E-203C-41D8-B27A-08425C2A7BA6}"/>
              </a:ext>
            </a:extLst>
          </p:cNvPr>
          <p:cNvSpPr>
            <a:spLocks xmlns:a="http://schemas.openxmlformats.org/drawingml/2006/main" noGrp="1"/>
          </p:cNvSpPr>
          <p:nvPr/>
        </p:nvSpPr>
        <p:spPr>
          <a:xfrm xmlns:a="http://schemas.openxmlformats.org/drawingml/2006/main">
            <a:off x="5143500" y="1571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6D3CFF"/>
                </a:solidFill>
              </a:defRPr>
            </a:pPr>
            <a:r>
              <a:rPr sz="975" b="1">
                <a:solidFill>
                  <a:srgbClr val="6D3CFF"/>
                </a:solidFill>
              </a:rPr>
              <a:t>EMPLOYEE</a:t>
            </a:r>
          </a:p>
        </p:txBody>
      </p:sp>
      <p:sp>
        <p:nvSpPr>
          <p:cNvPr id="8" name="">
            <a:extLst xmlns:a="http://schemas.openxmlformats.org/drawingml/2006/main">
              <a:ext uri="{FF2B5EF4-FFF2-40B4-BE49-F238E27FC236}">
                <a16:creationId xmlns:a16="http://schemas.microsoft.com/office/drawing/2014/main" id="{C26D4279-E570-49BF-A174-16C22063544A}"/>
              </a:ext>
            </a:extLst>
          </p:cNvPr>
          <p:cNvSpPr>
            <a:spLocks xmlns:a="http://schemas.openxmlformats.org/drawingml/2006/main" noGrp="1"/>
          </p:cNvSpPr>
          <p:nvPr/>
        </p:nvSpPr>
        <p:spPr>
          <a:xfrm xmlns:a="http://schemas.openxmlformats.org/drawingml/2006/main">
            <a:off x="6667500" y="1571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6D3CFF"/>
                </a:solidFill>
              </a:defRPr>
            </a:pPr>
            <a:r>
              <a:rPr sz="975" b="1">
                <a:solidFill>
                  <a:srgbClr val="6D3CFF"/>
                </a:solidFill>
              </a:rPr>
              <a:t>MANAGER</a:t>
            </a:r>
          </a:p>
        </p:txBody>
      </p:sp>
      <p:sp>
        <p:nvSpPr>
          <p:cNvPr id="9" name="">
            <a:extLst xmlns:a="http://schemas.openxmlformats.org/drawingml/2006/main">
              <a:ext uri="{FF2B5EF4-FFF2-40B4-BE49-F238E27FC236}">
                <a16:creationId xmlns:a16="http://schemas.microsoft.com/office/drawing/2014/main" id="{A1996168-E60C-46E2-ADB5-929BD6898103}"/>
              </a:ext>
            </a:extLst>
          </p:cNvPr>
          <p:cNvSpPr>
            <a:spLocks xmlns:a="http://schemas.openxmlformats.org/drawingml/2006/main" noGrp="1"/>
          </p:cNvSpPr>
          <p:nvPr/>
        </p:nvSpPr>
        <p:spPr>
          <a:xfrm xmlns:a="http://schemas.openxmlformats.org/drawingml/2006/main">
            <a:off x="8191500" y="1571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6D3CFF"/>
                </a:solidFill>
              </a:defRPr>
            </a:pPr>
            <a:r>
              <a:rPr sz="975" b="1">
                <a:solidFill>
                  <a:srgbClr val="6D3CFF"/>
                </a:solidFill>
              </a:rPr>
              <a:t>DIRECTOR</a:t>
            </a:r>
          </a:p>
        </p:txBody>
      </p:sp>
      <p:sp>
        <p:nvSpPr>
          <p:cNvPr id="10" name="">
            <a:extLst xmlns:a="http://schemas.openxmlformats.org/drawingml/2006/main">
              <a:ext uri="{FF2B5EF4-FFF2-40B4-BE49-F238E27FC236}">
                <a16:creationId xmlns:a16="http://schemas.microsoft.com/office/drawing/2014/main" id="{86305158-16D4-4271-A0D7-9CA653A51B8F}"/>
              </a:ext>
            </a:extLst>
          </p:cNvPr>
          <p:cNvSpPr>
            <a:spLocks xmlns:a="http://schemas.openxmlformats.org/drawingml/2006/main" noGrp="1"/>
          </p:cNvSpPr>
          <p:nvPr/>
        </p:nvSpPr>
        <p:spPr>
          <a:xfrm xmlns:a="http://schemas.openxmlformats.org/drawingml/2006/main">
            <a:off x="9715500" y="15716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6D3CFF"/>
                </a:solidFill>
              </a:defRPr>
            </a:pPr>
            <a:r>
              <a:rPr sz="975" b="1">
                <a:solidFill>
                  <a:srgbClr val="6D3CFF"/>
                </a:solidFill>
              </a:rPr>
              <a:t>ADMIN</a:t>
            </a:r>
          </a:p>
        </p:txBody>
      </p:sp>
      <p:sp>
        <p:nvSpPr>
          <p:cNvPr id="11" name="">
            <a:extLst xmlns:a="http://schemas.openxmlformats.org/drawingml/2006/main">
              <a:ext uri="{FF2B5EF4-FFF2-40B4-BE49-F238E27FC236}">
                <a16:creationId xmlns:a16="http://schemas.microsoft.com/office/drawing/2014/main" id="{FE603E87-A275-48DC-A192-8452B710B1F1}"/>
              </a:ext>
            </a:extLst>
          </p:cNvPr>
          <p:cNvSpPr>
            <a:spLocks xmlns:a="http://schemas.openxmlformats.org/drawingml/2006/main" noGrp="1"/>
          </p:cNvSpPr>
          <p:nvPr/>
        </p:nvSpPr>
        <p:spPr>
          <a:xfrm xmlns:a="http://schemas.openxmlformats.org/drawingml/2006/main">
            <a:off x="666750" y="1876425"/>
            <a:ext cx="105727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177F4A08-6CC5-4624-AE1F-49BBF9C9AB33}"/>
              </a:ext>
            </a:extLst>
          </p:cNvPr>
          <p:cNvSpPr>
            <a:spLocks xmlns:a="http://schemas.openxmlformats.org/drawingml/2006/main" noGrp="1"/>
          </p:cNvSpPr>
          <p:nvPr/>
        </p:nvSpPr>
        <p:spPr>
          <a:xfrm xmlns:a="http://schemas.openxmlformats.org/drawingml/2006/main">
            <a:off x="609600" y="2000250"/>
            <a:ext cx="10668000" cy="43815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EAEA004-B827-4C83-BA80-5E17502C6A9A}"/>
              </a:ext>
            </a:extLst>
          </p:cNvPr>
          <p:cNvSpPr>
            <a:spLocks xmlns:a="http://schemas.openxmlformats.org/drawingml/2006/main" noGrp="1"/>
          </p:cNvSpPr>
          <p:nvPr/>
        </p:nvSpPr>
        <p:spPr>
          <a:xfrm xmlns:a="http://schemas.openxmlformats.org/drawingml/2006/main">
            <a:off x="666750" y="20955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Create and use templates</a:t>
            </a:r>
          </a:p>
        </p:txBody>
      </p:sp>
      <p:sp>
        <p:nvSpPr>
          <p:cNvPr id="14" name="">
            <a:extLst xmlns:a="http://schemas.openxmlformats.org/drawingml/2006/main">
              <a:ext uri="{FF2B5EF4-FFF2-40B4-BE49-F238E27FC236}">
                <a16:creationId xmlns:a16="http://schemas.microsoft.com/office/drawing/2014/main" id="{245FC8A8-717C-4DB4-A7BC-05848C0C7C9B}"/>
              </a:ext>
            </a:extLst>
          </p:cNvPr>
          <p:cNvSpPr>
            <a:spLocks xmlns:a="http://schemas.openxmlformats.org/drawingml/2006/main" noGrp="1"/>
          </p:cNvSpPr>
          <p:nvPr/>
        </p:nvSpPr>
        <p:spPr>
          <a:xfrm xmlns:a="http://schemas.openxmlformats.org/drawingml/2006/main">
            <a:off x="5143500" y="2095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15" name="">
            <a:extLst xmlns:a="http://schemas.openxmlformats.org/drawingml/2006/main">
              <a:ext uri="{FF2B5EF4-FFF2-40B4-BE49-F238E27FC236}">
                <a16:creationId xmlns:a16="http://schemas.microsoft.com/office/drawing/2014/main" id="{A5441A35-596B-4996-B4A6-CE26A3843CE5}"/>
              </a:ext>
            </a:extLst>
          </p:cNvPr>
          <p:cNvSpPr>
            <a:spLocks xmlns:a="http://schemas.openxmlformats.org/drawingml/2006/main" noGrp="1"/>
          </p:cNvSpPr>
          <p:nvPr/>
        </p:nvSpPr>
        <p:spPr>
          <a:xfrm xmlns:a="http://schemas.openxmlformats.org/drawingml/2006/main">
            <a:off x="6667500" y="2095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16" name="">
            <a:extLst xmlns:a="http://schemas.openxmlformats.org/drawingml/2006/main">
              <a:ext uri="{FF2B5EF4-FFF2-40B4-BE49-F238E27FC236}">
                <a16:creationId xmlns:a16="http://schemas.microsoft.com/office/drawing/2014/main" id="{6BEC3F99-761E-45A8-AF4F-FEAD4F2DE67D}"/>
              </a:ext>
            </a:extLst>
          </p:cNvPr>
          <p:cNvSpPr>
            <a:spLocks xmlns:a="http://schemas.openxmlformats.org/drawingml/2006/main" noGrp="1"/>
          </p:cNvSpPr>
          <p:nvPr/>
        </p:nvSpPr>
        <p:spPr>
          <a:xfrm xmlns:a="http://schemas.openxmlformats.org/drawingml/2006/main">
            <a:off x="8191500" y="2095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17" name="">
            <a:extLst xmlns:a="http://schemas.openxmlformats.org/drawingml/2006/main">
              <a:ext uri="{FF2B5EF4-FFF2-40B4-BE49-F238E27FC236}">
                <a16:creationId xmlns:a16="http://schemas.microsoft.com/office/drawing/2014/main" id="{A9E9FAEC-FD6C-492E-80CA-21B773230FBD}"/>
              </a:ext>
            </a:extLst>
          </p:cNvPr>
          <p:cNvSpPr>
            <a:spLocks xmlns:a="http://schemas.openxmlformats.org/drawingml/2006/main" noGrp="1"/>
          </p:cNvSpPr>
          <p:nvPr/>
        </p:nvSpPr>
        <p:spPr>
          <a:xfrm xmlns:a="http://schemas.openxmlformats.org/drawingml/2006/main">
            <a:off x="9715500" y="20955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18" name="">
            <a:extLst xmlns:a="http://schemas.openxmlformats.org/drawingml/2006/main">
              <a:ext uri="{FF2B5EF4-FFF2-40B4-BE49-F238E27FC236}">
                <a16:creationId xmlns:a16="http://schemas.microsoft.com/office/drawing/2014/main" id="{978F6153-2F6F-4878-A2EF-08E202EF3210}"/>
              </a:ext>
            </a:extLst>
          </p:cNvPr>
          <p:cNvSpPr>
            <a:spLocks xmlns:a="http://schemas.openxmlformats.org/drawingml/2006/main" noGrp="1"/>
          </p:cNvSpPr>
          <p:nvPr/>
        </p:nvSpPr>
        <p:spPr>
          <a:xfrm xmlns:a="http://schemas.openxmlformats.org/drawingml/2006/main">
            <a:off x="666750" y="26479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Submit template</a:t>
            </a:r>
          </a:p>
        </p:txBody>
      </p:sp>
      <p:sp>
        <p:nvSpPr>
          <p:cNvPr id="19" name="">
            <a:extLst xmlns:a="http://schemas.openxmlformats.org/drawingml/2006/main">
              <a:ext uri="{FF2B5EF4-FFF2-40B4-BE49-F238E27FC236}">
                <a16:creationId xmlns:a16="http://schemas.microsoft.com/office/drawing/2014/main" id="{68D2CFCB-E573-4013-990E-7DBA52E60A3A}"/>
              </a:ext>
            </a:extLst>
          </p:cNvPr>
          <p:cNvSpPr>
            <a:spLocks xmlns:a="http://schemas.openxmlformats.org/drawingml/2006/main" noGrp="1"/>
          </p:cNvSpPr>
          <p:nvPr/>
        </p:nvSpPr>
        <p:spPr>
          <a:xfrm xmlns:a="http://schemas.openxmlformats.org/drawingml/2006/main">
            <a:off x="5143500" y="26479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TO MANAGER</a:t>
            </a:r>
          </a:p>
        </p:txBody>
      </p:sp>
      <p:sp>
        <p:nvSpPr>
          <p:cNvPr id="20" name="">
            <a:extLst xmlns:a="http://schemas.openxmlformats.org/drawingml/2006/main">
              <a:ext uri="{FF2B5EF4-FFF2-40B4-BE49-F238E27FC236}">
                <a16:creationId xmlns:a16="http://schemas.microsoft.com/office/drawing/2014/main" id="{DDDA05BA-EFA5-4589-B61F-19A9ED265531}"/>
              </a:ext>
            </a:extLst>
          </p:cNvPr>
          <p:cNvSpPr>
            <a:spLocks xmlns:a="http://schemas.openxmlformats.org/drawingml/2006/main" noGrp="1"/>
          </p:cNvSpPr>
          <p:nvPr/>
        </p:nvSpPr>
        <p:spPr>
          <a:xfrm xmlns:a="http://schemas.openxmlformats.org/drawingml/2006/main">
            <a:off x="6667500" y="26479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TO DIRECTOR</a:t>
            </a:r>
          </a:p>
        </p:txBody>
      </p:sp>
      <p:sp>
        <p:nvSpPr>
          <p:cNvPr id="21" name="">
            <a:extLst xmlns:a="http://schemas.openxmlformats.org/drawingml/2006/main">
              <a:ext uri="{FF2B5EF4-FFF2-40B4-BE49-F238E27FC236}">
                <a16:creationId xmlns:a16="http://schemas.microsoft.com/office/drawing/2014/main" id="{58257F47-7C43-46CB-B168-7C4565F497F3}"/>
              </a:ext>
            </a:extLst>
          </p:cNvPr>
          <p:cNvSpPr>
            <a:spLocks xmlns:a="http://schemas.openxmlformats.org/drawingml/2006/main" noGrp="1"/>
          </p:cNvSpPr>
          <p:nvPr/>
        </p:nvSpPr>
        <p:spPr>
          <a:xfrm xmlns:a="http://schemas.openxmlformats.org/drawingml/2006/main">
            <a:off x="8191500" y="26479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DIRECT</a:t>
            </a:r>
          </a:p>
        </p:txBody>
      </p:sp>
      <p:sp>
        <p:nvSpPr>
          <p:cNvPr id="22" name="">
            <a:extLst xmlns:a="http://schemas.openxmlformats.org/drawingml/2006/main">
              <a:ext uri="{FF2B5EF4-FFF2-40B4-BE49-F238E27FC236}">
                <a16:creationId xmlns:a16="http://schemas.microsoft.com/office/drawing/2014/main" id="{D0568D3C-56B8-4375-9C9D-7FF5F4677BFB}"/>
              </a:ext>
            </a:extLst>
          </p:cNvPr>
          <p:cNvSpPr>
            <a:spLocks xmlns:a="http://schemas.openxmlformats.org/drawingml/2006/main" noGrp="1"/>
          </p:cNvSpPr>
          <p:nvPr/>
        </p:nvSpPr>
        <p:spPr>
          <a:xfrm xmlns:a="http://schemas.openxmlformats.org/drawingml/2006/main">
            <a:off x="9715500" y="2647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23" name="">
            <a:extLst xmlns:a="http://schemas.openxmlformats.org/drawingml/2006/main">
              <a:ext uri="{FF2B5EF4-FFF2-40B4-BE49-F238E27FC236}">
                <a16:creationId xmlns:a16="http://schemas.microsoft.com/office/drawing/2014/main" id="{75B8ED9D-1159-42EF-AFB2-1D6C069CA929}"/>
              </a:ext>
            </a:extLst>
          </p:cNvPr>
          <p:cNvSpPr>
            <a:spLocks xmlns:a="http://schemas.openxmlformats.org/drawingml/2006/main" noGrp="1"/>
          </p:cNvSpPr>
          <p:nvPr/>
        </p:nvSpPr>
        <p:spPr>
          <a:xfrm xmlns:a="http://schemas.openxmlformats.org/drawingml/2006/main">
            <a:off x="609600" y="3105150"/>
            <a:ext cx="10668000" cy="43815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FB89CCB-63F7-4B43-B09D-8AA5988A6AD6}"/>
              </a:ext>
            </a:extLst>
          </p:cNvPr>
          <p:cNvSpPr>
            <a:spLocks xmlns:a="http://schemas.openxmlformats.org/drawingml/2006/main" noGrp="1"/>
          </p:cNvSpPr>
          <p:nvPr/>
        </p:nvSpPr>
        <p:spPr>
          <a:xfrm xmlns:a="http://schemas.openxmlformats.org/drawingml/2006/main">
            <a:off x="666750" y="32004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Approve template</a:t>
            </a:r>
          </a:p>
        </p:txBody>
      </p:sp>
      <p:sp>
        <p:nvSpPr>
          <p:cNvPr id="25" name="">
            <a:extLst xmlns:a="http://schemas.openxmlformats.org/drawingml/2006/main">
              <a:ext uri="{FF2B5EF4-FFF2-40B4-BE49-F238E27FC236}">
                <a16:creationId xmlns:a16="http://schemas.microsoft.com/office/drawing/2014/main" id="{33E66604-77B9-4F1F-825F-DEBDC6D32B1B}"/>
              </a:ext>
            </a:extLst>
          </p:cNvPr>
          <p:cNvSpPr>
            <a:spLocks xmlns:a="http://schemas.openxmlformats.org/drawingml/2006/main" noGrp="1"/>
          </p:cNvSpPr>
          <p:nvPr/>
        </p:nvSpPr>
        <p:spPr>
          <a:xfrm xmlns:a="http://schemas.openxmlformats.org/drawingml/2006/main">
            <a:off x="5143500" y="3200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26" name="">
            <a:extLst xmlns:a="http://schemas.openxmlformats.org/drawingml/2006/main">
              <a:ext uri="{FF2B5EF4-FFF2-40B4-BE49-F238E27FC236}">
                <a16:creationId xmlns:a16="http://schemas.microsoft.com/office/drawing/2014/main" id="{B805C3DF-64D4-4FD4-BABB-90E6ED264EE9}"/>
              </a:ext>
            </a:extLst>
          </p:cNvPr>
          <p:cNvSpPr>
            <a:spLocks xmlns:a="http://schemas.openxmlformats.org/drawingml/2006/main" noGrp="1"/>
          </p:cNvSpPr>
          <p:nvPr/>
        </p:nvSpPr>
        <p:spPr>
          <a:xfrm xmlns:a="http://schemas.openxmlformats.org/drawingml/2006/main">
            <a:off x="6667500" y="3200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EMPLOYEE</a:t>
            </a:r>
          </a:p>
        </p:txBody>
      </p:sp>
      <p:sp>
        <p:nvSpPr>
          <p:cNvPr id="27" name="">
            <a:extLst xmlns:a="http://schemas.openxmlformats.org/drawingml/2006/main">
              <a:ext uri="{FF2B5EF4-FFF2-40B4-BE49-F238E27FC236}">
                <a16:creationId xmlns:a16="http://schemas.microsoft.com/office/drawing/2014/main" id="{46854F2A-86C3-44C2-BDCB-2C8705AB9FBB}"/>
              </a:ext>
            </a:extLst>
          </p:cNvPr>
          <p:cNvSpPr>
            <a:spLocks xmlns:a="http://schemas.openxmlformats.org/drawingml/2006/main" noGrp="1"/>
          </p:cNvSpPr>
          <p:nvPr/>
        </p:nvSpPr>
        <p:spPr>
          <a:xfrm xmlns:a="http://schemas.openxmlformats.org/drawingml/2006/main">
            <a:off x="8191500" y="3200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MANAGER</a:t>
            </a:r>
          </a:p>
        </p:txBody>
      </p:sp>
      <p:sp>
        <p:nvSpPr>
          <p:cNvPr id="28" name="">
            <a:extLst xmlns:a="http://schemas.openxmlformats.org/drawingml/2006/main">
              <a:ext uri="{FF2B5EF4-FFF2-40B4-BE49-F238E27FC236}">
                <a16:creationId xmlns:a16="http://schemas.microsoft.com/office/drawing/2014/main" id="{FFDE635B-914C-4065-AE26-F892E496D04B}"/>
              </a:ext>
            </a:extLst>
          </p:cNvPr>
          <p:cNvSpPr>
            <a:spLocks xmlns:a="http://schemas.openxmlformats.org/drawingml/2006/main" noGrp="1"/>
          </p:cNvSpPr>
          <p:nvPr/>
        </p:nvSpPr>
        <p:spPr>
          <a:xfrm xmlns:a="http://schemas.openxmlformats.org/drawingml/2006/main">
            <a:off x="9715500" y="32004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29" name="">
            <a:extLst xmlns:a="http://schemas.openxmlformats.org/drawingml/2006/main">
              <a:ext uri="{FF2B5EF4-FFF2-40B4-BE49-F238E27FC236}">
                <a16:creationId xmlns:a16="http://schemas.microsoft.com/office/drawing/2014/main" id="{B1824A34-BD7A-4494-B815-306C9C0AF3AD}"/>
              </a:ext>
            </a:extLst>
          </p:cNvPr>
          <p:cNvSpPr>
            <a:spLocks xmlns:a="http://schemas.openxmlformats.org/drawingml/2006/main" noGrp="1"/>
          </p:cNvSpPr>
          <p:nvPr/>
        </p:nvSpPr>
        <p:spPr>
          <a:xfrm xmlns:a="http://schemas.openxmlformats.org/drawingml/2006/main">
            <a:off x="666750" y="37528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Create and send reports</a:t>
            </a:r>
          </a:p>
        </p:txBody>
      </p:sp>
      <p:sp>
        <p:nvSpPr>
          <p:cNvPr id="30" name="">
            <a:extLst xmlns:a="http://schemas.openxmlformats.org/drawingml/2006/main">
              <a:ext uri="{FF2B5EF4-FFF2-40B4-BE49-F238E27FC236}">
                <a16:creationId xmlns:a16="http://schemas.microsoft.com/office/drawing/2014/main" id="{7C012ECB-FAAF-4FE7-B8BB-C89E0545FB4A}"/>
              </a:ext>
            </a:extLst>
          </p:cNvPr>
          <p:cNvSpPr>
            <a:spLocks xmlns:a="http://schemas.openxmlformats.org/drawingml/2006/main" noGrp="1"/>
          </p:cNvSpPr>
          <p:nvPr/>
        </p:nvSpPr>
        <p:spPr>
          <a:xfrm xmlns:a="http://schemas.openxmlformats.org/drawingml/2006/main">
            <a:off x="5143500" y="37528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31" name="">
            <a:extLst xmlns:a="http://schemas.openxmlformats.org/drawingml/2006/main">
              <a:ext uri="{FF2B5EF4-FFF2-40B4-BE49-F238E27FC236}">
                <a16:creationId xmlns:a16="http://schemas.microsoft.com/office/drawing/2014/main" id="{7F001444-329F-40FC-8BE1-012FA982177B}"/>
              </a:ext>
            </a:extLst>
          </p:cNvPr>
          <p:cNvSpPr>
            <a:spLocks xmlns:a="http://schemas.openxmlformats.org/drawingml/2006/main" noGrp="1"/>
          </p:cNvSpPr>
          <p:nvPr/>
        </p:nvSpPr>
        <p:spPr>
          <a:xfrm xmlns:a="http://schemas.openxmlformats.org/drawingml/2006/main">
            <a:off x="6667500" y="37528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32" name="">
            <a:extLst xmlns:a="http://schemas.openxmlformats.org/drawingml/2006/main">
              <a:ext uri="{FF2B5EF4-FFF2-40B4-BE49-F238E27FC236}">
                <a16:creationId xmlns:a16="http://schemas.microsoft.com/office/drawing/2014/main" id="{13098891-2C0E-4C89-9D88-C99072D6CC82}"/>
              </a:ext>
            </a:extLst>
          </p:cNvPr>
          <p:cNvSpPr>
            <a:spLocks xmlns:a="http://schemas.openxmlformats.org/drawingml/2006/main" noGrp="1"/>
          </p:cNvSpPr>
          <p:nvPr/>
        </p:nvSpPr>
        <p:spPr>
          <a:xfrm xmlns:a="http://schemas.openxmlformats.org/drawingml/2006/main">
            <a:off x="8191500" y="37528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33" name="">
            <a:extLst xmlns:a="http://schemas.openxmlformats.org/drawingml/2006/main">
              <a:ext uri="{FF2B5EF4-FFF2-40B4-BE49-F238E27FC236}">
                <a16:creationId xmlns:a16="http://schemas.microsoft.com/office/drawing/2014/main" id="{04B1B5DA-0401-4D80-B986-13C3A800FBA6}"/>
              </a:ext>
            </a:extLst>
          </p:cNvPr>
          <p:cNvSpPr>
            <a:spLocks xmlns:a="http://schemas.openxmlformats.org/drawingml/2006/main" noGrp="1"/>
          </p:cNvSpPr>
          <p:nvPr/>
        </p:nvSpPr>
        <p:spPr>
          <a:xfrm xmlns:a="http://schemas.openxmlformats.org/drawingml/2006/main">
            <a:off x="9715500" y="37528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34" name="">
            <a:extLst xmlns:a="http://schemas.openxmlformats.org/drawingml/2006/main">
              <a:ext uri="{FF2B5EF4-FFF2-40B4-BE49-F238E27FC236}">
                <a16:creationId xmlns:a16="http://schemas.microsoft.com/office/drawing/2014/main" id="{5B7DBFF5-BA5D-4F95-A1A0-D1E68A41ADB1}"/>
              </a:ext>
            </a:extLst>
          </p:cNvPr>
          <p:cNvSpPr>
            <a:spLocks xmlns:a="http://schemas.openxmlformats.org/drawingml/2006/main" noGrp="1"/>
          </p:cNvSpPr>
          <p:nvPr/>
        </p:nvSpPr>
        <p:spPr>
          <a:xfrm xmlns:a="http://schemas.openxmlformats.org/drawingml/2006/main">
            <a:off x="609600" y="4210050"/>
            <a:ext cx="10668000" cy="43815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A3310C-A5FE-4BF0-8A31-3F5D3B7B7E4A}"/>
              </a:ext>
            </a:extLst>
          </p:cNvPr>
          <p:cNvSpPr>
            <a:spLocks xmlns:a="http://schemas.openxmlformats.org/drawingml/2006/main" noGrp="1"/>
          </p:cNvSpPr>
          <p:nvPr/>
        </p:nvSpPr>
        <p:spPr>
          <a:xfrm xmlns:a="http://schemas.openxmlformats.org/drawingml/2006/main">
            <a:off x="666750" y="43053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Review, return, reject, sign</a:t>
            </a:r>
          </a:p>
        </p:txBody>
      </p:sp>
      <p:sp>
        <p:nvSpPr>
          <p:cNvPr id="36" name="">
            <a:extLst xmlns:a="http://schemas.openxmlformats.org/drawingml/2006/main">
              <a:ext uri="{FF2B5EF4-FFF2-40B4-BE49-F238E27FC236}">
                <a16:creationId xmlns:a16="http://schemas.microsoft.com/office/drawing/2014/main" id="{F019538B-2D0C-4683-842C-F23F895966CA}"/>
              </a:ext>
            </a:extLst>
          </p:cNvPr>
          <p:cNvSpPr>
            <a:spLocks xmlns:a="http://schemas.openxmlformats.org/drawingml/2006/main" noGrp="1"/>
          </p:cNvSpPr>
          <p:nvPr/>
        </p:nvSpPr>
        <p:spPr>
          <a:xfrm xmlns:a="http://schemas.openxmlformats.org/drawingml/2006/main">
            <a:off x="5143500" y="43053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IF ASSIGNED</a:t>
            </a:r>
          </a:p>
        </p:txBody>
      </p:sp>
      <p:sp>
        <p:nvSpPr>
          <p:cNvPr id="37" name="">
            <a:extLst xmlns:a="http://schemas.openxmlformats.org/drawingml/2006/main">
              <a:ext uri="{FF2B5EF4-FFF2-40B4-BE49-F238E27FC236}">
                <a16:creationId xmlns:a16="http://schemas.microsoft.com/office/drawing/2014/main" id="{A2D034E3-85E5-44DE-A3E4-A2DEA26E483E}"/>
              </a:ext>
            </a:extLst>
          </p:cNvPr>
          <p:cNvSpPr>
            <a:spLocks xmlns:a="http://schemas.openxmlformats.org/drawingml/2006/main" noGrp="1"/>
          </p:cNvSpPr>
          <p:nvPr/>
        </p:nvSpPr>
        <p:spPr>
          <a:xfrm xmlns:a="http://schemas.openxmlformats.org/drawingml/2006/main">
            <a:off x="6667500" y="43053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IF ASSIGNED</a:t>
            </a:r>
          </a:p>
        </p:txBody>
      </p:sp>
      <p:sp>
        <p:nvSpPr>
          <p:cNvPr id="38" name="">
            <a:extLst xmlns:a="http://schemas.openxmlformats.org/drawingml/2006/main">
              <a:ext uri="{FF2B5EF4-FFF2-40B4-BE49-F238E27FC236}">
                <a16:creationId xmlns:a16="http://schemas.microsoft.com/office/drawing/2014/main" id="{3E8EC764-5BBD-4DB8-A162-F0601284EFAB}"/>
              </a:ext>
            </a:extLst>
          </p:cNvPr>
          <p:cNvSpPr>
            <a:spLocks xmlns:a="http://schemas.openxmlformats.org/drawingml/2006/main" noGrp="1"/>
          </p:cNvSpPr>
          <p:nvPr/>
        </p:nvSpPr>
        <p:spPr>
          <a:xfrm xmlns:a="http://schemas.openxmlformats.org/drawingml/2006/main">
            <a:off x="8191500" y="43053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IF ASSIGNED</a:t>
            </a:r>
          </a:p>
        </p:txBody>
      </p:sp>
      <p:sp>
        <p:nvSpPr>
          <p:cNvPr id="39" name="">
            <a:extLst xmlns:a="http://schemas.openxmlformats.org/drawingml/2006/main">
              <a:ext uri="{FF2B5EF4-FFF2-40B4-BE49-F238E27FC236}">
                <a16:creationId xmlns:a16="http://schemas.microsoft.com/office/drawing/2014/main" id="{0DB3BE59-F6FD-4904-992A-B7590BA86522}"/>
              </a:ext>
            </a:extLst>
          </p:cNvPr>
          <p:cNvSpPr>
            <a:spLocks xmlns:a="http://schemas.openxmlformats.org/drawingml/2006/main" noGrp="1"/>
          </p:cNvSpPr>
          <p:nvPr/>
        </p:nvSpPr>
        <p:spPr>
          <a:xfrm xmlns:a="http://schemas.openxmlformats.org/drawingml/2006/main">
            <a:off x="9715500" y="43053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40" name="">
            <a:extLst xmlns:a="http://schemas.openxmlformats.org/drawingml/2006/main">
              <a:ext uri="{FF2B5EF4-FFF2-40B4-BE49-F238E27FC236}">
                <a16:creationId xmlns:a16="http://schemas.microsoft.com/office/drawing/2014/main" id="{F22A5BFC-1405-4DF3-948A-ABB89C0470CB}"/>
              </a:ext>
            </a:extLst>
          </p:cNvPr>
          <p:cNvSpPr>
            <a:spLocks xmlns:a="http://schemas.openxmlformats.org/drawingml/2006/main" noGrp="1"/>
          </p:cNvSpPr>
          <p:nvPr/>
        </p:nvSpPr>
        <p:spPr>
          <a:xfrm xmlns:a="http://schemas.openxmlformats.org/drawingml/2006/main">
            <a:off x="666750" y="48577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Create My Packs</a:t>
            </a:r>
          </a:p>
        </p:txBody>
      </p:sp>
      <p:sp>
        <p:nvSpPr>
          <p:cNvPr id="41" name="">
            <a:extLst xmlns:a="http://schemas.openxmlformats.org/drawingml/2006/main">
              <a:ext uri="{FF2B5EF4-FFF2-40B4-BE49-F238E27FC236}">
                <a16:creationId xmlns:a16="http://schemas.microsoft.com/office/drawing/2014/main" id="{0A6F593D-0440-4494-AB99-8580887E0AD4}"/>
              </a:ext>
            </a:extLst>
          </p:cNvPr>
          <p:cNvSpPr>
            <a:spLocks xmlns:a="http://schemas.openxmlformats.org/drawingml/2006/main" noGrp="1"/>
          </p:cNvSpPr>
          <p:nvPr/>
        </p:nvSpPr>
        <p:spPr>
          <a:xfrm xmlns:a="http://schemas.openxmlformats.org/drawingml/2006/main">
            <a:off x="5143500" y="48577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42" name="">
            <a:extLst xmlns:a="http://schemas.openxmlformats.org/drawingml/2006/main">
              <a:ext uri="{FF2B5EF4-FFF2-40B4-BE49-F238E27FC236}">
                <a16:creationId xmlns:a16="http://schemas.microsoft.com/office/drawing/2014/main" id="{8CDBFFEF-4D55-4CB3-AEB3-E4D9F10FB9E3}"/>
              </a:ext>
            </a:extLst>
          </p:cNvPr>
          <p:cNvSpPr>
            <a:spLocks xmlns:a="http://schemas.openxmlformats.org/drawingml/2006/main" noGrp="1"/>
          </p:cNvSpPr>
          <p:nvPr/>
        </p:nvSpPr>
        <p:spPr>
          <a:xfrm xmlns:a="http://schemas.openxmlformats.org/drawingml/2006/main">
            <a:off x="6667500" y="48577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43" name="">
            <a:extLst xmlns:a="http://schemas.openxmlformats.org/drawingml/2006/main">
              <a:ext uri="{FF2B5EF4-FFF2-40B4-BE49-F238E27FC236}">
                <a16:creationId xmlns:a16="http://schemas.microsoft.com/office/drawing/2014/main" id="{A3F08DD5-CAE5-4242-A76F-18DAA5791607}"/>
              </a:ext>
            </a:extLst>
          </p:cNvPr>
          <p:cNvSpPr>
            <a:spLocks xmlns:a="http://schemas.openxmlformats.org/drawingml/2006/main" noGrp="1"/>
          </p:cNvSpPr>
          <p:nvPr/>
        </p:nvSpPr>
        <p:spPr>
          <a:xfrm xmlns:a="http://schemas.openxmlformats.org/drawingml/2006/main">
            <a:off x="8191500" y="48577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44" name="">
            <a:extLst xmlns:a="http://schemas.openxmlformats.org/drawingml/2006/main">
              <a:ext uri="{FF2B5EF4-FFF2-40B4-BE49-F238E27FC236}">
                <a16:creationId xmlns:a16="http://schemas.microsoft.com/office/drawing/2014/main" id="{4AA22AC1-8F8E-4815-AF88-51F91D6FC64C}"/>
              </a:ext>
            </a:extLst>
          </p:cNvPr>
          <p:cNvSpPr>
            <a:spLocks xmlns:a="http://schemas.openxmlformats.org/drawingml/2006/main" noGrp="1"/>
          </p:cNvSpPr>
          <p:nvPr/>
        </p:nvSpPr>
        <p:spPr>
          <a:xfrm xmlns:a="http://schemas.openxmlformats.org/drawingml/2006/main">
            <a:off x="9715500" y="48577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45" name="">
            <a:extLst xmlns:a="http://schemas.openxmlformats.org/drawingml/2006/main">
              <a:ext uri="{FF2B5EF4-FFF2-40B4-BE49-F238E27FC236}">
                <a16:creationId xmlns:a16="http://schemas.microsoft.com/office/drawing/2014/main" id="{75E42499-7407-43CE-B55E-38369E41D142}"/>
              </a:ext>
            </a:extLst>
          </p:cNvPr>
          <p:cNvSpPr>
            <a:spLocks xmlns:a="http://schemas.openxmlformats.org/drawingml/2006/main" noGrp="1"/>
          </p:cNvSpPr>
          <p:nvPr/>
        </p:nvSpPr>
        <p:spPr>
          <a:xfrm xmlns:a="http://schemas.openxmlformats.org/drawingml/2006/main">
            <a:off x="609600" y="5314950"/>
            <a:ext cx="10668000" cy="43815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E3007DB-4D4A-4845-84C3-BB546D1CFBE9}"/>
              </a:ext>
            </a:extLst>
          </p:cNvPr>
          <p:cNvSpPr>
            <a:spLocks xmlns:a="http://schemas.openxmlformats.org/drawingml/2006/main" noGrp="1"/>
          </p:cNvSpPr>
          <p:nvPr/>
        </p:nvSpPr>
        <p:spPr>
          <a:xfrm xmlns:a="http://schemas.openxmlformats.org/drawingml/2006/main">
            <a:off x="666750" y="54102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Manage standards and policy</a:t>
            </a:r>
          </a:p>
        </p:txBody>
      </p:sp>
      <p:sp>
        <p:nvSpPr>
          <p:cNvPr id="47" name="">
            <a:extLst xmlns:a="http://schemas.openxmlformats.org/drawingml/2006/main">
              <a:ext uri="{FF2B5EF4-FFF2-40B4-BE49-F238E27FC236}">
                <a16:creationId xmlns:a16="http://schemas.microsoft.com/office/drawing/2014/main" id="{5B6442D7-C399-4C4E-84DD-46EA46DDC947}"/>
              </a:ext>
            </a:extLst>
          </p:cNvPr>
          <p:cNvSpPr>
            <a:spLocks xmlns:a="http://schemas.openxmlformats.org/drawingml/2006/main" noGrp="1"/>
          </p:cNvSpPr>
          <p:nvPr/>
        </p:nvSpPr>
        <p:spPr>
          <a:xfrm xmlns:a="http://schemas.openxmlformats.org/drawingml/2006/main">
            <a:off x="5143500" y="5410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48" name="">
            <a:extLst xmlns:a="http://schemas.openxmlformats.org/drawingml/2006/main">
              <a:ext uri="{FF2B5EF4-FFF2-40B4-BE49-F238E27FC236}">
                <a16:creationId xmlns:a16="http://schemas.microsoft.com/office/drawing/2014/main" id="{D3EDA062-92EF-484E-AB3D-425212E07C6A}"/>
              </a:ext>
            </a:extLst>
          </p:cNvPr>
          <p:cNvSpPr>
            <a:spLocks xmlns:a="http://schemas.openxmlformats.org/drawingml/2006/main" noGrp="1"/>
          </p:cNvSpPr>
          <p:nvPr/>
        </p:nvSpPr>
        <p:spPr>
          <a:xfrm xmlns:a="http://schemas.openxmlformats.org/drawingml/2006/main">
            <a:off x="6667500" y="5410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49" name="">
            <a:extLst xmlns:a="http://schemas.openxmlformats.org/drawingml/2006/main">
              <a:ext uri="{FF2B5EF4-FFF2-40B4-BE49-F238E27FC236}">
                <a16:creationId xmlns:a16="http://schemas.microsoft.com/office/drawing/2014/main" id="{CD3F5D5B-CBBD-4A09-BE63-B908C6925A3C}"/>
              </a:ext>
            </a:extLst>
          </p:cNvPr>
          <p:cNvSpPr>
            <a:spLocks xmlns:a="http://schemas.openxmlformats.org/drawingml/2006/main" noGrp="1"/>
          </p:cNvSpPr>
          <p:nvPr/>
        </p:nvSpPr>
        <p:spPr>
          <a:xfrm xmlns:a="http://schemas.openxmlformats.org/drawingml/2006/main">
            <a:off x="8191500" y="5410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67085"/>
                </a:solidFill>
              </a:defRPr>
            </a:pPr>
            <a:r>
              <a:rPr sz="1050" b="0">
                <a:solidFill>
                  <a:srgbClr val="667085"/>
                </a:solidFill>
              </a:rPr>
              <a:t>—</a:t>
            </a:r>
          </a:p>
        </p:txBody>
      </p:sp>
      <p:sp>
        <p:nvSpPr>
          <p:cNvPr id="50" name="">
            <a:extLst xmlns:a="http://schemas.openxmlformats.org/drawingml/2006/main">
              <a:ext uri="{FF2B5EF4-FFF2-40B4-BE49-F238E27FC236}">
                <a16:creationId xmlns:a16="http://schemas.microsoft.com/office/drawing/2014/main" id="{67E687A9-A62B-4925-9D5D-E5EA18E03F11}"/>
              </a:ext>
            </a:extLst>
          </p:cNvPr>
          <p:cNvSpPr>
            <a:spLocks xmlns:a="http://schemas.openxmlformats.org/drawingml/2006/main" noGrp="1"/>
          </p:cNvSpPr>
          <p:nvPr/>
        </p:nvSpPr>
        <p:spPr>
          <a:xfrm xmlns:a="http://schemas.openxmlformats.org/drawingml/2006/main">
            <a:off x="9715500" y="54102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344054"/>
                </a:solidFill>
              </a:defRPr>
            </a:pPr>
            <a:r>
              <a:rPr sz="1050" b="0">
                <a:solidFill>
                  <a:srgbClr val="344054"/>
                </a:solidFill>
              </a:rPr>
              <a:t>YES</a:t>
            </a:r>
          </a:p>
        </p:txBody>
      </p:sp>
      <p:sp>
        <p:nvSpPr>
          <p:cNvPr id="51" name="">
            <a:extLst xmlns:a="http://schemas.openxmlformats.org/drawingml/2006/main">
              <a:ext uri="{FF2B5EF4-FFF2-40B4-BE49-F238E27FC236}">
                <a16:creationId xmlns:a16="http://schemas.microsoft.com/office/drawing/2014/main" id="{3D7612B1-5711-4B4A-9E47-FA58CF19C369}"/>
              </a:ext>
            </a:extLst>
          </p:cNvPr>
          <p:cNvSpPr>
            <a:spLocks xmlns:a="http://schemas.openxmlformats.org/drawingml/2006/main" noGrp="1"/>
          </p:cNvSpPr>
          <p:nvPr/>
        </p:nvSpPr>
        <p:spPr>
          <a:xfrm xmlns:a="http://schemas.openxmlformats.org/drawingml/2006/main">
            <a:off x="714375" y="60960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67085"/>
                </a:solidFill>
              </a:defRPr>
            </a:pPr>
            <a:r>
              <a:rPr sz="975" b="0">
                <a:solidFill>
                  <a:srgbClr val="667085"/>
                </a:solidFill>
              </a:rPr>
              <a:t>*The current Director send dialog does not provide a normal next-level recipient; Director review works when assigned.</a:t>
            </a:r>
          </a:p>
        </p:txBody>
      </p:sp>
    </p:spTree>
    <p:extLst>
      <p:ext uri="{BB962C8B-B14F-4D97-AF65-F5344CB8AC3E}">
        <p14:creationId xmlns:p14="http://schemas.microsoft.com/office/powerpoint/2010/main" val="853038393"/>
      </p:ext>
    </p:extLst>
  </p:cSld>
</p:sld>
</file>

<file path=ppt/slides/slide30.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F097751-B3BD-4B4E-8813-0B4BA588A62D}"/>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OPTIONAL PRODUCT CAPABILITY APPENDIX</a:t>
            </a:r>
          </a:p>
        </p:txBody>
      </p:sp>
      <p:sp>
        <p:nvSpPr>
          <p:cNvPr id="2" name="slide-title-30">
            <a:extLst xmlns:a="http://schemas.openxmlformats.org/drawingml/2006/main">
              <a:ext uri="{FF2B5EF4-FFF2-40B4-BE49-F238E27FC236}">
                <a16:creationId xmlns:a16="http://schemas.microsoft.com/office/drawing/2014/main" id="{E8ABB9D8-33B8-4546-AC6E-D115A8584EED}"/>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Admin capability map</a:t>
            </a:r>
          </a:p>
        </p:txBody>
      </p:sp>
      <p:sp>
        <p:nvSpPr>
          <p:cNvPr id="3" name="">
            <a:extLst xmlns:a="http://schemas.openxmlformats.org/drawingml/2006/main">
              <a:ext uri="{FF2B5EF4-FFF2-40B4-BE49-F238E27FC236}">
                <a16:creationId xmlns:a16="http://schemas.microsoft.com/office/drawing/2014/main" id="{AB0D8978-460D-4645-96DE-A05E0FB15170}"/>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30</a:t>
            </a:r>
          </a:p>
        </p:txBody>
      </p:sp>
      <p:sp>
        <p:nvSpPr>
          <p:cNvPr id="4" name="">
            <a:extLst xmlns:a="http://schemas.openxmlformats.org/drawingml/2006/main">
              <a:ext uri="{FF2B5EF4-FFF2-40B4-BE49-F238E27FC236}">
                <a16:creationId xmlns:a16="http://schemas.microsoft.com/office/drawing/2014/main" id="{8ADA3DBB-8024-40A7-B7CF-414D53DCE99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EB7154D4-2407-4B95-8173-2B33C1C41663}"/>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5D49901E-A96A-4B96-B45C-02C326ABF840}"/>
              </a:ext>
            </a:extLst>
          </p:cNvPr>
          <p:cNvSpPr>
            <a:spLocks xmlns:a="http://schemas.openxmlformats.org/drawingml/2006/main" noGrp="1"/>
          </p:cNvSpPr>
          <p:nvPr/>
        </p:nvSpPr>
        <p:spPr>
          <a:xfrm xmlns:a="http://schemas.openxmlformats.org/drawingml/2006/main">
            <a:off x="762000" y="17145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SEE</a:t>
            </a:r>
          </a:p>
        </p:txBody>
      </p:sp>
      <p:sp>
        <p:nvSpPr>
          <p:cNvPr id="7" name="">
            <a:extLst xmlns:a="http://schemas.openxmlformats.org/drawingml/2006/main">
              <a:ext uri="{FF2B5EF4-FFF2-40B4-BE49-F238E27FC236}">
                <a16:creationId xmlns:a16="http://schemas.microsoft.com/office/drawing/2014/main" id="{60B8A2E8-3892-413E-AC19-D08FE7B5CD9D}"/>
              </a:ext>
            </a:extLst>
          </p:cNvPr>
          <p:cNvSpPr>
            <a:spLocks xmlns:a="http://schemas.openxmlformats.org/drawingml/2006/main" noGrp="1"/>
          </p:cNvSpPr>
          <p:nvPr/>
        </p:nvSpPr>
        <p:spPr>
          <a:xfrm xmlns:a="http://schemas.openxmlformats.org/drawingml/2006/main">
            <a:off x="762000" y="2133600"/>
            <a:ext cx="466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Overview metrics and recent administrative activity</a:t>
            </a:r>
          </a:p>
        </p:txBody>
      </p:sp>
      <p:sp>
        <p:nvSpPr>
          <p:cNvPr id="8" name="">
            <a:extLst xmlns:a="http://schemas.openxmlformats.org/drawingml/2006/main">
              <a:ext uri="{FF2B5EF4-FFF2-40B4-BE49-F238E27FC236}">
                <a16:creationId xmlns:a16="http://schemas.microsoft.com/office/drawing/2014/main" id="{70CF49F0-2350-4213-AA96-B2F80D5FAE97}"/>
              </a:ext>
            </a:extLst>
          </p:cNvPr>
          <p:cNvSpPr>
            <a:spLocks xmlns:a="http://schemas.openxmlformats.org/drawingml/2006/main" noGrp="1"/>
          </p:cNvSpPr>
          <p:nvPr/>
        </p:nvSpPr>
        <p:spPr>
          <a:xfrm xmlns:a="http://schemas.openxmlformats.org/drawingml/2006/main">
            <a:off x="762000" y="2838450"/>
            <a:ext cx="4667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9" name="">
            <a:extLst xmlns:a="http://schemas.openxmlformats.org/drawingml/2006/main">
              <a:ext uri="{FF2B5EF4-FFF2-40B4-BE49-F238E27FC236}">
                <a16:creationId xmlns:a16="http://schemas.microsoft.com/office/drawing/2014/main" id="{1FCB3E98-8F08-4508-B5EF-88E9C9D0ACB3}"/>
              </a:ext>
            </a:extLst>
          </p:cNvPr>
          <p:cNvSpPr>
            <a:spLocks xmlns:a="http://schemas.openxmlformats.org/drawingml/2006/main" noGrp="1"/>
          </p:cNvSpPr>
          <p:nvPr/>
        </p:nvSpPr>
        <p:spPr>
          <a:xfrm xmlns:a="http://schemas.openxmlformats.org/drawingml/2006/main">
            <a:off x="6238875" y="17145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0C7D9"/>
                </a:solidFill>
              </a:defRPr>
            </a:pPr>
            <a:r>
              <a:rPr sz="1200" b="1">
                <a:solidFill>
                  <a:srgbClr val="20C7D9"/>
                </a:solidFill>
              </a:rPr>
              <a:t>SHAPE</a:t>
            </a:r>
          </a:p>
        </p:txBody>
      </p:sp>
      <p:sp>
        <p:nvSpPr>
          <p:cNvPr id="10" name="">
            <a:extLst xmlns:a="http://schemas.openxmlformats.org/drawingml/2006/main">
              <a:ext uri="{FF2B5EF4-FFF2-40B4-BE49-F238E27FC236}">
                <a16:creationId xmlns:a16="http://schemas.microsoft.com/office/drawing/2014/main" id="{FC4855D5-96DB-4D7A-B1FD-99CC4C70F82C}"/>
              </a:ext>
            </a:extLst>
          </p:cNvPr>
          <p:cNvSpPr>
            <a:spLocks xmlns:a="http://schemas.openxmlformats.org/drawingml/2006/main" noGrp="1"/>
          </p:cNvSpPr>
          <p:nvPr/>
        </p:nvSpPr>
        <p:spPr>
          <a:xfrm xmlns:a="http://schemas.openxmlformats.org/drawingml/2006/main">
            <a:off x="6238875" y="2133600"/>
            <a:ext cx="466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Studio feature availability and element inventory</a:t>
            </a:r>
          </a:p>
        </p:txBody>
      </p:sp>
      <p:sp>
        <p:nvSpPr>
          <p:cNvPr id="11" name="">
            <a:extLst xmlns:a="http://schemas.openxmlformats.org/drawingml/2006/main">
              <a:ext uri="{FF2B5EF4-FFF2-40B4-BE49-F238E27FC236}">
                <a16:creationId xmlns:a16="http://schemas.microsoft.com/office/drawing/2014/main" id="{32E727C1-F864-4C10-904A-008C3AC6F79D}"/>
              </a:ext>
            </a:extLst>
          </p:cNvPr>
          <p:cNvSpPr>
            <a:spLocks xmlns:a="http://schemas.openxmlformats.org/drawingml/2006/main" noGrp="1"/>
          </p:cNvSpPr>
          <p:nvPr/>
        </p:nvSpPr>
        <p:spPr>
          <a:xfrm xmlns:a="http://schemas.openxmlformats.org/drawingml/2006/main">
            <a:off x="6238875" y="2838450"/>
            <a:ext cx="4667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4D7A9B30-46D7-4FB9-B7FD-E66E858733EA}"/>
              </a:ext>
            </a:extLst>
          </p:cNvPr>
          <p:cNvSpPr>
            <a:spLocks xmlns:a="http://schemas.openxmlformats.org/drawingml/2006/main" noGrp="1"/>
          </p:cNvSpPr>
          <p:nvPr/>
        </p:nvSpPr>
        <p:spPr>
          <a:xfrm xmlns:a="http://schemas.openxmlformats.org/drawingml/2006/main">
            <a:off x="762000" y="30956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STANDARDIZE</a:t>
            </a:r>
          </a:p>
        </p:txBody>
      </p:sp>
      <p:sp>
        <p:nvSpPr>
          <p:cNvPr id="13" name="">
            <a:extLst xmlns:a="http://schemas.openxmlformats.org/drawingml/2006/main">
              <a:ext uri="{FF2B5EF4-FFF2-40B4-BE49-F238E27FC236}">
                <a16:creationId xmlns:a16="http://schemas.microsoft.com/office/drawing/2014/main" id="{60D99AE1-8BE1-47E1-AD46-572511E00E53}"/>
              </a:ext>
            </a:extLst>
          </p:cNvPr>
          <p:cNvSpPr>
            <a:spLocks xmlns:a="http://schemas.openxmlformats.org/drawingml/2006/main" noGrp="1"/>
          </p:cNvSpPr>
          <p:nvPr/>
        </p:nvSpPr>
        <p:spPr>
          <a:xfrm xmlns:a="http://schemas.openxmlformats.org/drawingml/2006/main">
            <a:off x="762000" y="3514725"/>
            <a:ext cx="466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Standard Packs and approved Content Library wording</a:t>
            </a:r>
          </a:p>
        </p:txBody>
      </p:sp>
      <p:sp>
        <p:nvSpPr>
          <p:cNvPr id="14" name="">
            <a:extLst xmlns:a="http://schemas.openxmlformats.org/drawingml/2006/main">
              <a:ext uri="{FF2B5EF4-FFF2-40B4-BE49-F238E27FC236}">
                <a16:creationId xmlns:a16="http://schemas.microsoft.com/office/drawing/2014/main" id="{FCDB5283-9E44-40B6-A7E6-E47E574EF0A9}"/>
              </a:ext>
            </a:extLst>
          </p:cNvPr>
          <p:cNvSpPr>
            <a:spLocks xmlns:a="http://schemas.openxmlformats.org/drawingml/2006/main" noGrp="1"/>
          </p:cNvSpPr>
          <p:nvPr/>
        </p:nvSpPr>
        <p:spPr>
          <a:xfrm xmlns:a="http://schemas.openxmlformats.org/drawingml/2006/main">
            <a:off x="762000" y="4219575"/>
            <a:ext cx="4667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5" name="">
            <a:extLst xmlns:a="http://schemas.openxmlformats.org/drawingml/2006/main">
              <a:ext uri="{FF2B5EF4-FFF2-40B4-BE49-F238E27FC236}">
                <a16:creationId xmlns:a16="http://schemas.microsoft.com/office/drawing/2014/main" id="{03CB2C96-F408-40D8-8560-7750ADD403F5}"/>
              </a:ext>
            </a:extLst>
          </p:cNvPr>
          <p:cNvSpPr>
            <a:spLocks xmlns:a="http://schemas.openxmlformats.org/drawingml/2006/main" noGrp="1"/>
          </p:cNvSpPr>
          <p:nvPr/>
        </p:nvSpPr>
        <p:spPr>
          <a:xfrm xmlns:a="http://schemas.openxmlformats.org/drawingml/2006/main">
            <a:off x="6238875" y="30956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0C7D9"/>
                </a:solidFill>
              </a:defRPr>
            </a:pPr>
            <a:r>
              <a:rPr sz="1200" b="1">
                <a:solidFill>
                  <a:srgbClr val="20C7D9"/>
                </a:solidFill>
              </a:rPr>
              <a:t>ORGANIZE</a:t>
            </a:r>
          </a:p>
        </p:txBody>
      </p:sp>
      <p:sp>
        <p:nvSpPr>
          <p:cNvPr id="16" name="">
            <a:extLst xmlns:a="http://schemas.openxmlformats.org/drawingml/2006/main">
              <a:ext uri="{FF2B5EF4-FFF2-40B4-BE49-F238E27FC236}">
                <a16:creationId xmlns:a16="http://schemas.microsoft.com/office/drawing/2014/main" id="{9D6EC254-51FA-42D8-AAC8-4DC93D15B21C}"/>
              </a:ext>
            </a:extLst>
          </p:cNvPr>
          <p:cNvSpPr>
            <a:spLocks xmlns:a="http://schemas.openxmlformats.org/drawingml/2006/main" noGrp="1"/>
          </p:cNvSpPr>
          <p:nvPr/>
        </p:nvSpPr>
        <p:spPr>
          <a:xfrm xmlns:a="http://schemas.openxmlformats.org/drawingml/2006/main">
            <a:off x="6238875" y="3514725"/>
            <a:ext cx="466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Users, roles, departments, status and categories</a:t>
            </a:r>
          </a:p>
        </p:txBody>
      </p:sp>
      <p:sp>
        <p:nvSpPr>
          <p:cNvPr id="17" name="">
            <a:extLst xmlns:a="http://schemas.openxmlformats.org/drawingml/2006/main">
              <a:ext uri="{FF2B5EF4-FFF2-40B4-BE49-F238E27FC236}">
                <a16:creationId xmlns:a16="http://schemas.microsoft.com/office/drawing/2014/main" id="{961FAD6B-42A3-4111-9042-671B540ECE3C}"/>
              </a:ext>
            </a:extLst>
          </p:cNvPr>
          <p:cNvSpPr>
            <a:spLocks xmlns:a="http://schemas.openxmlformats.org/drawingml/2006/main" noGrp="1"/>
          </p:cNvSpPr>
          <p:nvPr/>
        </p:nvSpPr>
        <p:spPr>
          <a:xfrm xmlns:a="http://schemas.openxmlformats.org/drawingml/2006/main">
            <a:off x="6238875" y="4219575"/>
            <a:ext cx="4667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8" name="">
            <a:extLst xmlns:a="http://schemas.openxmlformats.org/drawingml/2006/main">
              <a:ext uri="{FF2B5EF4-FFF2-40B4-BE49-F238E27FC236}">
                <a16:creationId xmlns:a16="http://schemas.microsoft.com/office/drawing/2014/main" id="{95A5E1C3-7840-40B8-B69B-5FAF72346925}"/>
              </a:ext>
            </a:extLst>
          </p:cNvPr>
          <p:cNvSpPr>
            <a:spLocks xmlns:a="http://schemas.openxmlformats.org/drawingml/2006/main" noGrp="1"/>
          </p:cNvSpPr>
          <p:nvPr/>
        </p:nvSpPr>
        <p:spPr>
          <a:xfrm xmlns:a="http://schemas.openxmlformats.org/drawingml/2006/main">
            <a:off x="762000" y="4476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SET POLICY</a:t>
            </a:r>
          </a:p>
        </p:txBody>
      </p:sp>
      <p:sp>
        <p:nvSpPr>
          <p:cNvPr id="19" name="">
            <a:extLst xmlns:a="http://schemas.openxmlformats.org/drawingml/2006/main">
              <a:ext uri="{FF2B5EF4-FFF2-40B4-BE49-F238E27FC236}">
                <a16:creationId xmlns:a16="http://schemas.microsoft.com/office/drawing/2014/main" id="{05D96EDB-0722-4633-93B4-98FCA2ED9310}"/>
              </a:ext>
            </a:extLst>
          </p:cNvPr>
          <p:cNvSpPr>
            <a:spLocks xmlns:a="http://schemas.openxmlformats.org/drawingml/2006/main" noGrp="1"/>
          </p:cNvSpPr>
          <p:nvPr/>
        </p:nvSpPr>
        <p:spPr>
          <a:xfrm xmlns:a="http://schemas.openxmlformats.org/drawingml/2006/main">
            <a:off x="762000" y="4895850"/>
            <a:ext cx="466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Rejection, return, signatures and template governance</a:t>
            </a:r>
          </a:p>
        </p:txBody>
      </p:sp>
      <p:sp>
        <p:nvSpPr>
          <p:cNvPr id="20" name="">
            <a:extLst xmlns:a="http://schemas.openxmlformats.org/drawingml/2006/main">
              <a:ext uri="{FF2B5EF4-FFF2-40B4-BE49-F238E27FC236}">
                <a16:creationId xmlns:a16="http://schemas.microsoft.com/office/drawing/2014/main" id="{6EB9A8D7-5CB5-4BA2-A39F-1A1CDB35446B}"/>
              </a:ext>
            </a:extLst>
          </p:cNvPr>
          <p:cNvSpPr>
            <a:spLocks xmlns:a="http://schemas.openxmlformats.org/drawingml/2006/main" noGrp="1"/>
          </p:cNvSpPr>
          <p:nvPr/>
        </p:nvSpPr>
        <p:spPr>
          <a:xfrm xmlns:a="http://schemas.openxmlformats.org/drawingml/2006/main">
            <a:off x="762000" y="5600700"/>
            <a:ext cx="4667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1" name="">
            <a:extLst xmlns:a="http://schemas.openxmlformats.org/drawingml/2006/main">
              <a:ext uri="{FF2B5EF4-FFF2-40B4-BE49-F238E27FC236}">
                <a16:creationId xmlns:a16="http://schemas.microsoft.com/office/drawing/2014/main" id="{20108913-A42D-416D-AAB5-3FFEA8DB6549}"/>
              </a:ext>
            </a:extLst>
          </p:cNvPr>
          <p:cNvSpPr>
            <a:spLocks xmlns:a="http://schemas.openxmlformats.org/drawingml/2006/main" noGrp="1"/>
          </p:cNvSpPr>
          <p:nvPr/>
        </p:nvSpPr>
        <p:spPr>
          <a:xfrm xmlns:a="http://schemas.openxmlformats.org/drawingml/2006/main">
            <a:off x="6238875" y="4476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0C7D9"/>
                </a:solidFill>
              </a:defRPr>
            </a:pPr>
            <a:r>
              <a:rPr sz="1200" b="1">
                <a:solidFill>
                  <a:srgbClr val="20C7D9"/>
                </a:solidFill>
              </a:rPr>
              <a:t>ACCOUNT</a:t>
            </a:r>
          </a:p>
        </p:txBody>
      </p:sp>
      <p:sp>
        <p:nvSpPr>
          <p:cNvPr id="22" name="">
            <a:extLst xmlns:a="http://schemas.openxmlformats.org/drawingml/2006/main">
              <a:ext uri="{FF2B5EF4-FFF2-40B4-BE49-F238E27FC236}">
                <a16:creationId xmlns:a16="http://schemas.microsoft.com/office/drawing/2014/main" id="{81478E86-DDA6-4F29-A1D3-9E0DBFBA3460}"/>
              </a:ext>
            </a:extLst>
          </p:cNvPr>
          <p:cNvSpPr>
            <a:spLocks xmlns:a="http://schemas.openxmlformats.org/drawingml/2006/main" noGrp="1"/>
          </p:cNvSpPr>
          <p:nvPr/>
        </p:nvSpPr>
        <p:spPr>
          <a:xfrm xmlns:a="http://schemas.openxmlformats.org/drawingml/2006/main">
            <a:off x="6238875" y="4895850"/>
            <a:ext cx="466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020"/>
                </a:solidFill>
              </a:defRPr>
            </a:pPr>
            <a:r>
              <a:rPr sz="1725" b="1">
                <a:solidFill>
                  <a:srgbClr val="0B1020"/>
                </a:solidFill>
              </a:rPr>
              <a:t>Searchable Admin Audit Log with previous/new values</a:t>
            </a:r>
          </a:p>
        </p:txBody>
      </p:sp>
      <p:sp>
        <p:nvSpPr>
          <p:cNvPr id="23" name="">
            <a:extLst xmlns:a="http://schemas.openxmlformats.org/drawingml/2006/main">
              <a:ext uri="{FF2B5EF4-FFF2-40B4-BE49-F238E27FC236}">
                <a16:creationId xmlns:a16="http://schemas.microsoft.com/office/drawing/2014/main" id="{F3769176-882E-40DA-AE3C-06CA0885041D}"/>
              </a:ext>
            </a:extLst>
          </p:cNvPr>
          <p:cNvSpPr>
            <a:spLocks xmlns:a="http://schemas.openxmlformats.org/drawingml/2006/main" noGrp="1"/>
          </p:cNvSpPr>
          <p:nvPr/>
        </p:nvSpPr>
        <p:spPr>
          <a:xfrm xmlns:a="http://schemas.openxmlformats.org/drawingml/2006/main">
            <a:off x="6238875" y="5600700"/>
            <a:ext cx="466725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Tree>
    <p:extLst>
      <p:ext uri="{BB962C8B-B14F-4D97-AF65-F5344CB8AC3E}">
        <p14:creationId xmlns:p14="http://schemas.microsoft.com/office/powerpoint/2010/main" val="512920438"/>
      </p:ext>
    </p:extLst>
  </p:cSld>
</p:sld>
</file>

<file path=ppt/slides/slide3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0565233-1725-4967-AAB9-3A7755A30182}"/>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OPTIONAL PRODUCT CAPABILITY APPENDIX</a:t>
            </a:r>
          </a:p>
        </p:txBody>
      </p:sp>
      <p:sp>
        <p:nvSpPr>
          <p:cNvPr id="2" name="slide-title-31">
            <a:extLst xmlns:a="http://schemas.openxmlformats.org/drawingml/2006/main">
              <a:ext uri="{FF2B5EF4-FFF2-40B4-BE49-F238E27FC236}">
                <a16:creationId xmlns:a16="http://schemas.microsoft.com/office/drawing/2014/main" id="{5E05974F-3835-4C2F-9E44-F212312231CF}"/>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Eight implemented notification triggers</a:t>
            </a:r>
          </a:p>
        </p:txBody>
      </p:sp>
      <p:sp>
        <p:nvSpPr>
          <p:cNvPr id="3" name="">
            <a:extLst xmlns:a="http://schemas.openxmlformats.org/drawingml/2006/main">
              <a:ext uri="{FF2B5EF4-FFF2-40B4-BE49-F238E27FC236}">
                <a16:creationId xmlns:a16="http://schemas.microsoft.com/office/drawing/2014/main" id="{058A936C-67A3-4B1B-8FCD-B11E8B099FE8}"/>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31</a:t>
            </a:r>
          </a:p>
        </p:txBody>
      </p:sp>
      <p:sp>
        <p:nvSpPr>
          <p:cNvPr id="4" name="">
            <a:extLst xmlns:a="http://schemas.openxmlformats.org/drawingml/2006/main">
              <a:ext uri="{FF2B5EF4-FFF2-40B4-BE49-F238E27FC236}">
                <a16:creationId xmlns:a16="http://schemas.microsoft.com/office/drawing/2014/main" id="{F5352FA0-9EB7-46FA-BDE9-F7A51CC13BC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7EFD8464-4472-4427-ABC6-5A7B04CC5F1F}"/>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8147767A-6527-4160-A630-1A395120930A}"/>
              </a:ext>
            </a:extLst>
          </p:cNvPr>
          <p:cNvSpPr>
            <a:spLocks xmlns:a="http://schemas.openxmlformats.org/drawingml/2006/main" noGrp="1"/>
          </p:cNvSpPr>
          <p:nvPr/>
        </p:nvSpPr>
        <p:spPr>
          <a:xfrm xmlns:a="http://schemas.openxmlformats.org/drawingml/2006/main">
            <a:off x="781050" y="15716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67FF"/>
                </a:solidFill>
              </a:defRPr>
            </a:pPr>
            <a:r>
              <a:rPr sz="1125" b="1">
                <a:solidFill>
                  <a:srgbClr val="8B67FF"/>
                </a:solidFill>
              </a:rPr>
              <a:t>APPROVAL REQUIRED</a:t>
            </a:r>
          </a:p>
        </p:txBody>
      </p:sp>
      <p:sp>
        <p:nvSpPr>
          <p:cNvPr id="7" name="">
            <a:extLst xmlns:a="http://schemas.openxmlformats.org/drawingml/2006/main">
              <a:ext uri="{FF2B5EF4-FFF2-40B4-BE49-F238E27FC236}">
                <a16:creationId xmlns:a16="http://schemas.microsoft.com/office/drawing/2014/main" id="{BE89A0C5-4D90-4397-897C-5A74958E1D61}"/>
              </a:ext>
            </a:extLst>
          </p:cNvPr>
          <p:cNvSpPr>
            <a:spLocks xmlns:a="http://schemas.openxmlformats.org/drawingml/2006/main" noGrp="1"/>
          </p:cNvSpPr>
          <p:nvPr/>
        </p:nvSpPr>
        <p:spPr>
          <a:xfrm xmlns:a="http://schemas.openxmlformats.org/drawingml/2006/main">
            <a:off x="3257550" y="15716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Reviewer action needed</a:t>
            </a:r>
          </a:p>
        </p:txBody>
      </p:sp>
      <p:sp>
        <p:nvSpPr>
          <p:cNvPr id="8" name="">
            <a:extLst xmlns:a="http://schemas.openxmlformats.org/drawingml/2006/main">
              <a:ext uri="{FF2B5EF4-FFF2-40B4-BE49-F238E27FC236}">
                <a16:creationId xmlns:a16="http://schemas.microsoft.com/office/drawing/2014/main" id="{B2B8DED5-92E7-4E29-B943-6FE4A8CFB181}"/>
              </a:ext>
            </a:extLst>
          </p:cNvPr>
          <p:cNvSpPr>
            <a:spLocks xmlns:a="http://schemas.openxmlformats.org/drawingml/2006/main" noGrp="1"/>
          </p:cNvSpPr>
          <p:nvPr/>
        </p:nvSpPr>
        <p:spPr>
          <a:xfrm xmlns:a="http://schemas.openxmlformats.org/drawingml/2006/main">
            <a:off x="781050" y="2114550"/>
            <a:ext cx="4953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9" name="">
            <a:extLst xmlns:a="http://schemas.openxmlformats.org/drawingml/2006/main">
              <a:ext uri="{FF2B5EF4-FFF2-40B4-BE49-F238E27FC236}">
                <a16:creationId xmlns:a16="http://schemas.microsoft.com/office/drawing/2014/main" id="{5F4A170A-0C00-406A-A682-B16D6DEDB760}"/>
              </a:ext>
            </a:extLst>
          </p:cNvPr>
          <p:cNvSpPr>
            <a:spLocks xmlns:a="http://schemas.openxmlformats.org/drawingml/2006/main" noGrp="1"/>
          </p:cNvSpPr>
          <p:nvPr/>
        </p:nvSpPr>
        <p:spPr>
          <a:xfrm xmlns:a="http://schemas.openxmlformats.org/drawingml/2006/main">
            <a:off x="6257925" y="15716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TEMPLATE APPROVED</a:t>
            </a:r>
          </a:p>
        </p:txBody>
      </p:sp>
      <p:sp>
        <p:nvSpPr>
          <p:cNvPr id="10" name="">
            <a:extLst xmlns:a="http://schemas.openxmlformats.org/drawingml/2006/main">
              <a:ext uri="{FF2B5EF4-FFF2-40B4-BE49-F238E27FC236}">
                <a16:creationId xmlns:a16="http://schemas.microsoft.com/office/drawing/2014/main" id="{63B0AD03-08D0-49BE-87DC-8ECF34BE57FF}"/>
              </a:ext>
            </a:extLst>
          </p:cNvPr>
          <p:cNvSpPr>
            <a:spLocks xmlns:a="http://schemas.openxmlformats.org/drawingml/2006/main" noGrp="1"/>
          </p:cNvSpPr>
          <p:nvPr/>
        </p:nvSpPr>
        <p:spPr>
          <a:xfrm xmlns:a="http://schemas.openxmlformats.org/drawingml/2006/main">
            <a:off x="8734425" y="15716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Standard is now available</a:t>
            </a:r>
          </a:p>
        </p:txBody>
      </p:sp>
      <p:sp>
        <p:nvSpPr>
          <p:cNvPr id="11" name="">
            <a:extLst xmlns:a="http://schemas.openxmlformats.org/drawingml/2006/main">
              <a:ext uri="{FF2B5EF4-FFF2-40B4-BE49-F238E27FC236}">
                <a16:creationId xmlns:a16="http://schemas.microsoft.com/office/drawing/2014/main" id="{F88D207C-DB6F-450A-8C0D-DC9CE1CD1B34}"/>
              </a:ext>
            </a:extLst>
          </p:cNvPr>
          <p:cNvSpPr>
            <a:spLocks xmlns:a="http://schemas.openxmlformats.org/drawingml/2006/main" noGrp="1"/>
          </p:cNvSpPr>
          <p:nvPr/>
        </p:nvSpPr>
        <p:spPr>
          <a:xfrm xmlns:a="http://schemas.openxmlformats.org/drawingml/2006/main">
            <a:off x="6257925" y="2114550"/>
            <a:ext cx="4953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2" name="">
            <a:extLst xmlns:a="http://schemas.openxmlformats.org/drawingml/2006/main">
              <a:ext uri="{FF2B5EF4-FFF2-40B4-BE49-F238E27FC236}">
                <a16:creationId xmlns:a16="http://schemas.microsoft.com/office/drawing/2014/main" id="{C5A44E27-07AF-45D0-92E4-A6FBC3A3C590}"/>
              </a:ext>
            </a:extLst>
          </p:cNvPr>
          <p:cNvSpPr>
            <a:spLocks xmlns:a="http://schemas.openxmlformats.org/drawingml/2006/main" noGrp="1"/>
          </p:cNvSpPr>
          <p:nvPr/>
        </p:nvSpPr>
        <p:spPr>
          <a:xfrm xmlns:a="http://schemas.openxmlformats.org/drawingml/2006/main">
            <a:off x="781050" y="26384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67FF"/>
                </a:solidFill>
              </a:defRPr>
            </a:pPr>
            <a:r>
              <a:rPr sz="1125" b="1">
                <a:solidFill>
                  <a:srgbClr val="8B67FF"/>
                </a:solidFill>
              </a:rPr>
              <a:t>TEMPLATE REJECTED</a:t>
            </a:r>
          </a:p>
        </p:txBody>
      </p:sp>
      <p:sp>
        <p:nvSpPr>
          <p:cNvPr id="13" name="">
            <a:extLst xmlns:a="http://schemas.openxmlformats.org/drawingml/2006/main">
              <a:ext uri="{FF2B5EF4-FFF2-40B4-BE49-F238E27FC236}">
                <a16:creationId xmlns:a16="http://schemas.microsoft.com/office/drawing/2014/main" id="{3A7D2284-3429-48AF-ABCE-E6A302C136A1}"/>
              </a:ext>
            </a:extLst>
          </p:cNvPr>
          <p:cNvSpPr>
            <a:spLocks xmlns:a="http://schemas.openxmlformats.org/drawingml/2006/main" noGrp="1"/>
          </p:cNvSpPr>
          <p:nvPr/>
        </p:nvSpPr>
        <p:spPr>
          <a:xfrm xmlns:a="http://schemas.openxmlformats.org/drawingml/2006/main">
            <a:off x="3257550" y="2638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Revision requested with reason</a:t>
            </a:r>
          </a:p>
        </p:txBody>
      </p:sp>
      <p:sp>
        <p:nvSpPr>
          <p:cNvPr id="14" name="">
            <a:extLst xmlns:a="http://schemas.openxmlformats.org/drawingml/2006/main">
              <a:ext uri="{FF2B5EF4-FFF2-40B4-BE49-F238E27FC236}">
                <a16:creationId xmlns:a16="http://schemas.microsoft.com/office/drawing/2014/main" id="{F71C46A2-B2D7-4CA5-A189-C36634B5693F}"/>
              </a:ext>
            </a:extLst>
          </p:cNvPr>
          <p:cNvSpPr>
            <a:spLocks xmlns:a="http://schemas.openxmlformats.org/drawingml/2006/main" noGrp="1"/>
          </p:cNvSpPr>
          <p:nvPr/>
        </p:nvSpPr>
        <p:spPr>
          <a:xfrm xmlns:a="http://schemas.openxmlformats.org/drawingml/2006/main">
            <a:off x="781050" y="3181350"/>
            <a:ext cx="4953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5" name="">
            <a:extLst xmlns:a="http://schemas.openxmlformats.org/drawingml/2006/main">
              <a:ext uri="{FF2B5EF4-FFF2-40B4-BE49-F238E27FC236}">
                <a16:creationId xmlns:a16="http://schemas.microsoft.com/office/drawing/2014/main" id="{D513565F-9DE2-4C09-BAFF-5215283A2B33}"/>
              </a:ext>
            </a:extLst>
          </p:cNvPr>
          <p:cNvSpPr>
            <a:spLocks xmlns:a="http://schemas.openxmlformats.org/drawingml/2006/main" noGrp="1"/>
          </p:cNvSpPr>
          <p:nvPr/>
        </p:nvSpPr>
        <p:spPr>
          <a:xfrm xmlns:a="http://schemas.openxmlformats.org/drawingml/2006/main">
            <a:off x="6257925" y="26384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REPORT RECEIVED</a:t>
            </a:r>
          </a:p>
        </p:txBody>
      </p:sp>
      <p:sp>
        <p:nvSpPr>
          <p:cNvPr id="16" name="">
            <a:extLst xmlns:a="http://schemas.openxmlformats.org/drawingml/2006/main">
              <a:ext uri="{FF2B5EF4-FFF2-40B4-BE49-F238E27FC236}">
                <a16:creationId xmlns:a16="http://schemas.microsoft.com/office/drawing/2014/main" id="{1A9E3291-81AD-4289-B169-E5297B924FDF}"/>
              </a:ext>
            </a:extLst>
          </p:cNvPr>
          <p:cNvSpPr>
            <a:spLocks xmlns:a="http://schemas.openxmlformats.org/drawingml/2006/main" noGrp="1"/>
          </p:cNvSpPr>
          <p:nvPr/>
        </p:nvSpPr>
        <p:spPr>
          <a:xfrm xmlns:a="http://schemas.openxmlformats.org/drawingml/2006/main">
            <a:off x="8734425" y="2638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New review assignment</a:t>
            </a:r>
          </a:p>
        </p:txBody>
      </p:sp>
      <p:sp>
        <p:nvSpPr>
          <p:cNvPr id="17" name="">
            <a:extLst xmlns:a="http://schemas.openxmlformats.org/drawingml/2006/main">
              <a:ext uri="{FF2B5EF4-FFF2-40B4-BE49-F238E27FC236}">
                <a16:creationId xmlns:a16="http://schemas.microsoft.com/office/drawing/2014/main" id="{EDD402B8-B3FA-4CA5-BFEE-FE38FE1BF759}"/>
              </a:ext>
            </a:extLst>
          </p:cNvPr>
          <p:cNvSpPr>
            <a:spLocks xmlns:a="http://schemas.openxmlformats.org/drawingml/2006/main" noGrp="1"/>
          </p:cNvSpPr>
          <p:nvPr/>
        </p:nvSpPr>
        <p:spPr>
          <a:xfrm xmlns:a="http://schemas.openxmlformats.org/drawingml/2006/main">
            <a:off x="6257925" y="3181350"/>
            <a:ext cx="4953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8" name="">
            <a:extLst xmlns:a="http://schemas.openxmlformats.org/drawingml/2006/main">
              <a:ext uri="{FF2B5EF4-FFF2-40B4-BE49-F238E27FC236}">
                <a16:creationId xmlns:a16="http://schemas.microsoft.com/office/drawing/2014/main" id="{3556E466-4E4E-4BF4-9183-38B11C3AB440}"/>
              </a:ext>
            </a:extLst>
          </p:cNvPr>
          <p:cNvSpPr>
            <a:spLocks xmlns:a="http://schemas.openxmlformats.org/drawingml/2006/main" noGrp="1"/>
          </p:cNvSpPr>
          <p:nvPr/>
        </p:nvSpPr>
        <p:spPr>
          <a:xfrm xmlns:a="http://schemas.openxmlformats.org/drawingml/2006/main">
            <a:off x="781050" y="37052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67FF"/>
                </a:solidFill>
              </a:defRPr>
            </a:pPr>
            <a:r>
              <a:rPr sz="1125" b="1">
                <a:solidFill>
                  <a:srgbClr val="8B67FF"/>
                </a:solidFill>
              </a:rPr>
              <a:t>REPORT RETURNED</a:t>
            </a:r>
          </a:p>
        </p:txBody>
      </p:sp>
      <p:sp>
        <p:nvSpPr>
          <p:cNvPr id="19" name="">
            <a:extLst xmlns:a="http://schemas.openxmlformats.org/drawingml/2006/main">
              <a:ext uri="{FF2B5EF4-FFF2-40B4-BE49-F238E27FC236}">
                <a16:creationId xmlns:a16="http://schemas.microsoft.com/office/drawing/2014/main" id="{69A40F8B-62EC-4FBF-AA47-512A4D98D40C}"/>
              </a:ext>
            </a:extLst>
          </p:cNvPr>
          <p:cNvSpPr>
            <a:spLocks xmlns:a="http://schemas.openxmlformats.org/drawingml/2006/main" noGrp="1"/>
          </p:cNvSpPr>
          <p:nvPr/>
        </p:nvSpPr>
        <p:spPr>
          <a:xfrm xmlns:a="http://schemas.openxmlformats.org/drawingml/2006/main">
            <a:off x="3257550" y="37052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Correction and resubmission needed</a:t>
            </a:r>
          </a:p>
        </p:txBody>
      </p:sp>
      <p:sp>
        <p:nvSpPr>
          <p:cNvPr id="20" name="">
            <a:extLst xmlns:a="http://schemas.openxmlformats.org/drawingml/2006/main">
              <a:ext uri="{FF2B5EF4-FFF2-40B4-BE49-F238E27FC236}">
                <a16:creationId xmlns:a16="http://schemas.microsoft.com/office/drawing/2014/main" id="{E6CBEEB2-24A0-49E2-838A-762A5E03030C}"/>
              </a:ext>
            </a:extLst>
          </p:cNvPr>
          <p:cNvSpPr>
            <a:spLocks xmlns:a="http://schemas.openxmlformats.org/drawingml/2006/main" noGrp="1"/>
          </p:cNvSpPr>
          <p:nvPr/>
        </p:nvSpPr>
        <p:spPr>
          <a:xfrm xmlns:a="http://schemas.openxmlformats.org/drawingml/2006/main">
            <a:off x="781050" y="4248150"/>
            <a:ext cx="4953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1" name="">
            <a:extLst xmlns:a="http://schemas.openxmlformats.org/drawingml/2006/main">
              <a:ext uri="{FF2B5EF4-FFF2-40B4-BE49-F238E27FC236}">
                <a16:creationId xmlns:a16="http://schemas.microsoft.com/office/drawing/2014/main" id="{A761504D-9339-4A56-BCED-295289D04B52}"/>
              </a:ext>
            </a:extLst>
          </p:cNvPr>
          <p:cNvSpPr>
            <a:spLocks xmlns:a="http://schemas.openxmlformats.org/drawingml/2006/main" noGrp="1"/>
          </p:cNvSpPr>
          <p:nvPr/>
        </p:nvSpPr>
        <p:spPr>
          <a:xfrm xmlns:a="http://schemas.openxmlformats.org/drawingml/2006/main">
            <a:off x="6257925" y="37052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REPORT REJECTED</a:t>
            </a:r>
          </a:p>
        </p:txBody>
      </p:sp>
      <p:sp>
        <p:nvSpPr>
          <p:cNvPr id="22" name="">
            <a:extLst xmlns:a="http://schemas.openxmlformats.org/drawingml/2006/main">
              <a:ext uri="{FF2B5EF4-FFF2-40B4-BE49-F238E27FC236}">
                <a16:creationId xmlns:a16="http://schemas.microsoft.com/office/drawing/2014/main" id="{F5AC7BEF-6FD4-4761-84AC-08DCEE809686}"/>
              </a:ext>
            </a:extLst>
          </p:cNvPr>
          <p:cNvSpPr>
            <a:spLocks xmlns:a="http://schemas.openxmlformats.org/drawingml/2006/main" noGrp="1"/>
          </p:cNvSpPr>
          <p:nvPr/>
        </p:nvSpPr>
        <p:spPr>
          <a:xfrm xmlns:a="http://schemas.openxmlformats.org/drawingml/2006/main">
            <a:off x="8734425" y="37052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Final negative decision recorded</a:t>
            </a:r>
          </a:p>
        </p:txBody>
      </p:sp>
      <p:sp>
        <p:nvSpPr>
          <p:cNvPr id="23" name="">
            <a:extLst xmlns:a="http://schemas.openxmlformats.org/drawingml/2006/main">
              <a:ext uri="{FF2B5EF4-FFF2-40B4-BE49-F238E27FC236}">
                <a16:creationId xmlns:a16="http://schemas.microsoft.com/office/drawing/2014/main" id="{EE944BA5-002C-467C-8B3A-B6FB4A6C80F0}"/>
              </a:ext>
            </a:extLst>
          </p:cNvPr>
          <p:cNvSpPr>
            <a:spLocks xmlns:a="http://schemas.openxmlformats.org/drawingml/2006/main" noGrp="1"/>
          </p:cNvSpPr>
          <p:nvPr/>
        </p:nvSpPr>
        <p:spPr>
          <a:xfrm xmlns:a="http://schemas.openxmlformats.org/drawingml/2006/main">
            <a:off x="6257925" y="4248150"/>
            <a:ext cx="4953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4" name="">
            <a:extLst xmlns:a="http://schemas.openxmlformats.org/drawingml/2006/main">
              <a:ext uri="{FF2B5EF4-FFF2-40B4-BE49-F238E27FC236}">
                <a16:creationId xmlns:a16="http://schemas.microsoft.com/office/drawing/2014/main" id="{1FEB60E8-B805-4136-9AB9-2D8A7B0F60BD}"/>
              </a:ext>
            </a:extLst>
          </p:cNvPr>
          <p:cNvSpPr>
            <a:spLocks xmlns:a="http://schemas.openxmlformats.org/drawingml/2006/main" noGrp="1"/>
          </p:cNvSpPr>
          <p:nvPr/>
        </p:nvSpPr>
        <p:spPr>
          <a:xfrm xmlns:a="http://schemas.openxmlformats.org/drawingml/2006/main">
            <a:off x="781050" y="47720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67FF"/>
                </a:solidFill>
              </a:defRPr>
            </a:pPr>
            <a:r>
              <a:rPr sz="1125" b="1">
                <a:solidFill>
                  <a:srgbClr val="8B67FF"/>
                </a:solidFill>
              </a:rPr>
              <a:t>REPORT SIGNED</a:t>
            </a:r>
          </a:p>
        </p:txBody>
      </p:sp>
      <p:sp>
        <p:nvSpPr>
          <p:cNvPr id="25" name="">
            <a:extLst xmlns:a="http://schemas.openxmlformats.org/drawingml/2006/main">
              <a:ext uri="{FF2B5EF4-FFF2-40B4-BE49-F238E27FC236}">
                <a16:creationId xmlns:a16="http://schemas.microsoft.com/office/drawing/2014/main" id="{3EAF16AE-80AE-49F9-B173-6A146A7F63BE}"/>
              </a:ext>
            </a:extLst>
          </p:cNvPr>
          <p:cNvSpPr>
            <a:spLocks xmlns:a="http://schemas.openxmlformats.org/drawingml/2006/main" noGrp="1"/>
          </p:cNvSpPr>
          <p:nvPr/>
        </p:nvSpPr>
        <p:spPr>
          <a:xfrm xmlns:a="http://schemas.openxmlformats.org/drawingml/2006/main">
            <a:off x="3257550" y="47720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Finalization completed</a:t>
            </a:r>
          </a:p>
        </p:txBody>
      </p:sp>
      <p:sp>
        <p:nvSpPr>
          <p:cNvPr id="26" name="">
            <a:extLst xmlns:a="http://schemas.openxmlformats.org/drawingml/2006/main">
              <a:ext uri="{FF2B5EF4-FFF2-40B4-BE49-F238E27FC236}">
                <a16:creationId xmlns:a16="http://schemas.microsoft.com/office/drawing/2014/main" id="{6D4771D0-F642-4DEB-BD5F-AF3A1DC57F55}"/>
              </a:ext>
            </a:extLst>
          </p:cNvPr>
          <p:cNvSpPr>
            <a:spLocks xmlns:a="http://schemas.openxmlformats.org/drawingml/2006/main" noGrp="1"/>
          </p:cNvSpPr>
          <p:nvPr/>
        </p:nvSpPr>
        <p:spPr>
          <a:xfrm xmlns:a="http://schemas.openxmlformats.org/drawingml/2006/main">
            <a:off x="781050" y="5314950"/>
            <a:ext cx="4953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27" name="">
            <a:extLst xmlns:a="http://schemas.openxmlformats.org/drawingml/2006/main">
              <a:ext uri="{FF2B5EF4-FFF2-40B4-BE49-F238E27FC236}">
                <a16:creationId xmlns:a16="http://schemas.microsoft.com/office/drawing/2014/main" id="{3256C7B4-E58C-41B7-902B-7C51A2C34B21}"/>
              </a:ext>
            </a:extLst>
          </p:cNvPr>
          <p:cNvSpPr>
            <a:spLocks xmlns:a="http://schemas.openxmlformats.org/drawingml/2006/main" noGrp="1"/>
          </p:cNvSpPr>
          <p:nvPr/>
        </p:nvSpPr>
        <p:spPr>
          <a:xfrm xmlns:a="http://schemas.openxmlformats.org/drawingml/2006/main">
            <a:off x="6257925" y="47720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COMMENT ADDED</a:t>
            </a:r>
          </a:p>
        </p:txBody>
      </p:sp>
      <p:sp>
        <p:nvSpPr>
          <p:cNvPr id="28" name="">
            <a:extLst xmlns:a="http://schemas.openxmlformats.org/drawingml/2006/main">
              <a:ext uri="{FF2B5EF4-FFF2-40B4-BE49-F238E27FC236}">
                <a16:creationId xmlns:a16="http://schemas.microsoft.com/office/drawing/2014/main" id="{0C2FEC88-CB70-441C-A0F6-05827A7D40CE}"/>
              </a:ext>
            </a:extLst>
          </p:cNvPr>
          <p:cNvSpPr>
            <a:spLocks xmlns:a="http://schemas.openxmlformats.org/drawingml/2006/main" noGrp="1"/>
          </p:cNvSpPr>
          <p:nvPr/>
        </p:nvSpPr>
        <p:spPr>
          <a:xfrm xmlns:a="http://schemas.openxmlformats.org/drawingml/2006/main">
            <a:off x="8734425" y="47720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New contextual discussion</a:t>
            </a:r>
          </a:p>
        </p:txBody>
      </p:sp>
      <p:sp>
        <p:nvSpPr>
          <p:cNvPr id="29" name="">
            <a:extLst xmlns:a="http://schemas.openxmlformats.org/drawingml/2006/main">
              <a:ext uri="{FF2B5EF4-FFF2-40B4-BE49-F238E27FC236}">
                <a16:creationId xmlns:a16="http://schemas.microsoft.com/office/drawing/2014/main" id="{6D984039-0669-4CCA-9663-64B229081F6E}"/>
              </a:ext>
            </a:extLst>
          </p:cNvPr>
          <p:cNvSpPr>
            <a:spLocks xmlns:a="http://schemas.openxmlformats.org/drawingml/2006/main" noGrp="1"/>
          </p:cNvSpPr>
          <p:nvPr/>
        </p:nvSpPr>
        <p:spPr>
          <a:xfrm xmlns:a="http://schemas.openxmlformats.org/drawingml/2006/main">
            <a:off x="6257925" y="5314950"/>
            <a:ext cx="495300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30" name="">
            <a:extLst xmlns:a="http://schemas.openxmlformats.org/drawingml/2006/main">
              <a:ext uri="{FF2B5EF4-FFF2-40B4-BE49-F238E27FC236}">
                <a16:creationId xmlns:a16="http://schemas.microsoft.com/office/drawing/2014/main" id="{323861D0-69DE-4031-A127-57A130A280FF}"/>
              </a:ext>
            </a:extLst>
          </p:cNvPr>
          <p:cNvSpPr>
            <a:spLocks xmlns:a="http://schemas.openxmlformats.org/drawingml/2006/main" noGrp="1"/>
          </p:cNvSpPr>
          <p:nvPr/>
        </p:nvSpPr>
        <p:spPr>
          <a:xfrm xmlns:a="http://schemas.openxmlformats.org/drawingml/2006/main">
            <a:off x="1000125" y="590550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B9C0D3"/>
                </a:solidFill>
              </a:defRPr>
            </a:pPr>
            <a:r>
              <a:rPr sz="1200" b="0">
                <a:solidFill>
                  <a:srgbClr val="B9C0D3"/>
                </a:solidFill>
              </a:rPr>
              <a:t>Inbox filters: All • Unread • Templates • Reports • Comments    |    Mark read • Mark all read</a:t>
            </a:r>
          </a:p>
        </p:txBody>
      </p:sp>
    </p:spTree>
    <p:extLst>
      <p:ext uri="{BB962C8B-B14F-4D97-AF65-F5344CB8AC3E}">
        <p14:creationId xmlns:p14="http://schemas.microsoft.com/office/powerpoint/2010/main" val="1295730882"/>
      </p:ext>
    </p:extLst>
  </p:cSld>
</p:sld>
</file>

<file path=ppt/slides/slide32.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E088C99-0AAC-430D-925E-B4CB59AFFF1A}"/>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OPTIONAL PRODUCT CAPABILITY APPENDIX</a:t>
            </a:r>
          </a:p>
        </p:txBody>
      </p:sp>
      <p:sp>
        <p:nvSpPr>
          <p:cNvPr id="2" name="slide-title-32">
            <a:extLst xmlns:a="http://schemas.openxmlformats.org/drawingml/2006/main">
              <a:ext uri="{FF2B5EF4-FFF2-40B4-BE49-F238E27FC236}">
                <a16:creationId xmlns:a16="http://schemas.microsoft.com/office/drawing/2014/main" id="{A0C75D9F-021A-4E90-B5C1-A96153D470B2}"/>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Lifecycle states make work and decisions unambiguous</a:t>
            </a:r>
          </a:p>
        </p:txBody>
      </p:sp>
      <p:sp>
        <p:nvSpPr>
          <p:cNvPr id="3" name="">
            <a:extLst xmlns:a="http://schemas.openxmlformats.org/drawingml/2006/main">
              <a:ext uri="{FF2B5EF4-FFF2-40B4-BE49-F238E27FC236}">
                <a16:creationId xmlns:a16="http://schemas.microsoft.com/office/drawing/2014/main" id="{9E9FFDDC-E9F9-42C4-BA9F-33EFCD1662D0}"/>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32</a:t>
            </a:r>
          </a:p>
        </p:txBody>
      </p:sp>
      <p:sp>
        <p:nvSpPr>
          <p:cNvPr id="4" name="">
            <a:extLst xmlns:a="http://schemas.openxmlformats.org/drawingml/2006/main">
              <a:ext uri="{FF2B5EF4-FFF2-40B4-BE49-F238E27FC236}">
                <a16:creationId xmlns:a16="http://schemas.microsoft.com/office/drawing/2014/main" id="{B017766F-8A04-4075-8602-27FD741796F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172B629C-D4E9-43A1-AFE4-CC915D208C9E}"/>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91B10170-2113-4885-B1E9-BD2318D71F05}"/>
              </a:ext>
            </a:extLst>
          </p:cNvPr>
          <p:cNvSpPr>
            <a:spLocks xmlns:a="http://schemas.openxmlformats.org/drawingml/2006/main" noGrp="1"/>
          </p:cNvSpPr>
          <p:nvPr/>
        </p:nvSpPr>
        <p:spPr>
          <a:xfrm xmlns:a="http://schemas.openxmlformats.org/drawingml/2006/main">
            <a:off x="762000" y="1695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TEMPLATE</a:t>
            </a:r>
          </a:p>
        </p:txBody>
      </p:sp>
      <p:sp>
        <p:nvSpPr>
          <p:cNvPr id="7" name="">
            <a:extLst xmlns:a="http://schemas.openxmlformats.org/drawingml/2006/main">
              <a:ext uri="{FF2B5EF4-FFF2-40B4-BE49-F238E27FC236}">
                <a16:creationId xmlns:a16="http://schemas.microsoft.com/office/drawing/2014/main" id="{B4A17824-94C0-4765-9391-3DB33E71E340}"/>
              </a:ext>
            </a:extLst>
          </p:cNvPr>
          <p:cNvSpPr>
            <a:spLocks xmlns:a="http://schemas.openxmlformats.org/drawingml/2006/main" noGrp="1"/>
          </p:cNvSpPr>
          <p:nvPr/>
        </p:nvSpPr>
        <p:spPr>
          <a:xfrm xmlns:a="http://schemas.openxmlformats.org/drawingml/2006/main">
            <a:off x="762000" y="2095500"/>
            <a:ext cx="1905000"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8" name="">
            <a:extLst xmlns:a="http://schemas.openxmlformats.org/drawingml/2006/main">
              <a:ext uri="{FF2B5EF4-FFF2-40B4-BE49-F238E27FC236}">
                <a16:creationId xmlns:a16="http://schemas.microsoft.com/office/drawing/2014/main" id="{83CE9AB5-47BC-46B5-978B-B43CB57D192F}"/>
              </a:ext>
            </a:extLst>
          </p:cNvPr>
          <p:cNvSpPr>
            <a:spLocks xmlns:a="http://schemas.openxmlformats.org/drawingml/2006/main" noGrp="1"/>
          </p:cNvSpPr>
          <p:nvPr/>
        </p:nvSpPr>
        <p:spPr>
          <a:xfrm xmlns:a="http://schemas.openxmlformats.org/drawingml/2006/main">
            <a:off x="933450" y="22479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01</a:t>
            </a:r>
          </a:p>
        </p:txBody>
      </p:sp>
      <p:sp>
        <p:nvSpPr>
          <p:cNvPr id="9" name="">
            <a:extLst xmlns:a="http://schemas.openxmlformats.org/drawingml/2006/main">
              <a:ext uri="{FF2B5EF4-FFF2-40B4-BE49-F238E27FC236}">
                <a16:creationId xmlns:a16="http://schemas.microsoft.com/office/drawing/2014/main" id="{44379A1B-90E4-4A8B-BE20-31C617A075D5}"/>
              </a:ext>
            </a:extLst>
          </p:cNvPr>
          <p:cNvSpPr>
            <a:spLocks xmlns:a="http://schemas.openxmlformats.org/drawingml/2006/main" noGrp="1"/>
          </p:cNvSpPr>
          <p:nvPr/>
        </p:nvSpPr>
        <p:spPr>
          <a:xfrm xmlns:a="http://schemas.openxmlformats.org/drawingml/2006/main">
            <a:off x="933450" y="25050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Draft</a:t>
            </a:r>
          </a:p>
        </p:txBody>
      </p:sp>
      <p:sp>
        <p:nvSpPr>
          <p:cNvPr id="10" name="">
            <a:extLst xmlns:a="http://schemas.openxmlformats.org/drawingml/2006/main">
              <a:ext uri="{FF2B5EF4-FFF2-40B4-BE49-F238E27FC236}">
                <a16:creationId xmlns:a16="http://schemas.microsoft.com/office/drawing/2014/main" id="{3E3C63C4-DA4C-4C26-BE8F-5EAAE431B04E}"/>
              </a:ext>
            </a:extLst>
          </p:cNvPr>
          <p:cNvSpPr>
            <a:spLocks xmlns:a="http://schemas.openxmlformats.org/drawingml/2006/main" noGrp="1"/>
          </p:cNvSpPr>
          <p:nvPr/>
        </p:nvSpPr>
        <p:spPr>
          <a:xfrm xmlns:a="http://schemas.openxmlformats.org/drawingml/2006/main">
            <a:off x="2733675" y="24669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1" name="">
            <a:extLst xmlns:a="http://schemas.openxmlformats.org/drawingml/2006/main">
              <a:ext uri="{FF2B5EF4-FFF2-40B4-BE49-F238E27FC236}">
                <a16:creationId xmlns:a16="http://schemas.microsoft.com/office/drawing/2014/main" id="{9A9A8113-2E67-428D-BB39-1FF9321582B5}"/>
              </a:ext>
            </a:extLst>
          </p:cNvPr>
          <p:cNvSpPr>
            <a:spLocks xmlns:a="http://schemas.openxmlformats.org/drawingml/2006/main" noGrp="1"/>
          </p:cNvSpPr>
          <p:nvPr/>
        </p:nvSpPr>
        <p:spPr>
          <a:xfrm xmlns:a="http://schemas.openxmlformats.org/drawingml/2006/main">
            <a:off x="2905125" y="2095500"/>
            <a:ext cx="1905000"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E6973A38-2252-48DF-A79F-AC9E1EED1779}"/>
              </a:ext>
            </a:extLst>
          </p:cNvPr>
          <p:cNvSpPr>
            <a:spLocks xmlns:a="http://schemas.openxmlformats.org/drawingml/2006/main" noGrp="1"/>
          </p:cNvSpPr>
          <p:nvPr/>
        </p:nvSpPr>
        <p:spPr>
          <a:xfrm xmlns:a="http://schemas.openxmlformats.org/drawingml/2006/main">
            <a:off x="3076575" y="22479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E9A23B"/>
                </a:solidFill>
              </a:defRPr>
            </a:pPr>
            <a:r>
              <a:rPr sz="900" b="1">
                <a:solidFill>
                  <a:srgbClr val="E9A23B"/>
                </a:solidFill>
              </a:rPr>
              <a:t>02</a:t>
            </a:r>
          </a:p>
        </p:txBody>
      </p:sp>
      <p:sp>
        <p:nvSpPr>
          <p:cNvPr id="13" name="">
            <a:extLst xmlns:a="http://schemas.openxmlformats.org/drawingml/2006/main">
              <a:ext uri="{FF2B5EF4-FFF2-40B4-BE49-F238E27FC236}">
                <a16:creationId xmlns:a16="http://schemas.microsoft.com/office/drawing/2014/main" id="{2E54BC87-1FE8-4B08-A4FF-A706D3F35847}"/>
              </a:ext>
            </a:extLst>
          </p:cNvPr>
          <p:cNvSpPr>
            <a:spLocks xmlns:a="http://schemas.openxmlformats.org/drawingml/2006/main" noGrp="1"/>
          </p:cNvSpPr>
          <p:nvPr/>
        </p:nvSpPr>
        <p:spPr>
          <a:xfrm xmlns:a="http://schemas.openxmlformats.org/drawingml/2006/main">
            <a:off x="3076575" y="25050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Pending</a:t>
            </a:r>
          </a:p>
        </p:txBody>
      </p:sp>
      <p:sp>
        <p:nvSpPr>
          <p:cNvPr id="14" name="">
            <a:extLst xmlns:a="http://schemas.openxmlformats.org/drawingml/2006/main">
              <a:ext uri="{FF2B5EF4-FFF2-40B4-BE49-F238E27FC236}">
                <a16:creationId xmlns:a16="http://schemas.microsoft.com/office/drawing/2014/main" id="{4762D737-E9EC-459C-A6B5-2164601F49D4}"/>
              </a:ext>
            </a:extLst>
          </p:cNvPr>
          <p:cNvSpPr>
            <a:spLocks xmlns:a="http://schemas.openxmlformats.org/drawingml/2006/main" noGrp="1"/>
          </p:cNvSpPr>
          <p:nvPr/>
        </p:nvSpPr>
        <p:spPr>
          <a:xfrm xmlns:a="http://schemas.openxmlformats.org/drawingml/2006/main">
            <a:off x="4876800" y="24669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5" name="">
            <a:extLst xmlns:a="http://schemas.openxmlformats.org/drawingml/2006/main">
              <a:ext uri="{FF2B5EF4-FFF2-40B4-BE49-F238E27FC236}">
                <a16:creationId xmlns:a16="http://schemas.microsoft.com/office/drawing/2014/main" id="{57C07A86-2133-4349-94AA-A02F4B7151F0}"/>
              </a:ext>
            </a:extLst>
          </p:cNvPr>
          <p:cNvSpPr>
            <a:spLocks xmlns:a="http://schemas.openxmlformats.org/drawingml/2006/main" noGrp="1"/>
          </p:cNvSpPr>
          <p:nvPr/>
        </p:nvSpPr>
        <p:spPr>
          <a:xfrm xmlns:a="http://schemas.openxmlformats.org/drawingml/2006/main">
            <a:off x="5048250" y="2095500"/>
            <a:ext cx="1905000"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16" name="">
            <a:extLst xmlns:a="http://schemas.openxmlformats.org/drawingml/2006/main">
              <a:ext uri="{FF2B5EF4-FFF2-40B4-BE49-F238E27FC236}">
                <a16:creationId xmlns:a16="http://schemas.microsoft.com/office/drawing/2014/main" id="{2DC6B8C2-E4C1-42DA-9F7A-0B37056F2DE5}"/>
              </a:ext>
            </a:extLst>
          </p:cNvPr>
          <p:cNvSpPr>
            <a:spLocks xmlns:a="http://schemas.openxmlformats.org/drawingml/2006/main" noGrp="1"/>
          </p:cNvSpPr>
          <p:nvPr/>
        </p:nvSpPr>
        <p:spPr>
          <a:xfrm xmlns:a="http://schemas.openxmlformats.org/drawingml/2006/main">
            <a:off x="5219700" y="22479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17A673"/>
                </a:solidFill>
              </a:defRPr>
            </a:pPr>
            <a:r>
              <a:rPr sz="900" b="1">
                <a:solidFill>
                  <a:srgbClr val="17A673"/>
                </a:solidFill>
              </a:rPr>
              <a:t>03</a:t>
            </a:r>
          </a:p>
        </p:txBody>
      </p:sp>
      <p:sp>
        <p:nvSpPr>
          <p:cNvPr id="17" name="">
            <a:extLst xmlns:a="http://schemas.openxmlformats.org/drawingml/2006/main">
              <a:ext uri="{FF2B5EF4-FFF2-40B4-BE49-F238E27FC236}">
                <a16:creationId xmlns:a16="http://schemas.microsoft.com/office/drawing/2014/main" id="{F1DBB95F-78E4-4C47-AE08-C0A8BB058399}"/>
              </a:ext>
            </a:extLst>
          </p:cNvPr>
          <p:cNvSpPr>
            <a:spLocks xmlns:a="http://schemas.openxmlformats.org/drawingml/2006/main" noGrp="1"/>
          </p:cNvSpPr>
          <p:nvPr/>
        </p:nvSpPr>
        <p:spPr>
          <a:xfrm xmlns:a="http://schemas.openxmlformats.org/drawingml/2006/main">
            <a:off x="5219700" y="25050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Approved</a:t>
            </a:r>
          </a:p>
        </p:txBody>
      </p:sp>
      <p:sp>
        <p:nvSpPr>
          <p:cNvPr id="18" name="">
            <a:extLst xmlns:a="http://schemas.openxmlformats.org/drawingml/2006/main">
              <a:ext uri="{FF2B5EF4-FFF2-40B4-BE49-F238E27FC236}">
                <a16:creationId xmlns:a16="http://schemas.microsoft.com/office/drawing/2014/main" id="{FDDBA6E5-CDD5-46B4-BB37-70BD3B2960BB}"/>
              </a:ext>
            </a:extLst>
          </p:cNvPr>
          <p:cNvSpPr>
            <a:spLocks xmlns:a="http://schemas.openxmlformats.org/drawingml/2006/main" noGrp="1"/>
          </p:cNvSpPr>
          <p:nvPr/>
        </p:nvSpPr>
        <p:spPr>
          <a:xfrm xmlns:a="http://schemas.openxmlformats.org/drawingml/2006/main">
            <a:off x="7019925" y="24669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19" name="">
            <a:extLst xmlns:a="http://schemas.openxmlformats.org/drawingml/2006/main">
              <a:ext uri="{FF2B5EF4-FFF2-40B4-BE49-F238E27FC236}">
                <a16:creationId xmlns:a16="http://schemas.microsoft.com/office/drawing/2014/main" id="{D131CCFF-D5CB-4713-B568-D94CEA87CB04}"/>
              </a:ext>
            </a:extLst>
          </p:cNvPr>
          <p:cNvSpPr>
            <a:spLocks xmlns:a="http://schemas.openxmlformats.org/drawingml/2006/main" noGrp="1"/>
          </p:cNvSpPr>
          <p:nvPr/>
        </p:nvSpPr>
        <p:spPr>
          <a:xfrm xmlns:a="http://schemas.openxmlformats.org/drawingml/2006/main">
            <a:off x="7191375" y="2095500"/>
            <a:ext cx="1905000"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20" name="">
            <a:extLst xmlns:a="http://schemas.openxmlformats.org/drawingml/2006/main">
              <a:ext uri="{FF2B5EF4-FFF2-40B4-BE49-F238E27FC236}">
                <a16:creationId xmlns:a16="http://schemas.microsoft.com/office/drawing/2014/main" id="{0343E5CE-0AB6-45CE-8B78-D25A063FBAA2}"/>
              </a:ext>
            </a:extLst>
          </p:cNvPr>
          <p:cNvSpPr>
            <a:spLocks xmlns:a="http://schemas.openxmlformats.org/drawingml/2006/main" noGrp="1"/>
          </p:cNvSpPr>
          <p:nvPr/>
        </p:nvSpPr>
        <p:spPr>
          <a:xfrm xmlns:a="http://schemas.openxmlformats.org/drawingml/2006/main">
            <a:off x="7362825" y="22479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4A5C"/>
                </a:solidFill>
              </a:defRPr>
            </a:pPr>
            <a:r>
              <a:rPr sz="900" b="1">
                <a:solidFill>
                  <a:srgbClr val="D84A5C"/>
                </a:solidFill>
              </a:rPr>
              <a:t>04</a:t>
            </a:r>
          </a:p>
        </p:txBody>
      </p:sp>
      <p:sp>
        <p:nvSpPr>
          <p:cNvPr id="21" name="">
            <a:extLst xmlns:a="http://schemas.openxmlformats.org/drawingml/2006/main">
              <a:ext uri="{FF2B5EF4-FFF2-40B4-BE49-F238E27FC236}">
                <a16:creationId xmlns:a16="http://schemas.microsoft.com/office/drawing/2014/main" id="{552A62B2-C3F1-46EB-B528-801659F6CB64}"/>
              </a:ext>
            </a:extLst>
          </p:cNvPr>
          <p:cNvSpPr>
            <a:spLocks xmlns:a="http://schemas.openxmlformats.org/drawingml/2006/main" noGrp="1"/>
          </p:cNvSpPr>
          <p:nvPr/>
        </p:nvSpPr>
        <p:spPr>
          <a:xfrm xmlns:a="http://schemas.openxmlformats.org/drawingml/2006/main">
            <a:off x="7362825" y="25050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Rejected</a:t>
            </a:r>
          </a:p>
        </p:txBody>
      </p:sp>
      <p:sp>
        <p:nvSpPr>
          <p:cNvPr id="22" name="">
            <a:extLst xmlns:a="http://schemas.openxmlformats.org/drawingml/2006/main">
              <a:ext uri="{FF2B5EF4-FFF2-40B4-BE49-F238E27FC236}">
                <a16:creationId xmlns:a16="http://schemas.microsoft.com/office/drawing/2014/main" id="{314C794E-49CC-4E82-B85B-1FD61B268677}"/>
              </a:ext>
            </a:extLst>
          </p:cNvPr>
          <p:cNvSpPr>
            <a:spLocks xmlns:a="http://schemas.openxmlformats.org/drawingml/2006/main" noGrp="1"/>
          </p:cNvSpPr>
          <p:nvPr/>
        </p:nvSpPr>
        <p:spPr>
          <a:xfrm xmlns:a="http://schemas.openxmlformats.org/drawingml/2006/main">
            <a:off x="9163050" y="24669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23" name="">
            <a:extLst xmlns:a="http://schemas.openxmlformats.org/drawingml/2006/main">
              <a:ext uri="{FF2B5EF4-FFF2-40B4-BE49-F238E27FC236}">
                <a16:creationId xmlns:a16="http://schemas.microsoft.com/office/drawing/2014/main" id="{24185FF5-D9B2-4079-8904-520CB94CF0E4}"/>
              </a:ext>
            </a:extLst>
          </p:cNvPr>
          <p:cNvSpPr>
            <a:spLocks xmlns:a="http://schemas.openxmlformats.org/drawingml/2006/main" noGrp="1"/>
          </p:cNvSpPr>
          <p:nvPr/>
        </p:nvSpPr>
        <p:spPr>
          <a:xfrm xmlns:a="http://schemas.openxmlformats.org/drawingml/2006/main">
            <a:off x="9334500" y="2095500"/>
            <a:ext cx="1905000"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24" name="">
            <a:extLst xmlns:a="http://schemas.openxmlformats.org/drawingml/2006/main">
              <a:ext uri="{FF2B5EF4-FFF2-40B4-BE49-F238E27FC236}">
                <a16:creationId xmlns:a16="http://schemas.microsoft.com/office/drawing/2014/main" id="{89CD097E-2623-44F2-B697-C5FE64979532}"/>
              </a:ext>
            </a:extLst>
          </p:cNvPr>
          <p:cNvSpPr>
            <a:spLocks xmlns:a="http://schemas.openxmlformats.org/drawingml/2006/main" noGrp="1"/>
          </p:cNvSpPr>
          <p:nvPr/>
        </p:nvSpPr>
        <p:spPr>
          <a:xfrm xmlns:a="http://schemas.openxmlformats.org/drawingml/2006/main">
            <a:off x="9505950" y="22479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67085"/>
                </a:solidFill>
              </a:defRPr>
            </a:pPr>
            <a:r>
              <a:rPr sz="900" b="1">
                <a:solidFill>
                  <a:srgbClr val="667085"/>
                </a:solidFill>
              </a:rPr>
              <a:t>05</a:t>
            </a:r>
          </a:p>
        </p:txBody>
      </p:sp>
      <p:sp>
        <p:nvSpPr>
          <p:cNvPr id="25" name="">
            <a:extLst xmlns:a="http://schemas.openxmlformats.org/drawingml/2006/main">
              <a:ext uri="{FF2B5EF4-FFF2-40B4-BE49-F238E27FC236}">
                <a16:creationId xmlns:a16="http://schemas.microsoft.com/office/drawing/2014/main" id="{3ECDF5A3-490C-462E-A52D-6D2B31756AF5}"/>
              </a:ext>
            </a:extLst>
          </p:cNvPr>
          <p:cNvSpPr>
            <a:spLocks xmlns:a="http://schemas.openxmlformats.org/drawingml/2006/main" noGrp="1"/>
          </p:cNvSpPr>
          <p:nvPr/>
        </p:nvSpPr>
        <p:spPr>
          <a:xfrm xmlns:a="http://schemas.openxmlformats.org/drawingml/2006/main">
            <a:off x="9505950" y="25050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020"/>
                </a:solidFill>
              </a:defRPr>
            </a:pPr>
            <a:r>
              <a:rPr sz="1650" b="1">
                <a:solidFill>
                  <a:srgbClr val="0B1020"/>
                </a:solidFill>
              </a:rPr>
              <a:t>Archived</a:t>
            </a:r>
          </a:p>
        </p:txBody>
      </p:sp>
      <p:sp>
        <p:nvSpPr>
          <p:cNvPr id="26" name="">
            <a:extLst xmlns:a="http://schemas.openxmlformats.org/drawingml/2006/main">
              <a:ext uri="{FF2B5EF4-FFF2-40B4-BE49-F238E27FC236}">
                <a16:creationId xmlns:a16="http://schemas.microsoft.com/office/drawing/2014/main" id="{F3959E7F-4D90-4998-BCC0-BB49D36FFD52}"/>
              </a:ext>
            </a:extLst>
          </p:cNvPr>
          <p:cNvSpPr>
            <a:spLocks xmlns:a="http://schemas.openxmlformats.org/drawingml/2006/main" noGrp="1"/>
          </p:cNvSpPr>
          <p:nvPr/>
        </p:nvSpPr>
        <p:spPr>
          <a:xfrm xmlns:a="http://schemas.openxmlformats.org/drawingml/2006/main">
            <a:off x="762000" y="3524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REPORT</a:t>
            </a:r>
          </a:p>
        </p:txBody>
      </p:sp>
      <p:sp>
        <p:nvSpPr>
          <p:cNvPr id="27" name="">
            <a:extLst xmlns:a="http://schemas.openxmlformats.org/drawingml/2006/main">
              <a:ext uri="{FF2B5EF4-FFF2-40B4-BE49-F238E27FC236}">
                <a16:creationId xmlns:a16="http://schemas.microsoft.com/office/drawing/2014/main" id="{4F8396CC-02B8-47A1-9FB7-C471F073E2D9}"/>
              </a:ext>
            </a:extLst>
          </p:cNvPr>
          <p:cNvSpPr>
            <a:spLocks xmlns:a="http://schemas.openxmlformats.org/drawingml/2006/main" noGrp="1"/>
          </p:cNvSpPr>
          <p:nvPr/>
        </p:nvSpPr>
        <p:spPr>
          <a:xfrm xmlns:a="http://schemas.openxmlformats.org/drawingml/2006/main">
            <a:off x="762000" y="3924300"/>
            <a:ext cx="1595438"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28" name="">
            <a:extLst xmlns:a="http://schemas.openxmlformats.org/drawingml/2006/main">
              <a:ext uri="{FF2B5EF4-FFF2-40B4-BE49-F238E27FC236}">
                <a16:creationId xmlns:a16="http://schemas.microsoft.com/office/drawing/2014/main" id="{94F68A64-BCDA-4BDF-86DD-95ABAA52F792}"/>
              </a:ext>
            </a:extLst>
          </p:cNvPr>
          <p:cNvSpPr>
            <a:spLocks xmlns:a="http://schemas.openxmlformats.org/drawingml/2006/main" noGrp="1"/>
          </p:cNvSpPr>
          <p:nvPr/>
        </p:nvSpPr>
        <p:spPr>
          <a:xfrm xmlns:a="http://schemas.openxmlformats.org/drawingml/2006/main">
            <a:off x="933450" y="4076700"/>
            <a:ext cx="1252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D3CFF"/>
                </a:solidFill>
              </a:defRPr>
            </a:pPr>
            <a:r>
              <a:rPr sz="900" b="1">
                <a:solidFill>
                  <a:srgbClr val="6D3CFF"/>
                </a:solidFill>
              </a:rPr>
              <a:t>01</a:t>
            </a:r>
          </a:p>
        </p:txBody>
      </p:sp>
      <p:sp>
        <p:nvSpPr>
          <p:cNvPr id="29" name="">
            <a:extLst xmlns:a="http://schemas.openxmlformats.org/drawingml/2006/main">
              <a:ext uri="{FF2B5EF4-FFF2-40B4-BE49-F238E27FC236}">
                <a16:creationId xmlns:a16="http://schemas.microsoft.com/office/drawing/2014/main" id="{D274F018-EF43-4F7E-B43F-C3EE158BFEA9}"/>
              </a:ext>
            </a:extLst>
          </p:cNvPr>
          <p:cNvSpPr>
            <a:spLocks xmlns:a="http://schemas.openxmlformats.org/drawingml/2006/main" noGrp="1"/>
          </p:cNvSpPr>
          <p:nvPr/>
        </p:nvSpPr>
        <p:spPr>
          <a:xfrm xmlns:a="http://schemas.openxmlformats.org/drawingml/2006/main">
            <a:off x="933450" y="4333875"/>
            <a:ext cx="1252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020"/>
                </a:solidFill>
              </a:defRPr>
            </a:pPr>
            <a:r>
              <a:rPr sz="1425" b="1">
                <a:solidFill>
                  <a:srgbClr val="0B1020"/>
                </a:solidFill>
              </a:rPr>
              <a:t>Draft</a:t>
            </a:r>
          </a:p>
        </p:txBody>
      </p:sp>
      <p:sp>
        <p:nvSpPr>
          <p:cNvPr id="30" name="">
            <a:extLst xmlns:a="http://schemas.openxmlformats.org/drawingml/2006/main">
              <a:ext uri="{FF2B5EF4-FFF2-40B4-BE49-F238E27FC236}">
                <a16:creationId xmlns:a16="http://schemas.microsoft.com/office/drawing/2014/main" id="{9ABBF09A-D5CC-49AD-8C02-3CEB24DDB1BD}"/>
              </a:ext>
            </a:extLst>
          </p:cNvPr>
          <p:cNvSpPr>
            <a:spLocks xmlns:a="http://schemas.openxmlformats.org/drawingml/2006/main" noGrp="1"/>
          </p:cNvSpPr>
          <p:nvPr/>
        </p:nvSpPr>
        <p:spPr>
          <a:xfrm xmlns:a="http://schemas.openxmlformats.org/drawingml/2006/main">
            <a:off x="2424113" y="42957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31" name="">
            <a:extLst xmlns:a="http://schemas.openxmlformats.org/drawingml/2006/main">
              <a:ext uri="{FF2B5EF4-FFF2-40B4-BE49-F238E27FC236}">
                <a16:creationId xmlns:a16="http://schemas.microsoft.com/office/drawing/2014/main" id="{58896CB6-8AEC-46B0-AD2E-5797C8F6B4CE}"/>
              </a:ext>
            </a:extLst>
          </p:cNvPr>
          <p:cNvSpPr>
            <a:spLocks xmlns:a="http://schemas.openxmlformats.org/drawingml/2006/main" noGrp="1"/>
          </p:cNvSpPr>
          <p:nvPr/>
        </p:nvSpPr>
        <p:spPr>
          <a:xfrm xmlns:a="http://schemas.openxmlformats.org/drawingml/2006/main">
            <a:off x="2538413" y="3924300"/>
            <a:ext cx="1595438"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32" name="">
            <a:extLst xmlns:a="http://schemas.openxmlformats.org/drawingml/2006/main">
              <a:ext uri="{FF2B5EF4-FFF2-40B4-BE49-F238E27FC236}">
                <a16:creationId xmlns:a16="http://schemas.microsoft.com/office/drawing/2014/main" id="{5F447DF2-F34F-490D-975D-236D86082B04}"/>
              </a:ext>
            </a:extLst>
          </p:cNvPr>
          <p:cNvSpPr>
            <a:spLocks xmlns:a="http://schemas.openxmlformats.org/drawingml/2006/main" noGrp="1"/>
          </p:cNvSpPr>
          <p:nvPr/>
        </p:nvSpPr>
        <p:spPr>
          <a:xfrm xmlns:a="http://schemas.openxmlformats.org/drawingml/2006/main">
            <a:off x="2709863" y="4076700"/>
            <a:ext cx="1252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C7D9"/>
                </a:solidFill>
              </a:defRPr>
            </a:pPr>
            <a:r>
              <a:rPr sz="900" b="1">
                <a:solidFill>
                  <a:srgbClr val="20C7D9"/>
                </a:solidFill>
              </a:rPr>
              <a:t>02</a:t>
            </a:r>
          </a:p>
        </p:txBody>
      </p:sp>
      <p:sp>
        <p:nvSpPr>
          <p:cNvPr id="33" name="">
            <a:extLst xmlns:a="http://schemas.openxmlformats.org/drawingml/2006/main">
              <a:ext uri="{FF2B5EF4-FFF2-40B4-BE49-F238E27FC236}">
                <a16:creationId xmlns:a16="http://schemas.microsoft.com/office/drawing/2014/main" id="{30D5D27F-48E3-4C77-A86E-D09B6B9CA8B2}"/>
              </a:ext>
            </a:extLst>
          </p:cNvPr>
          <p:cNvSpPr>
            <a:spLocks xmlns:a="http://schemas.openxmlformats.org/drawingml/2006/main" noGrp="1"/>
          </p:cNvSpPr>
          <p:nvPr/>
        </p:nvSpPr>
        <p:spPr>
          <a:xfrm xmlns:a="http://schemas.openxmlformats.org/drawingml/2006/main">
            <a:off x="2709863" y="4333875"/>
            <a:ext cx="1252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020"/>
                </a:solidFill>
              </a:defRPr>
            </a:pPr>
            <a:r>
              <a:rPr sz="1425" b="1">
                <a:solidFill>
                  <a:srgbClr val="0B1020"/>
                </a:solidFill>
              </a:rPr>
              <a:t>Completed</a:t>
            </a:r>
          </a:p>
        </p:txBody>
      </p:sp>
      <p:sp>
        <p:nvSpPr>
          <p:cNvPr id="34" name="">
            <a:extLst xmlns:a="http://schemas.openxmlformats.org/drawingml/2006/main">
              <a:ext uri="{FF2B5EF4-FFF2-40B4-BE49-F238E27FC236}">
                <a16:creationId xmlns:a16="http://schemas.microsoft.com/office/drawing/2014/main" id="{DD6A635A-4DFF-426B-9017-984D18D55AB8}"/>
              </a:ext>
            </a:extLst>
          </p:cNvPr>
          <p:cNvSpPr>
            <a:spLocks xmlns:a="http://schemas.openxmlformats.org/drawingml/2006/main" noGrp="1"/>
          </p:cNvSpPr>
          <p:nvPr/>
        </p:nvSpPr>
        <p:spPr>
          <a:xfrm xmlns:a="http://schemas.openxmlformats.org/drawingml/2006/main">
            <a:off x="4200525" y="42957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35" name="">
            <a:extLst xmlns:a="http://schemas.openxmlformats.org/drawingml/2006/main">
              <a:ext uri="{FF2B5EF4-FFF2-40B4-BE49-F238E27FC236}">
                <a16:creationId xmlns:a16="http://schemas.microsoft.com/office/drawing/2014/main" id="{8014901D-D14F-4DCF-BA79-DA678A501A6D}"/>
              </a:ext>
            </a:extLst>
          </p:cNvPr>
          <p:cNvSpPr>
            <a:spLocks xmlns:a="http://schemas.openxmlformats.org/drawingml/2006/main" noGrp="1"/>
          </p:cNvSpPr>
          <p:nvPr/>
        </p:nvSpPr>
        <p:spPr>
          <a:xfrm xmlns:a="http://schemas.openxmlformats.org/drawingml/2006/main">
            <a:off x="4314825" y="3924300"/>
            <a:ext cx="1595438"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36" name="">
            <a:extLst xmlns:a="http://schemas.openxmlformats.org/drawingml/2006/main">
              <a:ext uri="{FF2B5EF4-FFF2-40B4-BE49-F238E27FC236}">
                <a16:creationId xmlns:a16="http://schemas.microsoft.com/office/drawing/2014/main" id="{1EB9320A-D32F-4762-BD23-65C09CDA1EFF}"/>
              </a:ext>
            </a:extLst>
          </p:cNvPr>
          <p:cNvSpPr>
            <a:spLocks xmlns:a="http://schemas.openxmlformats.org/drawingml/2006/main" noGrp="1"/>
          </p:cNvSpPr>
          <p:nvPr/>
        </p:nvSpPr>
        <p:spPr>
          <a:xfrm xmlns:a="http://schemas.openxmlformats.org/drawingml/2006/main">
            <a:off x="4486275" y="4076700"/>
            <a:ext cx="1252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E9A23B"/>
                </a:solidFill>
              </a:defRPr>
            </a:pPr>
            <a:r>
              <a:rPr sz="900" b="1">
                <a:solidFill>
                  <a:srgbClr val="E9A23B"/>
                </a:solidFill>
              </a:rPr>
              <a:t>03</a:t>
            </a:r>
          </a:p>
        </p:txBody>
      </p:sp>
      <p:sp>
        <p:nvSpPr>
          <p:cNvPr id="37" name="">
            <a:extLst xmlns:a="http://schemas.openxmlformats.org/drawingml/2006/main">
              <a:ext uri="{FF2B5EF4-FFF2-40B4-BE49-F238E27FC236}">
                <a16:creationId xmlns:a16="http://schemas.microsoft.com/office/drawing/2014/main" id="{C16ED704-96BF-4548-955F-49E219095D8B}"/>
              </a:ext>
            </a:extLst>
          </p:cNvPr>
          <p:cNvSpPr>
            <a:spLocks xmlns:a="http://schemas.openxmlformats.org/drawingml/2006/main" noGrp="1"/>
          </p:cNvSpPr>
          <p:nvPr/>
        </p:nvSpPr>
        <p:spPr>
          <a:xfrm xmlns:a="http://schemas.openxmlformats.org/drawingml/2006/main">
            <a:off x="4486275" y="4333875"/>
            <a:ext cx="1252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020"/>
                </a:solidFill>
              </a:defRPr>
            </a:pPr>
            <a:r>
              <a:rPr sz="1425" b="1">
                <a:solidFill>
                  <a:srgbClr val="0B1020"/>
                </a:solidFill>
              </a:rPr>
              <a:t>Sent</a:t>
            </a:r>
          </a:p>
        </p:txBody>
      </p:sp>
      <p:sp>
        <p:nvSpPr>
          <p:cNvPr id="38" name="">
            <a:extLst xmlns:a="http://schemas.openxmlformats.org/drawingml/2006/main">
              <a:ext uri="{FF2B5EF4-FFF2-40B4-BE49-F238E27FC236}">
                <a16:creationId xmlns:a16="http://schemas.microsoft.com/office/drawing/2014/main" id="{F18711C1-9D8E-4EB3-A55F-059EAE3CBAAE}"/>
              </a:ext>
            </a:extLst>
          </p:cNvPr>
          <p:cNvSpPr>
            <a:spLocks xmlns:a="http://schemas.openxmlformats.org/drawingml/2006/main" noGrp="1"/>
          </p:cNvSpPr>
          <p:nvPr/>
        </p:nvSpPr>
        <p:spPr>
          <a:xfrm xmlns:a="http://schemas.openxmlformats.org/drawingml/2006/main">
            <a:off x="5976938" y="42957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39" name="">
            <a:extLst xmlns:a="http://schemas.openxmlformats.org/drawingml/2006/main">
              <a:ext uri="{FF2B5EF4-FFF2-40B4-BE49-F238E27FC236}">
                <a16:creationId xmlns:a16="http://schemas.microsoft.com/office/drawing/2014/main" id="{675C44EF-A111-43EE-A4AF-49E8781251BC}"/>
              </a:ext>
            </a:extLst>
          </p:cNvPr>
          <p:cNvSpPr>
            <a:spLocks xmlns:a="http://schemas.openxmlformats.org/drawingml/2006/main" noGrp="1"/>
          </p:cNvSpPr>
          <p:nvPr/>
        </p:nvSpPr>
        <p:spPr>
          <a:xfrm xmlns:a="http://schemas.openxmlformats.org/drawingml/2006/main">
            <a:off x="6091238" y="3924300"/>
            <a:ext cx="1595438"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40" name="">
            <a:extLst xmlns:a="http://schemas.openxmlformats.org/drawingml/2006/main">
              <a:ext uri="{FF2B5EF4-FFF2-40B4-BE49-F238E27FC236}">
                <a16:creationId xmlns:a16="http://schemas.microsoft.com/office/drawing/2014/main" id="{CDB38244-F5D8-4962-9225-9CBB26D17358}"/>
              </a:ext>
            </a:extLst>
          </p:cNvPr>
          <p:cNvSpPr>
            <a:spLocks xmlns:a="http://schemas.openxmlformats.org/drawingml/2006/main" noGrp="1"/>
          </p:cNvSpPr>
          <p:nvPr/>
        </p:nvSpPr>
        <p:spPr>
          <a:xfrm xmlns:a="http://schemas.openxmlformats.org/drawingml/2006/main">
            <a:off x="6262688" y="4076700"/>
            <a:ext cx="1252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E9A23B"/>
                </a:solidFill>
              </a:defRPr>
            </a:pPr>
            <a:r>
              <a:rPr sz="900" b="1">
                <a:solidFill>
                  <a:srgbClr val="E9A23B"/>
                </a:solidFill>
              </a:rPr>
              <a:t>04</a:t>
            </a:r>
          </a:p>
        </p:txBody>
      </p:sp>
      <p:sp>
        <p:nvSpPr>
          <p:cNvPr id="41" name="">
            <a:extLst xmlns:a="http://schemas.openxmlformats.org/drawingml/2006/main">
              <a:ext uri="{FF2B5EF4-FFF2-40B4-BE49-F238E27FC236}">
                <a16:creationId xmlns:a16="http://schemas.microsoft.com/office/drawing/2014/main" id="{173CE561-26FE-4718-BC2B-145AA5CA94D5}"/>
              </a:ext>
            </a:extLst>
          </p:cNvPr>
          <p:cNvSpPr>
            <a:spLocks xmlns:a="http://schemas.openxmlformats.org/drawingml/2006/main" noGrp="1"/>
          </p:cNvSpPr>
          <p:nvPr/>
        </p:nvSpPr>
        <p:spPr>
          <a:xfrm xmlns:a="http://schemas.openxmlformats.org/drawingml/2006/main">
            <a:off x="6262688" y="4333875"/>
            <a:ext cx="1252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020"/>
                </a:solidFill>
              </a:defRPr>
            </a:pPr>
            <a:r>
              <a:rPr sz="1425" b="1">
                <a:solidFill>
                  <a:srgbClr val="0B1020"/>
                </a:solidFill>
              </a:rPr>
              <a:t>Returned</a:t>
            </a:r>
          </a:p>
        </p:txBody>
      </p:sp>
      <p:sp>
        <p:nvSpPr>
          <p:cNvPr id="42" name="">
            <a:extLst xmlns:a="http://schemas.openxmlformats.org/drawingml/2006/main">
              <a:ext uri="{FF2B5EF4-FFF2-40B4-BE49-F238E27FC236}">
                <a16:creationId xmlns:a16="http://schemas.microsoft.com/office/drawing/2014/main" id="{972AA337-78AF-4392-9314-19C98D9DCFE8}"/>
              </a:ext>
            </a:extLst>
          </p:cNvPr>
          <p:cNvSpPr>
            <a:spLocks xmlns:a="http://schemas.openxmlformats.org/drawingml/2006/main" noGrp="1"/>
          </p:cNvSpPr>
          <p:nvPr/>
        </p:nvSpPr>
        <p:spPr>
          <a:xfrm xmlns:a="http://schemas.openxmlformats.org/drawingml/2006/main">
            <a:off x="7753350" y="42957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43" name="">
            <a:extLst xmlns:a="http://schemas.openxmlformats.org/drawingml/2006/main">
              <a:ext uri="{FF2B5EF4-FFF2-40B4-BE49-F238E27FC236}">
                <a16:creationId xmlns:a16="http://schemas.microsoft.com/office/drawing/2014/main" id="{A54A6838-D451-47A1-812F-FF9B5929434B}"/>
              </a:ext>
            </a:extLst>
          </p:cNvPr>
          <p:cNvSpPr>
            <a:spLocks xmlns:a="http://schemas.openxmlformats.org/drawingml/2006/main" noGrp="1"/>
          </p:cNvSpPr>
          <p:nvPr/>
        </p:nvSpPr>
        <p:spPr>
          <a:xfrm xmlns:a="http://schemas.openxmlformats.org/drawingml/2006/main">
            <a:off x="7867650" y="3924300"/>
            <a:ext cx="1595438"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44" name="">
            <a:extLst xmlns:a="http://schemas.openxmlformats.org/drawingml/2006/main">
              <a:ext uri="{FF2B5EF4-FFF2-40B4-BE49-F238E27FC236}">
                <a16:creationId xmlns:a16="http://schemas.microsoft.com/office/drawing/2014/main" id="{3902404E-1193-452D-A96D-8A1EF7EA0A65}"/>
              </a:ext>
            </a:extLst>
          </p:cNvPr>
          <p:cNvSpPr>
            <a:spLocks xmlns:a="http://schemas.openxmlformats.org/drawingml/2006/main" noGrp="1"/>
          </p:cNvSpPr>
          <p:nvPr/>
        </p:nvSpPr>
        <p:spPr>
          <a:xfrm xmlns:a="http://schemas.openxmlformats.org/drawingml/2006/main">
            <a:off x="8039100" y="4076700"/>
            <a:ext cx="1252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17A673"/>
                </a:solidFill>
              </a:defRPr>
            </a:pPr>
            <a:r>
              <a:rPr sz="900" b="1">
                <a:solidFill>
                  <a:srgbClr val="17A673"/>
                </a:solidFill>
              </a:rPr>
              <a:t>05</a:t>
            </a:r>
          </a:p>
        </p:txBody>
      </p:sp>
      <p:sp>
        <p:nvSpPr>
          <p:cNvPr id="45" name="">
            <a:extLst xmlns:a="http://schemas.openxmlformats.org/drawingml/2006/main">
              <a:ext uri="{FF2B5EF4-FFF2-40B4-BE49-F238E27FC236}">
                <a16:creationId xmlns:a16="http://schemas.microsoft.com/office/drawing/2014/main" id="{3D35AD9C-C932-49E7-B4B3-64A2CD643063}"/>
              </a:ext>
            </a:extLst>
          </p:cNvPr>
          <p:cNvSpPr>
            <a:spLocks xmlns:a="http://schemas.openxmlformats.org/drawingml/2006/main" noGrp="1"/>
          </p:cNvSpPr>
          <p:nvPr/>
        </p:nvSpPr>
        <p:spPr>
          <a:xfrm xmlns:a="http://schemas.openxmlformats.org/drawingml/2006/main">
            <a:off x="8039100" y="4333875"/>
            <a:ext cx="1252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020"/>
                </a:solidFill>
              </a:defRPr>
            </a:pPr>
            <a:r>
              <a:rPr sz="1425" b="1">
                <a:solidFill>
                  <a:srgbClr val="0B1020"/>
                </a:solidFill>
              </a:rPr>
              <a:t>Signed</a:t>
            </a:r>
          </a:p>
        </p:txBody>
      </p:sp>
      <p:sp>
        <p:nvSpPr>
          <p:cNvPr id="46" name="">
            <a:extLst xmlns:a="http://schemas.openxmlformats.org/drawingml/2006/main">
              <a:ext uri="{FF2B5EF4-FFF2-40B4-BE49-F238E27FC236}">
                <a16:creationId xmlns:a16="http://schemas.microsoft.com/office/drawing/2014/main" id="{4FF16E37-E517-4449-BF2F-641043DDC6AC}"/>
              </a:ext>
            </a:extLst>
          </p:cNvPr>
          <p:cNvSpPr>
            <a:spLocks xmlns:a="http://schemas.openxmlformats.org/drawingml/2006/main" noGrp="1"/>
          </p:cNvSpPr>
          <p:nvPr/>
        </p:nvSpPr>
        <p:spPr>
          <a:xfrm xmlns:a="http://schemas.openxmlformats.org/drawingml/2006/main">
            <a:off x="9529763" y="4295775"/>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D3CFF"/>
                </a:solidFill>
              </a:defRPr>
            </a:pPr>
            <a:r>
              <a:rPr sz="2025" b="1">
                <a:solidFill>
                  <a:srgbClr val="6D3CFF"/>
                </a:solidFill>
              </a:rPr>
              <a:t>→</a:t>
            </a:r>
          </a:p>
        </p:txBody>
      </p:sp>
      <p:sp>
        <p:nvSpPr>
          <p:cNvPr id="47" name="">
            <a:extLst xmlns:a="http://schemas.openxmlformats.org/drawingml/2006/main">
              <a:ext uri="{FF2B5EF4-FFF2-40B4-BE49-F238E27FC236}">
                <a16:creationId xmlns:a16="http://schemas.microsoft.com/office/drawing/2014/main" id="{A45AFFD8-B8E6-4D71-9F9F-6CC1D5076D79}"/>
              </a:ext>
            </a:extLst>
          </p:cNvPr>
          <p:cNvSpPr>
            <a:spLocks xmlns:a="http://schemas.openxmlformats.org/drawingml/2006/main" noGrp="1"/>
          </p:cNvSpPr>
          <p:nvPr/>
        </p:nvSpPr>
        <p:spPr>
          <a:xfrm xmlns:a="http://schemas.openxmlformats.org/drawingml/2006/main">
            <a:off x="9644063" y="3924300"/>
            <a:ext cx="1595438" cy="819150"/>
          </a:xfrm>
          <a:prstGeom xmlns:a="http://schemas.openxmlformats.org/drawingml/2006/main" prst="roundRect">
            <a:avLst>
              <a:gd name="adj" fmla="val 20930"/>
            </a:avLst>
          </a:prstGeom>
          <a:solidFill xmlns:a="http://schemas.openxmlformats.org/drawingml/2006/main">
            <a:srgbClr val="FFFFFF"/>
          </a:solidFill>
          <a:ln xmlns:a="http://schemas.openxmlformats.org/drawingml/2006/main" w="9525">
            <a:solidFill>
              <a:srgbClr val="E8EAF2"/>
            </a:solidFill>
            <a:prstDash val="solid"/>
          </a:ln>
        </p:spPr>
      </p:sp>
      <p:sp>
        <p:nvSpPr>
          <p:cNvPr id="48" name="">
            <a:extLst xmlns:a="http://schemas.openxmlformats.org/drawingml/2006/main">
              <a:ext uri="{FF2B5EF4-FFF2-40B4-BE49-F238E27FC236}">
                <a16:creationId xmlns:a16="http://schemas.microsoft.com/office/drawing/2014/main" id="{C1B6A35E-B76E-4F47-93DB-856F9C5E191A}"/>
              </a:ext>
            </a:extLst>
          </p:cNvPr>
          <p:cNvSpPr>
            <a:spLocks xmlns:a="http://schemas.openxmlformats.org/drawingml/2006/main" noGrp="1"/>
          </p:cNvSpPr>
          <p:nvPr/>
        </p:nvSpPr>
        <p:spPr>
          <a:xfrm xmlns:a="http://schemas.openxmlformats.org/drawingml/2006/main">
            <a:off x="9815513" y="4076700"/>
            <a:ext cx="125253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4A5C"/>
                </a:solidFill>
              </a:defRPr>
            </a:pPr>
            <a:r>
              <a:rPr sz="900" b="1">
                <a:solidFill>
                  <a:srgbClr val="D84A5C"/>
                </a:solidFill>
              </a:rPr>
              <a:t>06</a:t>
            </a:r>
          </a:p>
        </p:txBody>
      </p:sp>
      <p:sp>
        <p:nvSpPr>
          <p:cNvPr id="49" name="">
            <a:extLst xmlns:a="http://schemas.openxmlformats.org/drawingml/2006/main">
              <a:ext uri="{FF2B5EF4-FFF2-40B4-BE49-F238E27FC236}">
                <a16:creationId xmlns:a16="http://schemas.microsoft.com/office/drawing/2014/main" id="{A8826831-8FE4-4699-9C60-8401665EE72F}"/>
              </a:ext>
            </a:extLst>
          </p:cNvPr>
          <p:cNvSpPr>
            <a:spLocks xmlns:a="http://schemas.openxmlformats.org/drawingml/2006/main" noGrp="1"/>
          </p:cNvSpPr>
          <p:nvPr/>
        </p:nvSpPr>
        <p:spPr>
          <a:xfrm xmlns:a="http://schemas.openxmlformats.org/drawingml/2006/main">
            <a:off x="9815513" y="4333875"/>
            <a:ext cx="1252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020"/>
                </a:solidFill>
              </a:defRPr>
            </a:pPr>
            <a:r>
              <a:rPr sz="1425" b="1">
                <a:solidFill>
                  <a:srgbClr val="0B1020"/>
                </a:solidFill>
              </a:rPr>
              <a:t>Rejected</a:t>
            </a:r>
          </a:p>
        </p:txBody>
      </p:sp>
      <p:sp>
        <p:nvSpPr>
          <p:cNvPr id="50" name="">
            <a:extLst xmlns:a="http://schemas.openxmlformats.org/drawingml/2006/main">
              <a:ext uri="{FF2B5EF4-FFF2-40B4-BE49-F238E27FC236}">
                <a16:creationId xmlns:a16="http://schemas.microsoft.com/office/drawing/2014/main" id="{83B696F9-6ED1-4C29-ABF6-327D1C8D0C18}"/>
              </a:ext>
            </a:extLst>
          </p:cNvPr>
          <p:cNvSpPr>
            <a:spLocks xmlns:a="http://schemas.openxmlformats.org/drawingml/2006/main" noGrp="1"/>
          </p:cNvSpPr>
          <p:nvPr/>
        </p:nvSpPr>
        <p:spPr>
          <a:xfrm xmlns:a="http://schemas.openxmlformats.org/drawingml/2006/main">
            <a:off x="1047750" y="55816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344054"/>
                </a:solidFill>
              </a:defRPr>
            </a:pPr>
            <a:r>
              <a:rPr sz="1275" b="1">
                <a:solidFill>
                  <a:srgbClr val="344054"/>
                </a:solidFill>
              </a:rPr>
              <a:t>Standard Pack: Draft ↔ Published ↔ Disabled     |     User / Category: Active ↔ Inactive</a:t>
            </a:r>
          </a:p>
        </p:txBody>
      </p:sp>
    </p:spTree>
    <p:extLst>
      <p:ext uri="{BB962C8B-B14F-4D97-AF65-F5344CB8AC3E}">
        <p14:creationId xmlns:p14="http://schemas.microsoft.com/office/powerpoint/2010/main" val="1776992627"/>
      </p:ext>
    </p:extLst>
  </p:cSld>
</p:sld>
</file>

<file path=ppt/slides/slide33.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2ECC5AE-2A0F-4D7E-BB68-136C454659F9}"/>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OPTIONAL PRODUCT CAPABILITY APPENDIX</a:t>
            </a:r>
          </a:p>
        </p:txBody>
      </p:sp>
      <p:sp>
        <p:nvSpPr>
          <p:cNvPr id="2" name="slide-title-33">
            <a:extLst xmlns:a="http://schemas.openxmlformats.org/drawingml/2006/main">
              <a:ext uri="{FF2B5EF4-FFF2-40B4-BE49-F238E27FC236}">
                <a16:creationId xmlns:a16="http://schemas.microsoft.com/office/drawing/2014/main" id="{2E43FB97-94E3-4264-A3A8-55A0CC89A51F}"/>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Search and supporting controls keep work usable</a:t>
            </a:r>
          </a:p>
        </p:txBody>
      </p:sp>
      <p:sp>
        <p:nvSpPr>
          <p:cNvPr id="3" name="">
            <a:extLst xmlns:a="http://schemas.openxmlformats.org/drawingml/2006/main">
              <a:ext uri="{FF2B5EF4-FFF2-40B4-BE49-F238E27FC236}">
                <a16:creationId xmlns:a16="http://schemas.microsoft.com/office/drawing/2014/main" id="{CF61E171-0ECA-463E-9791-F9CC72B670E4}"/>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33</a:t>
            </a:r>
          </a:p>
        </p:txBody>
      </p:sp>
      <p:sp>
        <p:nvSpPr>
          <p:cNvPr id="4" name="">
            <a:extLst xmlns:a="http://schemas.openxmlformats.org/drawingml/2006/main">
              <a:ext uri="{FF2B5EF4-FFF2-40B4-BE49-F238E27FC236}">
                <a16:creationId xmlns:a16="http://schemas.microsoft.com/office/drawing/2014/main" id="{A42F3F96-419D-421F-A758-A1A7C9A05F5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F50B7AD4-823A-4F68-B426-F318D02BE168}"/>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048A8B50-85BC-4D26-BCB6-0FA86032DEFE}"/>
              </a:ext>
            </a:extLst>
          </p:cNvPr>
          <p:cNvSpPr>
            <a:spLocks xmlns:a="http://schemas.openxmlformats.org/drawingml/2006/main" noGrp="1"/>
          </p:cNvSpPr>
          <p:nvPr/>
        </p:nvSpPr>
        <p:spPr>
          <a:xfrm xmlns:a="http://schemas.openxmlformats.org/drawingml/2006/main">
            <a:off x="742950" y="1571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GLOBAL</a:t>
            </a:r>
          </a:p>
        </p:txBody>
      </p:sp>
      <p:sp>
        <p:nvSpPr>
          <p:cNvPr id="7" name="">
            <a:extLst xmlns:a="http://schemas.openxmlformats.org/drawingml/2006/main">
              <a:ext uri="{FF2B5EF4-FFF2-40B4-BE49-F238E27FC236}">
                <a16:creationId xmlns:a16="http://schemas.microsoft.com/office/drawing/2014/main" id="{B12B9EBC-9F19-4BF9-A808-F7E152691F34}"/>
              </a:ext>
            </a:extLst>
          </p:cNvPr>
          <p:cNvSpPr>
            <a:spLocks xmlns:a="http://schemas.openxmlformats.org/drawingml/2006/main" noGrp="1"/>
          </p:cNvSpPr>
          <p:nvPr/>
        </p:nvSpPr>
        <p:spPr>
          <a:xfrm xmlns:a="http://schemas.openxmlformats.org/drawingml/2006/main">
            <a:off x="2552700" y="155257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1020"/>
                </a:solidFill>
              </a:defRPr>
            </a:pPr>
            <a:r>
              <a:rPr sz="1125" b="1">
                <a:solidFill>
                  <a:srgbClr val="0B1020"/>
                </a:solidFill>
              </a:rPr>
              <a:t>Search approved templates</a:t>
            </a:r>
          </a:p>
          <a:p xmlns:a="http://schemas.openxmlformats.org/drawingml/2006/main">
            <a:pPr algn="l">
              <a:defRPr sz="1125" b="1">
                <a:solidFill>
                  <a:srgbClr val="0B1020"/>
                </a:solidFill>
              </a:defRPr>
            </a:pPr>
            <a:r>
              <a:rPr sz="1125" b="1">
                <a:solidFill>
                  <a:srgbClr val="0B1020"/>
                </a:solidFill>
              </a:rPr>
              <a:t>and accessible reports</a:t>
            </a:r>
          </a:p>
        </p:txBody>
      </p:sp>
      <p:sp>
        <p:nvSpPr>
          <p:cNvPr id="8" name="">
            <a:extLst xmlns:a="http://schemas.openxmlformats.org/drawingml/2006/main">
              <a:ext uri="{FF2B5EF4-FFF2-40B4-BE49-F238E27FC236}">
                <a16:creationId xmlns:a16="http://schemas.microsoft.com/office/drawing/2014/main" id="{D4E2FD3F-34B1-409C-9AED-17D2E517CD92}"/>
              </a:ext>
            </a:extLst>
          </p:cNvPr>
          <p:cNvSpPr>
            <a:spLocks xmlns:a="http://schemas.openxmlformats.org/drawingml/2006/main" noGrp="1"/>
          </p:cNvSpPr>
          <p:nvPr/>
        </p:nvSpPr>
        <p:spPr>
          <a:xfrm xmlns:a="http://schemas.openxmlformats.org/drawingml/2006/main">
            <a:off x="742950" y="2152650"/>
            <a:ext cx="471487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9" name="">
            <a:extLst xmlns:a="http://schemas.openxmlformats.org/drawingml/2006/main">
              <a:ext uri="{FF2B5EF4-FFF2-40B4-BE49-F238E27FC236}">
                <a16:creationId xmlns:a16="http://schemas.microsoft.com/office/drawing/2014/main" id="{6F4F6EB6-7B8A-4262-A8C0-1BCB7FEEFC91}"/>
              </a:ext>
            </a:extLst>
          </p:cNvPr>
          <p:cNvSpPr>
            <a:spLocks xmlns:a="http://schemas.openxmlformats.org/drawingml/2006/main" noGrp="1"/>
          </p:cNvSpPr>
          <p:nvPr/>
        </p:nvSpPr>
        <p:spPr>
          <a:xfrm xmlns:a="http://schemas.openxmlformats.org/drawingml/2006/main">
            <a:off x="6553200" y="1571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0C7D9"/>
                </a:solidFill>
              </a:defRPr>
            </a:pPr>
            <a:r>
              <a:rPr sz="1050" b="1">
                <a:solidFill>
                  <a:srgbClr val="20C7D9"/>
                </a:solidFill>
              </a:rPr>
              <a:t>TEMPLATES</a:t>
            </a:r>
          </a:p>
        </p:txBody>
      </p:sp>
      <p:sp>
        <p:nvSpPr>
          <p:cNvPr id="10" name="">
            <a:extLst xmlns:a="http://schemas.openxmlformats.org/drawingml/2006/main">
              <a:ext uri="{FF2B5EF4-FFF2-40B4-BE49-F238E27FC236}">
                <a16:creationId xmlns:a16="http://schemas.microsoft.com/office/drawing/2014/main" id="{2428462F-4B62-43F2-A5A3-13F9E6E5F9FA}"/>
              </a:ext>
            </a:extLst>
          </p:cNvPr>
          <p:cNvSpPr>
            <a:spLocks xmlns:a="http://schemas.openxmlformats.org/drawingml/2006/main" noGrp="1"/>
          </p:cNvSpPr>
          <p:nvPr/>
        </p:nvSpPr>
        <p:spPr>
          <a:xfrm xmlns:a="http://schemas.openxmlformats.org/drawingml/2006/main">
            <a:off x="8362950" y="155257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1020"/>
                </a:solidFill>
              </a:defRPr>
            </a:pPr>
            <a:r>
              <a:rPr sz="1125" b="1">
                <a:solidFill>
                  <a:srgbClr val="0B1020"/>
                </a:solidFill>
              </a:rPr>
              <a:t>Category, tag and search;</a:t>
            </a:r>
          </a:p>
          <a:p xmlns:a="http://schemas.openxmlformats.org/drawingml/2006/main">
            <a:pPr algn="l">
              <a:defRPr sz="1125" b="1">
                <a:solidFill>
                  <a:srgbClr val="0B1020"/>
                </a:solidFill>
              </a:defRPr>
            </a:pPr>
            <a:r>
              <a:rPr sz="1125" b="1">
                <a:solidFill>
                  <a:srgbClr val="0B1020"/>
                </a:solidFill>
              </a:rPr>
              <a:t>grid/list presentation</a:t>
            </a:r>
          </a:p>
        </p:txBody>
      </p:sp>
      <p:sp>
        <p:nvSpPr>
          <p:cNvPr id="11" name="">
            <a:extLst xmlns:a="http://schemas.openxmlformats.org/drawingml/2006/main">
              <a:ext uri="{FF2B5EF4-FFF2-40B4-BE49-F238E27FC236}">
                <a16:creationId xmlns:a16="http://schemas.microsoft.com/office/drawing/2014/main" id="{3BCB18F6-1DA6-414C-8419-33FD1BDF7CFA}"/>
              </a:ext>
            </a:extLst>
          </p:cNvPr>
          <p:cNvSpPr>
            <a:spLocks xmlns:a="http://schemas.openxmlformats.org/drawingml/2006/main" noGrp="1"/>
          </p:cNvSpPr>
          <p:nvPr/>
        </p:nvSpPr>
        <p:spPr>
          <a:xfrm xmlns:a="http://schemas.openxmlformats.org/drawingml/2006/main">
            <a:off x="6553200" y="2152650"/>
            <a:ext cx="471487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2" name="">
            <a:extLst xmlns:a="http://schemas.openxmlformats.org/drawingml/2006/main">
              <a:ext uri="{FF2B5EF4-FFF2-40B4-BE49-F238E27FC236}">
                <a16:creationId xmlns:a16="http://schemas.microsoft.com/office/drawing/2014/main" id="{56116B15-4913-4E2B-B8C1-1DD1CE5415F8}"/>
              </a:ext>
            </a:extLst>
          </p:cNvPr>
          <p:cNvSpPr>
            <a:spLocks xmlns:a="http://schemas.openxmlformats.org/drawingml/2006/main" noGrp="1"/>
          </p:cNvSpPr>
          <p:nvPr/>
        </p:nvSpPr>
        <p:spPr>
          <a:xfrm xmlns:a="http://schemas.openxmlformats.org/drawingml/2006/main">
            <a:off x="742950" y="2628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REQUESTS</a:t>
            </a:r>
          </a:p>
        </p:txBody>
      </p:sp>
      <p:sp>
        <p:nvSpPr>
          <p:cNvPr id="13" name="">
            <a:extLst xmlns:a="http://schemas.openxmlformats.org/drawingml/2006/main">
              <a:ext uri="{FF2B5EF4-FFF2-40B4-BE49-F238E27FC236}">
                <a16:creationId xmlns:a16="http://schemas.microsoft.com/office/drawing/2014/main" id="{3655434D-7600-4758-9779-42068A512AFD}"/>
              </a:ext>
            </a:extLst>
          </p:cNvPr>
          <p:cNvSpPr>
            <a:spLocks xmlns:a="http://schemas.openxmlformats.org/drawingml/2006/main" noGrp="1"/>
          </p:cNvSpPr>
          <p:nvPr/>
        </p:nvSpPr>
        <p:spPr>
          <a:xfrm xmlns:a="http://schemas.openxmlformats.org/drawingml/2006/main">
            <a:off x="2552700" y="26098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1020"/>
                </a:solidFill>
              </a:defRPr>
            </a:pPr>
            <a:r>
              <a:rPr sz="1125" b="1">
                <a:solidFill>
                  <a:srgbClr val="0B1020"/>
                </a:solidFill>
              </a:rPr>
              <a:t>Status and text search</a:t>
            </a:r>
          </a:p>
        </p:txBody>
      </p:sp>
      <p:sp>
        <p:nvSpPr>
          <p:cNvPr id="14" name="">
            <a:extLst xmlns:a="http://schemas.openxmlformats.org/drawingml/2006/main">
              <a:ext uri="{FF2B5EF4-FFF2-40B4-BE49-F238E27FC236}">
                <a16:creationId xmlns:a16="http://schemas.microsoft.com/office/drawing/2014/main" id="{AB53074D-42C8-4E3F-AAD5-814BF20796E0}"/>
              </a:ext>
            </a:extLst>
          </p:cNvPr>
          <p:cNvSpPr>
            <a:spLocks xmlns:a="http://schemas.openxmlformats.org/drawingml/2006/main" noGrp="1"/>
          </p:cNvSpPr>
          <p:nvPr/>
        </p:nvSpPr>
        <p:spPr>
          <a:xfrm xmlns:a="http://schemas.openxmlformats.org/drawingml/2006/main">
            <a:off x="742950" y="3209925"/>
            <a:ext cx="471487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5" name="">
            <a:extLst xmlns:a="http://schemas.openxmlformats.org/drawingml/2006/main">
              <a:ext uri="{FF2B5EF4-FFF2-40B4-BE49-F238E27FC236}">
                <a16:creationId xmlns:a16="http://schemas.microsoft.com/office/drawing/2014/main" id="{E0BC6E8B-A586-4B9A-B8E0-FCD5C1FF3962}"/>
              </a:ext>
            </a:extLst>
          </p:cNvPr>
          <p:cNvSpPr>
            <a:spLocks xmlns:a="http://schemas.openxmlformats.org/drawingml/2006/main" noGrp="1"/>
          </p:cNvSpPr>
          <p:nvPr/>
        </p:nvSpPr>
        <p:spPr>
          <a:xfrm xmlns:a="http://schemas.openxmlformats.org/drawingml/2006/main">
            <a:off x="6553200" y="2628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0C7D9"/>
                </a:solidFill>
              </a:defRPr>
            </a:pPr>
            <a:r>
              <a:rPr sz="1050" b="1">
                <a:solidFill>
                  <a:srgbClr val="20C7D9"/>
                </a:solidFill>
              </a:rPr>
              <a:t>REPORTS</a:t>
            </a:r>
          </a:p>
        </p:txBody>
      </p:sp>
      <p:sp>
        <p:nvSpPr>
          <p:cNvPr id="16" name="">
            <a:extLst xmlns:a="http://schemas.openxmlformats.org/drawingml/2006/main">
              <a:ext uri="{FF2B5EF4-FFF2-40B4-BE49-F238E27FC236}">
                <a16:creationId xmlns:a16="http://schemas.microsoft.com/office/drawing/2014/main" id="{2813C9C8-E74D-4E11-B133-20511A2096AB}"/>
              </a:ext>
            </a:extLst>
          </p:cNvPr>
          <p:cNvSpPr>
            <a:spLocks xmlns:a="http://schemas.openxmlformats.org/drawingml/2006/main" noGrp="1"/>
          </p:cNvSpPr>
          <p:nvPr/>
        </p:nvSpPr>
        <p:spPr>
          <a:xfrm xmlns:a="http://schemas.openxmlformats.org/drawingml/2006/main">
            <a:off x="8362950" y="26098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1020"/>
                </a:solidFill>
              </a:defRPr>
            </a:pPr>
            <a:r>
              <a:rPr sz="1125" b="1">
                <a:solidFill>
                  <a:srgbClr val="0B1020"/>
                </a:solidFill>
              </a:rPr>
              <a:t>My, received, draft, awaiting signature,</a:t>
            </a:r>
          </a:p>
          <a:p xmlns:a="http://schemas.openxmlformats.org/drawingml/2006/main">
            <a:pPr algn="l">
              <a:defRPr sz="1125" b="1">
                <a:solidFill>
                  <a:srgbClr val="0B1020"/>
                </a:solidFill>
              </a:defRPr>
            </a:pPr>
            <a:r>
              <a:rPr sz="1125" b="1">
                <a:solidFill>
                  <a:srgbClr val="0B1020"/>
                </a:solidFill>
              </a:rPr>
              <a:t>signed and rejected tabs</a:t>
            </a:r>
          </a:p>
        </p:txBody>
      </p:sp>
      <p:sp>
        <p:nvSpPr>
          <p:cNvPr id="17" name="">
            <a:extLst xmlns:a="http://schemas.openxmlformats.org/drawingml/2006/main">
              <a:ext uri="{FF2B5EF4-FFF2-40B4-BE49-F238E27FC236}">
                <a16:creationId xmlns:a16="http://schemas.microsoft.com/office/drawing/2014/main" id="{AB1A9D73-1F21-47E9-BEC7-38F23F3181DB}"/>
              </a:ext>
            </a:extLst>
          </p:cNvPr>
          <p:cNvSpPr>
            <a:spLocks xmlns:a="http://schemas.openxmlformats.org/drawingml/2006/main" noGrp="1"/>
          </p:cNvSpPr>
          <p:nvPr/>
        </p:nvSpPr>
        <p:spPr>
          <a:xfrm xmlns:a="http://schemas.openxmlformats.org/drawingml/2006/main">
            <a:off x="6553200" y="3209925"/>
            <a:ext cx="471487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8" name="">
            <a:extLst xmlns:a="http://schemas.openxmlformats.org/drawingml/2006/main">
              <a:ext uri="{FF2B5EF4-FFF2-40B4-BE49-F238E27FC236}">
                <a16:creationId xmlns:a16="http://schemas.microsoft.com/office/drawing/2014/main" id="{E11F09C7-DAD8-46C3-A198-FE17D6C85C33}"/>
              </a:ext>
            </a:extLst>
          </p:cNvPr>
          <p:cNvSpPr>
            <a:spLocks xmlns:a="http://schemas.openxmlformats.org/drawingml/2006/main" noGrp="1"/>
          </p:cNvSpPr>
          <p:nvPr/>
        </p:nvSpPr>
        <p:spPr>
          <a:xfrm xmlns:a="http://schemas.openxmlformats.org/drawingml/2006/main">
            <a:off x="742950" y="36861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NOTIFICATIONS</a:t>
            </a:r>
          </a:p>
        </p:txBody>
      </p:sp>
      <p:sp>
        <p:nvSpPr>
          <p:cNvPr id="19" name="">
            <a:extLst xmlns:a="http://schemas.openxmlformats.org/drawingml/2006/main">
              <a:ext uri="{FF2B5EF4-FFF2-40B4-BE49-F238E27FC236}">
                <a16:creationId xmlns:a16="http://schemas.microsoft.com/office/drawing/2014/main" id="{94C1133D-4659-43C3-AF5F-94C761AFF15A}"/>
              </a:ext>
            </a:extLst>
          </p:cNvPr>
          <p:cNvSpPr>
            <a:spLocks xmlns:a="http://schemas.openxmlformats.org/drawingml/2006/main" noGrp="1"/>
          </p:cNvSpPr>
          <p:nvPr/>
        </p:nvSpPr>
        <p:spPr>
          <a:xfrm xmlns:a="http://schemas.openxmlformats.org/drawingml/2006/main">
            <a:off x="2552700" y="36671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1020"/>
                </a:solidFill>
              </a:defRPr>
            </a:pPr>
            <a:r>
              <a:rPr sz="1125" b="1">
                <a:solidFill>
                  <a:srgbClr val="0B1020"/>
                </a:solidFill>
              </a:rPr>
              <a:t>Unread and entity-type filters</a:t>
            </a:r>
          </a:p>
          <a:p xmlns:a="http://schemas.openxmlformats.org/drawingml/2006/main">
            <a:pPr algn="l">
              <a:defRPr sz="1125" b="1">
                <a:solidFill>
                  <a:srgbClr val="0B1020"/>
                </a:solidFill>
              </a:defRPr>
            </a:pPr>
            <a:r>
              <a:rPr sz="1125" b="1">
                <a:solidFill>
                  <a:srgbClr val="0B1020"/>
                </a:solidFill>
              </a:rPr>
              <a:t>with date groups</a:t>
            </a:r>
          </a:p>
        </p:txBody>
      </p:sp>
      <p:sp>
        <p:nvSpPr>
          <p:cNvPr id="20" name="">
            <a:extLst xmlns:a="http://schemas.openxmlformats.org/drawingml/2006/main">
              <a:ext uri="{FF2B5EF4-FFF2-40B4-BE49-F238E27FC236}">
                <a16:creationId xmlns:a16="http://schemas.microsoft.com/office/drawing/2014/main" id="{E805ECF0-922E-4E4F-B73F-CD4415410A73}"/>
              </a:ext>
            </a:extLst>
          </p:cNvPr>
          <p:cNvSpPr>
            <a:spLocks xmlns:a="http://schemas.openxmlformats.org/drawingml/2006/main" noGrp="1"/>
          </p:cNvSpPr>
          <p:nvPr/>
        </p:nvSpPr>
        <p:spPr>
          <a:xfrm xmlns:a="http://schemas.openxmlformats.org/drawingml/2006/main">
            <a:off x="742950" y="4267200"/>
            <a:ext cx="471487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1" name="">
            <a:extLst xmlns:a="http://schemas.openxmlformats.org/drawingml/2006/main">
              <a:ext uri="{FF2B5EF4-FFF2-40B4-BE49-F238E27FC236}">
                <a16:creationId xmlns:a16="http://schemas.microsoft.com/office/drawing/2014/main" id="{F2348516-10DD-4336-9284-C97F5C1AD322}"/>
              </a:ext>
            </a:extLst>
          </p:cNvPr>
          <p:cNvSpPr>
            <a:spLocks xmlns:a="http://schemas.openxmlformats.org/drawingml/2006/main" noGrp="1"/>
          </p:cNvSpPr>
          <p:nvPr/>
        </p:nvSpPr>
        <p:spPr>
          <a:xfrm xmlns:a="http://schemas.openxmlformats.org/drawingml/2006/main">
            <a:off x="6553200" y="36861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0C7D9"/>
                </a:solidFill>
              </a:defRPr>
            </a:pPr>
            <a:r>
              <a:rPr sz="1050" b="1">
                <a:solidFill>
                  <a:srgbClr val="20C7D9"/>
                </a:solidFill>
              </a:rPr>
              <a:t>STUDIO</a:t>
            </a:r>
          </a:p>
        </p:txBody>
      </p:sp>
      <p:sp>
        <p:nvSpPr>
          <p:cNvPr id="22" name="">
            <a:extLst xmlns:a="http://schemas.openxmlformats.org/drawingml/2006/main">
              <a:ext uri="{FF2B5EF4-FFF2-40B4-BE49-F238E27FC236}">
                <a16:creationId xmlns:a16="http://schemas.microsoft.com/office/drawing/2014/main" id="{B4CECA8C-2153-44F3-96BB-F37961EE36C9}"/>
              </a:ext>
            </a:extLst>
          </p:cNvPr>
          <p:cNvSpPr>
            <a:spLocks xmlns:a="http://schemas.openxmlformats.org/drawingml/2006/main" noGrp="1"/>
          </p:cNvSpPr>
          <p:nvPr/>
        </p:nvSpPr>
        <p:spPr>
          <a:xfrm xmlns:a="http://schemas.openxmlformats.org/drawingml/2006/main">
            <a:off x="8362950" y="36671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1020"/>
                </a:solidFill>
              </a:defRPr>
            </a:pPr>
            <a:r>
              <a:rPr sz="1125" b="1">
                <a:solidFill>
                  <a:srgbClr val="0B1020"/>
                </a:solidFill>
              </a:rPr>
              <a:t>Search and category filters across</a:t>
            </a:r>
          </a:p>
          <a:p xmlns:a="http://schemas.openxmlformats.org/drawingml/2006/main">
            <a:pPr algn="l">
              <a:defRPr sz="1125" b="1">
                <a:solidFill>
                  <a:srgbClr val="0B1020"/>
                </a:solidFill>
              </a:defRPr>
            </a:pPr>
            <a:r>
              <a:rPr sz="1125" b="1">
                <a:solidFill>
                  <a:srgbClr val="0B1020"/>
                </a:solidFill>
              </a:rPr>
              <a:t>templates, fields, Packs and content</a:t>
            </a:r>
          </a:p>
        </p:txBody>
      </p:sp>
      <p:sp>
        <p:nvSpPr>
          <p:cNvPr id="23" name="">
            <a:extLst xmlns:a="http://schemas.openxmlformats.org/drawingml/2006/main">
              <a:ext uri="{FF2B5EF4-FFF2-40B4-BE49-F238E27FC236}">
                <a16:creationId xmlns:a16="http://schemas.microsoft.com/office/drawing/2014/main" id="{9FF3B95E-7BED-4042-A511-3C862600E515}"/>
              </a:ext>
            </a:extLst>
          </p:cNvPr>
          <p:cNvSpPr>
            <a:spLocks xmlns:a="http://schemas.openxmlformats.org/drawingml/2006/main" noGrp="1"/>
          </p:cNvSpPr>
          <p:nvPr/>
        </p:nvSpPr>
        <p:spPr>
          <a:xfrm xmlns:a="http://schemas.openxmlformats.org/drawingml/2006/main">
            <a:off x="6553200" y="4267200"/>
            <a:ext cx="471487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4" name="">
            <a:extLst xmlns:a="http://schemas.openxmlformats.org/drawingml/2006/main">
              <a:ext uri="{FF2B5EF4-FFF2-40B4-BE49-F238E27FC236}">
                <a16:creationId xmlns:a16="http://schemas.microsoft.com/office/drawing/2014/main" id="{A8363319-A314-402F-B0DA-4FF109443448}"/>
              </a:ext>
            </a:extLst>
          </p:cNvPr>
          <p:cNvSpPr>
            <a:spLocks xmlns:a="http://schemas.openxmlformats.org/drawingml/2006/main" noGrp="1"/>
          </p:cNvSpPr>
          <p:nvPr/>
        </p:nvSpPr>
        <p:spPr>
          <a:xfrm xmlns:a="http://schemas.openxmlformats.org/drawingml/2006/main">
            <a:off x="742950" y="47434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ADMIN</a:t>
            </a:r>
          </a:p>
        </p:txBody>
      </p:sp>
      <p:sp>
        <p:nvSpPr>
          <p:cNvPr id="25" name="">
            <a:extLst xmlns:a="http://schemas.openxmlformats.org/drawingml/2006/main">
              <a:ext uri="{FF2B5EF4-FFF2-40B4-BE49-F238E27FC236}">
                <a16:creationId xmlns:a16="http://schemas.microsoft.com/office/drawing/2014/main" id="{557C28C2-4CB0-4DAC-8C6E-BF97EFA3927D}"/>
              </a:ext>
            </a:extLst>
          </p:cNvPr>
          <p:cNvSpPr>
            <a:spLocks xmlns:a="http://schemas.openxmlformats.org/drawingml/2006/main" noGrp="1"/>
          </p:cNvSpPr>
          <p:nvPr/>
        </p:nvSpPr>
        <p:spPr>
          <a:xfrm xmlns:a="http://schemas.openxmlformats.org/drawingml/2006/main">
            <a:off x="2552700" y="47244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1020"/>
                </a:solidFill>
              </a:defRPr>
            </a:pPr>
            <a:r>
              <a:rPr sz="1125" b="1">
                <a:solidFill>
                  <a:srgbClr val="0B1020"/>
                </a:solidFill>
              </a:rPr>
              <a:t>Filters for elements, Packs, content</a:t>
            </a:r>
          </a:p>
          <a:p xmlns:a="http://schemas.openxmlformats.org/drawingml/2006/main">
            <a:pPr algn="l">
              <a:defRPr sz="1125" b="1">
                <a:solidFill>
                  <a:srgbClr val="0B1020"/>
                </a:solidFill>
              </a:defRPr>
            </a:pPr>
            <a:r>
              <a:rPr sz="1125" b="1">
                <a:solidFill>
                  <a:srgbClr val="0B1020"/>
                </a:solidFill>
              </a:rPr>
              <a:t>and audit records</a:t>
            </a:r>
          </a:p>
        </p:txBody>
      </p:sp>
      <p:sp>
        <p:nvSpPr>
          <p:cNvPr id="26" name="">
            <a:extLst xmlns:a="http://schemas.openxmlformats.org/drawingml/2006/main">
              <a:ext uri="{FF2B5EF4-FFF2-40B4-BE49-F238E27FC236}">
                <a16:creationId xmlns:a16="http://schemas.microsoft.com/office/drawing/2014/main" id="{1C3A00F2-65E8-4114-B8E5-FEF54B92F9F5}"/>
              </a:ext>
            </a:extLst>
          </p:cNvPr>
          <p:cNvSpPr>
            <a:spLocks xmlns:a="http://schemas.openxmlformats.org/drawingml/2006/main" noGrp="1"/>
          </p:cNvSpPr>
          <p:nvPr/>
        </p:nvSpPr>
        <p:spPr>
          <a:xfrm xmlns:a="http://schemas.openxmlformats.org/drawingml/2006/main">
            <a:off x="742950" y="5324475"/>
            <a:ext cx="471487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27" name="">
            <a:extLst xmlns:a="http://schemas.openxmlformats.org/drawingml/2006/main">
              <a:ext uri="{FF2B5EF4-FFF2-40B4-BE49-F238E27FC236}">
                <a16:creationId xmlns:a16="http://schemas.microsoft.com/office/drawing/2014/main" id="{519069EA-867C-470C-88D7-81E6894308B5}"/>
              </a:ext>
            </a:extLst>
          </p:cNvPr>
          <p:cNvSpPr>
            <a:spLocks xmlns:a="http://schemas.openxmlformats.org/drawingml/2006/main" noGrp="1"/>
          </p:cNvSpPr>
          <p:nvPr/>
        </p:nvSpPr>
        <p:spPr>
          <a:xfrm xmlns:a="http://schemas.openxmlformats.org/drawingml/2006/main">
            <a:off x="6553200" y="47434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0C7D9"/>
                </a:solidFill>
              </a:defRPr>
            </a:pPr>
            <a:r>
              <a:rPr sz="1050" b="1">
                <a:solidFill>
                  <a:srgbClr val="20C7D9"/>
                </a:solidFill>
              </a:rPr>
              <a:t>FEEDBACK</a:t>
            </a:r>
          </a:p>
        </p:txBody>
      </p:sp>
      <p:sp>
        <p:nvSpPr>
          <p:cNvPr id="28" name="">
            <a:extLst xmlns:a="http://schemas.openxmlformats.org/drawingml/2006/main">
              <a:ext uri="{FF2B5EF4-FFF2-40B4-BE49-F238E27FC236}">
                <a16:creationId xmlns:a16="http://schemas.microsoft.com/office/drawing/2014/main" id="{D3371782-3D8F-4288-BA5F-6F656F544D9C}"/>
              </a:ext>
            </a:extLst>
          </p:cNvPr>
          <p:cNvSpPr>
            <a:spLocks xmlns:a="http://schemas.openxmlformats.org/drawingml/2006/main" noGrp="1"/>
          </p:cNvSpPr>
          <p:nvPr/>
        </p:nvSpPr>
        <p:spPr>
          <a:xfrm xmlns:a="http://schemas.openxmlformats.org/drawingml/2006/main">
            <a:off x="8362950" y="47244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1020"/>
                </a:solidFill>
              </a:defRPr>
            </a:pPr>
            <a:r>
              <a:rPr sz="1125" b="1">
                <a:solidFill>
                  <a:srgbClr val="0B1020"/>
                </a:solidFill>
              </a:rPr>
              <a:t>Toasts, badges, loaders, retry</a:t>
            </a:r>
          </a:p>
          <a:p xmlns:a="http://schemas.openxmlformats.org/drawingml/2006/main">
            <a:pPr algn="l">
              <a:defRPr sz="1125" b="1">
                <a:solidFill>
                  <a:srgbClr val="0B1020"/>
                </a:solidFill>
              </a:defRPr>
            </a:pPr>
            <a:r>
              <a:rPr sz="1125" b="1">
                <a:solidFill>
                  <a:srgbClr val="0B1020"/>
                </a:solidFill>
              </a:rPr>
              <a:t>and empty states</a:t>
            </a:r>
          </a:p>
        </p:txBody>
      </p:sp>
      <p:sp>
        <p:nvSpPr>
          <p:cNvPr id="29" name="">
            <a:extLst xmlns:a="http://schemas.openxmlformats.org/drawingml/2006/main">
              <a:ext uri="{FF2B5EF4-FFF2-40B4-BE49-F238E27FC236}">
                <a16:creationId xmlns:a16="http://schemas.microsoft.com/office/drawing/2014/main" id="{F541CA42-D019-4FA1-86AD-1540A539F155}"/>
              </a:ext>
            </a:extLst>
          </p:cNvPr>
          <p:cNvSpPr>
            <a:spLocks xmlns:a="http://schemas.openxmlformats.org/drawingml/2006/main" noGrp="1"/>
          </p:cNvSpPr>
          <p:nvPr/>
        </p:nvSpPr>
        <p:spPr>
          <a:xfrm xmlns:a="http://schemas.openxmlformats.org/drawingml/2006/main">
            <a:off x="6553200" y="5324475"/>
            <a:ext cx="4714875"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30" name="">
            <a:extLst xmlns:a="http://schemas.openxmlformats.org/drawingml/2006/main">
              <a:ext uri="{FF2B5EF4-FFF2-40B4-BE49-F238E27FC236}">
                <a16:creationId xmlns:a16="http://schemas.microsoft.com/office/drawing/2014/main" id="{E7906520-2162-4AFC-BD49-F0E917AC5799}"/>
              </a:ext>
            </a:extLst>
          </p:cNvPr>
          <p:cNvSpPr>
            <a:spLocks xmlns:a="http://schemas.openxmlformats.org/drawingml/2006/main" noGrp="1"/>
          </p:cNvSpPr>
          <p:nvPr/>
        </p:nvSpPr>
        <p:spPr>
          <a:xfrm xmlns:a="http://schemas.openxmlformats.org/drawingml/2006/main">
            <a:off x="1238250" y="5953125"/>
            <a:ext cx="971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67085"/>
                </a:solidFill>
              </a:defRPr>
            </a:pPr>
            <a:r>
              <a:rPr sz="1125" b="0">
                <a:solidFill>
                  <a:srgbClr val="667085"/>
                </a:solidFill>
              </a:rPr>
              <a:t>Supporting evaluation tools: profile/signature settings, role switching and Demo Reset.</a:t>
            </a:r>
          </a:p>
        </p:txBody>
      </p:sp>
    </p:spTree>
    <p:extLst>
      <p:ext uri="{BB962C8B-B14F-4D97-AF65-F5344CB8AC3E}">
        <p14:creationId xmlns:p14="http://schemas.microsoft.com/office/powerpoint/2010/main" val="507820404"/>
      </p:ext>
    </p:extLst>
  </p:cSld>
</p:sld>
</file>

<file path=ppt/slides/slide34.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DCAE711-4C23-4D3C-B40D-B379806FC8A5}"/>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OPTIONAL PRODUCT CAPABILITY APPENDIX</a:t>
            </a:r>
          </a:p>
        </p:txBody>
      </p:sp>
      <p:sp>
        <p:nvSpPr>
          <p:cNvPr id="2" name="slide-title-34">
            <a:extLst xmlns:a="http://schemas.openxmlformats.org/drawingml/2006/main">
              <a:ext uri="{FF2B5EF4-FFF2-40B4-BE49-F238E27FC236}">
                <a16:creationId xmlns:a16="http://schemas.microsoft.com/office/drawing/2014/main" id="{2D4F7740-A964-4351-9ED1-CA6556C95233}"/>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Recommended live demonstration sequence</a:t>
            </a:r>
          </a:p>
        </p:txBody>
      </p:sp>
      <p:sp>
        <p:nvSpPr>
          <p:cNvPr id="3" name="">
            <a:extLst xmlns:a="http://schemas.openxmlformats.org/drawingml/2006/main">
              <a:ext uri="{FF2B5EF4-FFF2-40B4-BE49-F238E27FC236}">
                <a16:creationId xmlns:a16="http://schemas.microsoft.com/office/drawing/2014/main" id="{796BC207-C401-412F-B8AD-8ED01E3F122E}"/>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34</a:t>
            </a:r>
          </a:p>
        </p:txBody>
      </p:sp>
      <p:sp>
        <p:nvSpPr>
          <p:cNvPr id="4" name="">
            <a:extLst xmlns:a="http://schemas.openxmlformats.org/drawingml/2006/main">
              <a:ext uri="{FF2B5EF4-FFF2-40B4-BE49-F238E27FC236}">
                <a16:creationId xmlns:a16="http://schemas.microsoft.com/office/drawing/2014/main" id="{CC38FDF5-BC12-4E3C-BD94-F5E21938F3A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93087065-A2B0-4650-9DB6-5FBCDB24E4D6}"/>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4AF9D080-F7EC-46FC-938B-0B6EDDB07B2D}"/>
              </a:ext>
            </a:extLst>
          </p:cNvPr>
          <p:cNvSpPr>
            <a:spLocks xmlns:a="http://schemas.openxmlformats.org/drawingml/2006/main" noGrp="1"/>
          </p:cNvSpPr>
          <p:nvPr/>
        </p:nvSpPr>
        <p:spPr>
          <a:xfrm xmlns:a="http://schemas.openxmlformats.org/drawingml/2006/main">
            <a:off x="819150" y="1562100"/>
            <a:ext cx="419100" cy="41910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7" name="">
            <a:extLst xmlns:a="http://schemas.openxmlformats.org/drawingml/2006/main">
              <a:ext uri="{FF2B5EF4-FFF2-40B4-BE49-F238E27FC236}">
                <a16:creationId xmlns:a16="http://schemas.microsoft.com/office/drawing/2014/main" id="{3BA04D85-0256-4CFA-9FDA-DFBCDFB42855}"/>
              </a:ext>
            </a:extLst>
          </p:cNvPr>
          <p:cNvSpPr>
            <a:spLocks xmlns:a="http://schemas.openxmlformats.org/drawingml/2006/main" noGrp="1"/>
          </p:cNvSpPr>
          <p:nvPr/>
        </p:nvSpPr>
        <p:spPr>
          <a:xfrm xmlns:a="http://schemas.openxmlformats.org/drawingml/2006/main">
            <a:off x="819150" y="16764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AA1A9BA6-2FBC-4B26-AA72-C4DAE39B61AC}"/>
              </a:ext>
            </a:extLst>
          </p:cNvPr>
          <p:cNvSpPr>
            <a:spLocks xmlns:a="http://schemas.openxmlformats.org/drawingml/2006/main" noGrp="1"/>
          </p:cNvSpPr>
          <p:nvPr/>
        </p:nvSpPr>
        <p:spPr>
          <a:xfrm xmlns:a="http://schemas.openxmlformats.org/drawingml/2006/main">
            <a:off x="1524000" y="15811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Ahmed dashboard</a:t>
            </a:r>
          </a:p>
        </p:txBody>
      </p:sp>
      <p:sp>
        <p:nvSpPr>
          <p:cNvPr id="9" name="">
            <a:extLst xmlns:a="http://schemas.openxmlformats.org/drawingml/2006/main">
              <a:ext uri="{FF2B5EF4-FFF2-40B4-BE49-F238E27FC236}">
                <a16:creationId xmlns:a16="http://schemas.microsoft.com/office/drawing/2014/main" id="{19991B41-476D-4BFC-821A-F1ABE5AE37F1}"/>
              </a:ext>
            </a:extLst>
          </p:cNvPr>
          <p:cNvSpPr>
            <a:spLocks xmlns:a="http://schemas.openxmlformats.org/drawingml/2006/main" noGrp="1"/>
          </p:cNvSpPr>
          <p:nvPr/>
        </p:nvSpPr>
        <p:spPr>
          <a:xfrm xmlns:a="http://schemas.openxmlformats.org/drawingml/2006/main">
            <a:off x="4095750" y="158115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C8CEE0"/>
                </a:solidFill>
              </a:defRPr>
            </a:pPr>
            <a:r>
              <a:rPr sz="1350" b="0">
                <a:solidFill>
                  <a:srgbClr val="C8CEE0"/>
                </a:solidFill>
              </a:rPr>
              <a:t>Show role-aware work and approved templates</a:t>
            </a:r>
          </a:p>
        </p:txBody>
      </p:sp>
      <p:sp>
        <p:nvSpPr>
          <p:cNvPr id="10" name="">
            <a:extLst xmlns:a="http://schemas.openxmlformats.org/drawingml/2006/main">
              <a:ext uri="{FF2B5EF4-FFF2-40B4-BE49-F238E27FC236}">
                <a16:creationId xmlns:a16="http://schemas.microsoft.com/office/drawing/2014/main" id="{A24691FA-BCAC-437E-ADFF-3B33FA968995}"/>
              </a:ext>
            </a:extLst>
          </p:cNvPr>
          <p:cNvSpPr>
            <a:spLocks xmlns:a="http://schemas.openxmlformats.org/drawingml/2006/main" noGrp="1"/>
          </p:cNvSpPr>
          <p:nvPr/>
        </p:nvSpPr>
        <p:spPr>
          <a:xfrm xmlns:a="http://schemas.openxmlformats.org/drawingml/2006/main">
            <a:off x="914400" y="201930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66708D"/>
                </a:solidFill>
              </a:defRPr>
            </a:pPr>
            <a:r>
              <a:rPr sz="1500" b="1">
                <a:solidFill>
                  <a:srgbClr val="66708D"/>
                </a:solidFill>
              </a:rPr>
              <a:t>↓</a:t>
            </a:r>
          </a:p>
        </p:txBody>
      </p:sp>
      <p:sp>
        <p:nvSpPr>
          <p:cNvPr id="11" name="">
            <a:extLst xmlns:a="http://schemas.openxmlformats.org/drawingml/2006/main">
              <a:ext uri="{FF2B5EF4-FFF2-40B4-BE49-F238E27FC236}">
                <a16:creationId xmlns:a16="http://schemas.microsoft.com/office/drawing/2014/main" id="{6F0EDB94-56C0-48E0-9E20-E8357022CD17}"/>
              </a:ext>
            </a:extLst>
          </p:cNvPr>
          <p:cNvSpPr>
            <a:spLocks xmlns:a="http://schemas.openxmlformats.org/drawingml/2006/main" noGrp="1"/>
          </p:cNvSpPr>
          <p:nvPr/>
        </p:nvSpPr>
        <p:spPr>
          <a:xfrm xmlns:a="http://schemas.openxmlformats.org/drawingml/2006/main">
            <a:off x="819150" y="2305050"/>
            <a:ext cx="419100" cy="41910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12" name="">
            <a:extLst xmlns:a="http://schemas.openxmlformats.org/drawingml/2006/main">
              <a:ext uri="{FF2B5EF4-FFF2-40B4-BE49-F238E27FC236}">
                <a16:creationId xmlns:a16="http://schemas.microsoft.com/office/drawing/2014/main" id="{3DC63E80-4F82-4730-8CBD-D82B69A1D956}"/>
              </a:ext>
            </a:extLst>
          </p:cNvPr>
          <p:cNvSpPr>
            <a:spLocks xmlns:a="http://schemas.openxmlformats.org/drawingml/2006/main" noGrp="1"/>
          </p:cNvSpPr>
          <p:nvPr/>
        </p:nvSpPr>
        <p:spPr>
          <a:xfrm xmlns:a="http://schemas.openxmlformats.org/drawingml/2006/main">
            <a:off x="81915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6C2B7E8B-064A-4FD2-AF7F-85F196D5BE06}"/>
              </a:ext>
            </a:extLst>
          </p:cNvPr>
          <p:cNvSpPr>
            <a:spLocks xmlns:a="http://schemas.openxmlformats.org/drawingml/2006/main" noGrp="1"/>
          </p:cNvSpPr>
          <p:nvPr/>
        </p:nvSpPr>
        <p:spPr>
          <a:xfrm xmlns:a="http://schemas.openxmlformats.org/drawingml/2006/main">
            <a:off x="1524000" y="2324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Template Studio</a:t>
            </a:r>
          </a:p>
        </p:txBody>
      </p:sp>
      <p:sp>
        <p:nvSpPr>
          <p:cNvPr id="14" name="">
            <a:extLst xmlns:a="http://schemas.openxmlformats.org/drawingml/2006/main">
              <a:ext uri="{FF2B5EF4-FFF2-40B4-BE49-F238E27FC236}">
                <a16:creationId xmlns:a16="http://schemas.microsoft.com/office/drawing/2014/main" id="{C1825394-3DCA-416E-A71B-AA1EC891CFCC}"/>
              </a:ext>
            </a:extLst>
          </p:cNvPr>
          <p:cNvSpPr>
            <a:spLocks xmlns:a="http://schemas.openxmlformats.org/drawingml/2006/main" noGrp="1"/>
          </p:cNvSpPr>
          <p:nvPr/>
        </p:nvSpPr>
        <p:spPr>
          <a:xfrm xmlns:a="http://schemas.openxmlformats.org/drawingml/2006/main">
            <a:off x="4095750" y="23241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C8CEE0"/>
                </a:solidFill>
              </a:defRPr>
            </a:pPr>
            <a:r>
              <a:rPr sz="1350" b="0">
                <a:solidFill>
                  <a:srgbClr val="C8CEE0"/>
                </a:solidFill>
              </a:rPr>
              <a:t>Build with sections, elements and reusable content</a:t>
            </a:r>
          </a:p>
        </p:txBody>
      </p:sp>
      <p:sp>
        <p:nvSpPr>
          <p:cNvPr id="15" name="">
            <a:extLst xmlns:a="http://schemas.openxmlformats.org/drawingml/2006/main">
              <a:ext uri="{FF2B5EF4-FFF2-40B4-BE49-F238E27FC236}">
                <a16:creationId xmlns:a16="http://schemas.microsoft.com/office/drawing/2014/main" id="{02EEEAF8-8C36-4C65-AAF2-A6786CA02E59}"/>
              </a:ext>
            </a:extLst>
          </p:cNvPr>
          <p:cNvSpPr>
            <a:spLocks xmlns:a="http://schemas.openxmlformats.org/drawingml/2006/main" noGrp="1"/>
          </p:cNvSpPr>
          <p:nvPr/>
        </p:nvSpPr>
        <p:spPr>
          <a:xfrm xmlns:a="http://schemas.openxmlformats.org/drawingml/2006/main">
            <a:off x="914400" y="276225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66708D"/>
                </a:solidFill>
              </a:defRPr>
            </a:pPr>
            <a:r>
              <a:rPr sz="1500" b="1">
                <a:solidFill>
                  <a:srgbClr val="66708D"/>
                </a:solidFill>
              </a:rPr>
              <a:t>↓</a:t>
            </a:r>
          </a:p>
        </p:txBody>
      </p:sp>
      <p:sp>
        <p:nvSpPr>
          <p:cNvPr id="16" name="">
            <a:extLst xmlns:a="http://schemas.openxmlformats.org/drawingml/2006/main">
              <a:ext uri="{FF2B5EF4-FFF2-40B4-BE49-F238E27FC236}">
                <a16:creationId xmlns:a16="http://schemas.microsoft.com/office/drawing/2014/main" id="{054F7B5D-67E0-4741-90FA-395BFB1C76FD}"/>
              </a:ext>
            </a:extLst>
          </p:cNvPr>
          <p:cNvSpPr>
            <a:spLocks xmlns:a="http://schemas.openxmlformats.org/drawingml/2006/main" noGrp="1"/>
          </p:cNvSpPr>
          <p:nvPr/>
        </p:nvSpPr>
        <p:spPr>
          <a:xfrm xmlns:a="http://schemas.openxmlformats.org/drawingml/2006/main">
            <a:off x="819150" y="3048000"/>
            <a:ext cx="419100" cy="41910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17" name="">
            <a:extLst xmlns:a="http://schemas.openxmlformats.org/drawingml/2006/main">
              <a:ext uri="{FF2B5EF4-FFF2-40B4-BE49-F238E27FC236}">
                <a16:creationId xmlns:a16="http://schemas.microsoft.com/office/drawing/2014/main" id="{B1828CB6-DFE2-49D4-92E2-DFC7B8EA060F}"/>
              </a:ext>
            </a:extLst>
          </p:cNvPr>
          <p:cNvSpPr>
            <a:spLocks xmlns:a="http://schemas.openxmlformats.org/drawingml/2006/main" noGrp="1"/>
          </p:cNvSpPr>
          <p:nvPr/>
        </p:nvSpPr>
        <p:spPr>
          <a:xfrm xmlns:a="http://schemas.openxmlformats.org/drawingml/2006/main">
            <a:off x="819150" y="31623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3</a:t>
            </a:r>
          </a:p>
        </p:txBody>
      </p:sp>
      <p:sp>
        <p:nvSpPr>
          <p:cNvPr id="18" name="">
            <a:extLst xmlns:a="http://schemas.openxmlformats.org/drawingml/2006/main">
              <a:ext uri="{FF2B5EF4-FFF2-40B4-BE49-F238E27FC236}">
                <a16:creationId xmlns:a16="http://schemas.microsoft.com/office/drawing/2014/main" id="{3338029A-B26B-4FCD-A692-21276BD1B6FB}"/>
              </a:ext>
            </a:extLst>
          </p:cNvPr>
          <p:cNvSpPr>
            <a:spLocks xmlns:a="http://schemas.openxmlformats.org/drawingml/2006/main" noGrp="1"/>
          </p:cNvSpPr>
          <p:nvPr/>
        </p:nvSpPr>
        <p:spPr>
          <a:xfrm xmlns:a="http://schemas.openxmlformats.org/drawingml/2006/main">
            <a:off x="1524000" y="3067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Sarah approval</a:t>
            </a:r>
          </a:p>
        </p:txBody>
      </p:sp>
      <p:sp>
        <p:nvSpPr>
          <p:cNvPr id="19" name="">
            <a:extLst xmlns:a="http://schemas.openxmlformats.org/drawingml/2006/main">
              <a:ext uri="{FF2B5EF4-FFF2-40B4-BE49-F238E27FC236}">
                <a16:creationId xmlns:a16="http://schemas.microsoft.com/office/drawing/2014/main" id="{D09F675A-9CC9-4C83-BD4A-BEDC16A30498}"/>
              </a:ext>
            </a:extLst>
          </p:cNvPr>
          <p:cNvSpPr>
            <a:spLocks xmlns:a="http://schemas.openxmlformats.org/drawingml/2006/main" noGrp="1"/>
          </p:cNvSpPr>
          <p:nvPr/>
        </p:nvSpPr>
        <p:spPr>
          <a:xfrm xmlns:a="http://schemas.openxmlformats.org/drawingml/2006/main">
            <a:off x="4095750" y="306705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C8CEE0"/>
                </a:solidFill>
              </a:defRPr>
            </a:pPr>
            <a:r>
              <a:rPr sz="1350" b="0">
                <a:solidFill>
                  <a:srgbClr val="C8CEE0"/>
                </a:solidFill>
              </a:rPr>
              <a:t>Review, comment and approve the standard</a:t>
            </a:r>
          </a:p>
        </p:txBody>
      </p:sp>
      <p:sp>
        <p:nvSpPr>
          <p:cNvPr id="20" name="">
            <a:extLst xmlns:a="http://schemas.openxmlformats.org/drawingml/2006/main">
              <a:ext uri="{FF2B5EF4-FFF2-40B4-BE49-F238E27FC236}">
                <a16:creationId xmlns:a16="http://schemas.microsoft.com/office/drawing/2014/main" id="{70CD2BE7-9D48-4615-9FDA-8F81E3EB60E6}"/>
              </a:ext>
            </a:extLst>
          </p:cNvPr>
          <p:cNvSpPr>
            <a:spLocks xmlns:a="http://schemas.openxmlformats.org/drawingml/2006/main" noGrp="1"/>
          </p:cNvSpPr>
          <p:nvPr/>
        </p:nvSpPr>
        <p:spPr>
          <a:xfrm xmlns:a="http://schemas.openxmlformats.org/drawingml/2006/main">
            <a:off x="914400" y="350520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66708D"/>
                </a:solidFill>
              </a:defRPr>
            </a:pPr>
            <a:r>
              <a:rPr sz="1500" b="1">
                <a:solidFill>
                  <a:srgbClr val="66708D"/>
                </a:solidFill>
              </a:rPr>
              <a:t>↓</a:t>
            </a:r>
          </a:p>
        </p:txBody>
      </p:sp>
      <p:sp>
        <p:nvSpPr>
          <p:cNvPr id="21" name="">
            <a:extLst xmlns:a="http://schemas.openxmlformats.org/drawingml/2006/main">
              <a:ext uri="{FF2B5EF4-FFF2-40B4-BE49-F238E27FC236}">
                <a16:creationId xmlns:a16="http://schemas.microsoft.com/office/drawing/2014/main" id="{855BE2E0-7191-4833-B39C-672192EB7677}"/>
              </a:ext>
            </a:extLst>
          </p:cNvPr>
          <p:cNvSpPr>
            <a:spLocks xmlns:a="http://schemas.openxmlformats.org/drawingml/2006/main" noGrp="1"/>
          </p:cNvSpPr>
          <p:nvPr/>
        </p:nvSpPr>
        <p:spPr>
          <a:xfrm xmlns:a="http://schemas.openxmlformats.org/drawingml/2006/main">
            <a:off x="819150" y="3790950"/>
            <a:ext cx="419100" cy="419100"/>
          </a:xfrm>
          <a:prstGeom xmlns:a="http://schemas.openxmlformats.org/drawingml/2006/main" prst="ellipse">
            <a:avLst/>
          </a:prstGeom>
          <a:solidFill xmlns:a="http://schemas.openxmlformats.org/drawingml/2006/main">
            <a:srgbClr val="20C7D9"/>
          </a:solidFill>
          <a:ln xmlns:a="http://schemas.openxmlformats.org/drawingml/2006/main" w="0">
            <a:solidFill>
              <a:srgbClr val="20C7D9"/>
            </a:solidFill>
            <a:prstDash val="solid"/>
          </a:ln>
        </p:spPr>
      </p:sp>
      <p:sp>
        <p:nvSpPr>
          <p:cNvPr id="22" name="">
            <a:extLst xmlns:a="http://schemas.openxmlformats.org/drawingml/2006/main">
              <a:ext uri="{FF2B5EF4-FFF2-40B4-BE49-F238E27FC236}">
                <a16:creationId xmlns:a16="http://schemas.microsoft.com/office/drawing/2014/main" id="{823B8D9F-C52C-4C7D-86CC-DE8B63B4A685}"/>
              </a:ext>
            </a:extLst>
          </p:cNvPr>
          <p:cNvSpPr>
            <a:spLocks xmlns:a="http://schemas.openxmlformats.org/drawingml/2006/main" noGrp="1"/>
          </p:cNvSpPr>
          <p:nvPr/>
        </p:nvSpPr>
        <p:spPr>
          <a:xfrm xmlns:a="http://schemas.openxmlformats.org/drawingml/2006/main">
            <a:off x="819150" y="39052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4</a:t>
            </a:r>
          </a:p>
        </p:txBody>
      </p:sp>
      <p:sp>
        <p:nvSpPr>
          <p:cNvPr id="23" name="">
            <a:extLst xmlns:a="http://schemas.openxmlformats.org/drawingml/2006/main">
              <a:ext uri="{FF2B5EF4-FFF2-40B4-BE49-F238E27FC236}">
                <a16:creationId xmlns:a16="http://schemas.microsoft.com/office/drawing/2014/main" id="{9FF32482-635B-463E-99C5-43BC16A97D46}"/>
              </a:ext>
            </a:extLst>
          </p:cNvPr>
          <p:cNvSpPr>
            <a:spLocks xmlns:a="http://schemas.openxmlformats.org/drawingml/2006/main" noGrp="1"/>
          </p:cNvSpPr>
          <p:nvPr/>
        </p:nvSpPr>
        <p:spPr>
          <a:xfrm xmlns:a="http://schemas.openxmlformats.org/drawingml/2006/main">
            <a:off x="1524000" y="38100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Live report</a:t>
            </a:r>
          </a:p>
        </p:txBody>
      </p:sp>
      <p:sp>
        <p:nvSpPr>
          <p:cNvPr id="24" name="">
            <a:extLst xmlns:a="http://schemas.openxmlformats.org/drawingml/2006/main">
              <a:ext uri="{FF2B5EF4-FFF2-40B4-BE49-F238E27FC236}">
                <a16:creationId xmlns:a16="http://schemas.microsoft.com/office/drawing/2014/main" id="{552E5D14-8286-47C0-B8E6-C8B040A4776D}"/>
              </a:ext>
            </a:extLst>
          </p:cNvPr>
          <p:cNvSpPr>
            <a:spLocks xmlns:a="http://schemas.openxmlformats.org/drawingml/2006/main" noGrp="1"/>
          </p:cNvSpPr>
          <p:nvPr/>
        </p:nvSpPr>
        <p:spPr>
          <a:xfrm xmlns:a="http://schemas.openxmlformats.org/drawingml/2006/main">
            <a:off x="4095750" y="3810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C8CEE0"/>
                </a:solidFill>
              </a:defRPr>
            </a:pPr>
            <a:r>
              <a:rPr sz="1350" b="0">
                <a:solidFill>
                  <a:srgbClr val="C8CEE0"/>
                </a:solidFill>
              </a:rPr>
              <a:t>Complete, validate and send to Sarah</a:t>
            </a:r>
          </a:p>
        </p:txBody>
      </p:sp>
      <p:sp>
        <p:nvSpPr>
          <p:cNvPr id="25" name="">
            <a:extLst xmlns:a="http://schemas.openxmlformats.org/drawingml/2006/main">
              <a:ext uri="{FF2B5EF4-FFF2-40B4-BE49-F238E27FC236}">
                <a16:creationId xmlns:a16="http://schemas.microsoft.com/office/drawing/2014/main" id="{44A35D98-F426-4E39-B36E-901F8AB91E3D}"/>
              </a:ext>
            </a:extLst>
          </p:cNvPr>
          <p:cNvSpPr>
            <a:spLocks xmlns:a="http://schemas.openxmlformats.org/drawingml/2006/main" noGrp="1"/>
          </p:cNvSpPr>
          <p:nvPr/>
        </p:nvSpPr>
        <p:spPr>
          <a:xfrm xmlns:a="http://schemas.openxmlformats.org/drawingml/2006/main">
            <a:off x="914400" y="424815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66708D"/>
                </a:solidFill>
              </a:defRPr>
            </a:pPr>
            <a:r>
              <a:rPr sz="1500" b="1">
                <a:solidFill>
                  <a:srgbClr val="66708D"/>
                </a:solidFill>
              </a:rPr>
              <a:t>↓</a:t>
            </a:r>
          </a:p>
        </p:txBody>
      </p:sp>
      <p:sp>
        <p:nvSpPr>
          <p:cNvPr id="26" name="">
            <a:extLst xmlns:a="http://schemas.openxmlformats.org/drawingml/2006/main">
              <a:ext uri="{FF2B5EF4-FFF2-40B4-BE49-F238E27FC236}">
                <a16:creationId xmlns:a16="http://schemas.microsoft.com/office/drawing/2014/main" id="{49866F61-E9CD-4EE3-800B-0EA0E10210BE}"/>
              </a:ext>
            </a:extLst>
          </p:cNvPr>
          <p:cNvSpPr>
            <a:spLocks xmlns:a="http://schemas.openxmlformats.org/drawingml/2006/main" noGrp="1"/>
          </p:cNvSpPr>
          <p:nvPr/>
        </p:nvSpPr>
        <p:spPr>
          <a:xfrm xmlns:a="http://schemas.openxmlformats.org/drawingml/2006/main">
            <a:off x="819150" y="4533900"/>
            <a:ext cx="419100" cy="419100"/>
          </a:xfrm>
          <a:prstGeom xmlns:a="http://schemas.openxmlformats.org/drawingml/2006/main" prst="ellipse">
            <a:avLst/>
          </a:prstGeom>
          <a:solidFill xmlns:a="http://schemas.openxmlformats.org/drawingml/2006/main">
            <a:srgbClr val="6D3CFF"/>
          </a:solidFill>
          <a:ln xmlns:a="http://schemas.openxmlformats.org/drawingml/2006/main" w="0">
            <a:solidFill>
              <a:srgbClr val="6D3CFF"/>
            </a:solidFill>
            <a:prstDash val="solid"/>
          </a:ln>
        </p:spPr>
      </p:sp>
      <p:sp>
        <p:nvSpPr>
          <p:cNvPr id="27" name="">
            <a:extLst xmlns:a="http://schemas.openxmlformats.org/drawingml/2006/main">
              <a:ext uri="{FF2B5EF4-FFF2-40B4-BE49-F238E27FC236}">
                <a16:creationId xmlns:a16="http://schemas.microsoft.com/office/drawing/2014/main" id="{70D1CD2C-5DC3-4FF7-B3FA-6ED0BA6B7DC8}"/>
              </a:ext>
            </a:extLst>
          </p:cNvPr>
          <p:cNvSpPr>
            <a:spLocks xmlns:a="http://schemas.openxmlformats.org/drawingml/2006/main" noGrp="1"/>
          </p:cNvSpPr>
          <p:nvPr/>
        </p:nvSpPr>
        <p:spPr>
          <a:xfrm xmlns:a="http://schemas.openxmlformats.org/drawingml/2006/main">
            <a:off x="819150" y="46482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5</a:t>
            </a:r>
          </a:p>
        </p:txBody>
      </p:sp>
      <p:sp>
        <p:nvSpPr>
          <p:cNvPr id="28" name="">
            <a:extLst xmlns:a="http://schemas.openxmlformats.org/drawingml/2006/main">
              <a:ext uri="{FF2B5EF4-FFF2-40B4-BE49-F238E27FC236}">
                <a16:creationId xmlns:a16="http://schemas.microsoft.com/office/drawing/2014/main" id="{F9BA1245-19AD-47AF-89FA-CCCF6051A2A8}"/>
              </a:ext>
            </a:extLst>
          </p:cNvPr>
          <p:cNvSpPr>
            <a:spLocks xmlns:a="http://schemas.openxmlformats.org/drawingml/2006/main" noGrp="1"/>
          </p:cNvSpPr>
          <p:nvPr/>
        </p:nvSpPr>
        <p:spPr>
          <a:xfrm xmlns:a="http://schemas.openxmlformats.org/drawingml/2006/main">
            <a:off x="1524000" y="4552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Review paths</a:t>
            </a:r>
          </a:p>
        </p:txBody>
      </p:sp>
      <p:sp>
        <p:nvSpPr>
          <p:cNvPr id="29" name="">
            <a:extLst xmlns:a="http://schemas.openxmlformats.org/drawingml/2006/main">
              <a:ext uri="{FF2B5EF4-FFF2-40B4-BE49-F238E27FC236}">
                <a16:creationId xmlns:a16="http://schemas.microsoft.com/office/drawing/2014/main" id="{51B1533A-EFD6-437D-9ED8-492095C67C2B}"/>
              </a:ext>
            </a:extLst>
          </p:cNvPr>
          <p:cNvSpPr>
            <a:spLocks xmlns:a="http://schemas.openxmlformats.org/drawingml/2006/main" noGrp="1"/>
          </p:cNvSpPr>
          <p:nvPr/>
        </p:nvSpPr>
        <p:spPr>
          <a:xfrm xmlns:a="http://schemas.openxmlformats.org/drawingml/2006/main">
            <a:off x="4095750" y="455295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C8CEE0"/>
                </a:solidFill>
              </a:defRPr>
            </a:pPr>
            <a:r>
              <a:rPr sz="1350" b="0">
                <a:solidFill>
                  <a:srgbClr val="C8CEE0"/>
                </a:solidFill>
              </a:rPr>
              <a:t>Return for correction, resend, then sign</a:t>
            </a:r>
          </a:p>
        </p:txBody>
      </p:sp>
      <p:sp>
        <p:nvSpPr>
          <p:cNvPr id="30" name="">
            <a:extLst xmlns:a="http://schemas.openxmlformats.org/drawingml/2006/main">
              <a:ext uri="{FF2B5EF4-FFF2-40B4-BE49-F238E27FC236}">
                <a16:creationId xmlns:a16="http://schemas.microsoft.com/office/drawing/2014/main" id="{5D44DFCD-B7C4-4AC5-9AE6-3E7634795062}"/>
              </a:ext>
            </a:extLst>
          </p:cNvPr>
          <p:cNvSpPr>
            <a:spLocks xmlns:a="http://schemas.openxmlformats.org/drawingml/2006/main" noGrp="1"/>
          </p:cNvSpPr>
          <p:nvPr/>
        </p:nvSpPr>
        <p:spPr>
          <a:xfrm xmlns:a="http://schemas.openxmlformats.org/drawingml/2006/main">
            <a:off x="914400" y="499110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66708D"/>
                </a:solidFill>
              </a:defRPr>
            </a:pPr>
            <a:r>
              <a:rPr sz="1500" b="1">
                <a:solidFill>
                  <a:srgbClr val="66708D"/>
                </a:solidFill>
              </a:rPr>
              <a:t>↓</a:t>
            </a:r>
          </a:p>
        </p:txBody>
      </p:sp>
      <p:sp>
        <p:nvSpPr>
          <p:cNvPr id="31" name="">
            <a:extLst xmlns:a="http://schemas.openxmlformats.org/drawingml/2006/main">
              <a:ext uri="{FF2B5EF4-FFF2-40B4-BE49-F238E27FC236}">
                <a16:creationId xmlns:a16="http://schemas.microsoft.com/office/drawing/2014/main" id="{0789B316-D8CA-4BFB-99DE-864C5D0F9EAF}"/>
              </a:ext>
            </a:extLst>
          </p:cNvPr>
          <p:cNvSpPr>
            <a:spLocks xmlns:a="http://schemas.openxmlformats.org/drawingml/2006/main" noGrp="1"/>
          </p:cNvSpPr>
          <p:nvPr/>
        </p:nvSpPr>
        <p:spPr>
          <a:xfrm xmlns:a="http://schemas.openxmlformats.org/drawingml/2006/main">
            <a:off x="819150" y="5276850"/>
            <a:ext cx="419100" cy="419100"/>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32" name="">
            <a:extLst xmlns:a="http://schemas.openxmlformats.org/drawingml/2006/main">
              <a:ext uri="{FF2B5EF4-FFF2-40B4-BE49-F238E27FC236}">
                <a16:creationId xmlns:a16="http://schemas.microsoft.com/office/drawing/2014/main" id="{3BFB5985-7F26-4097-9A47-6FC8D5B153BF}"/>
              </a:ext>
            </a:extLst>
          </p:cNvPr>
          <p:cNvSpPr>
            <a:spLocks xmlns:a="http://schemas.openxmlformats.org/drawingml/2006/main" noGrp="1"/>
          </p:cNvSpPr>
          <p:nvPr/>
        </p:nvSpPr>
        <p:spPr>
          <a:xfrm xmlns:a="http://schemas.openxmlformats.org/drawingml/2006/main">
            <a:off x="819150" y="53911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6</a:t>
            </a:r>
          </a:p>
        </p:txBody>
      </p:sp>
      <p:sp>
        <p:nvSpPr>
          <p:cNvPr id="33" name="">
            <a:extLst xmlns:a="http://schemas.openxmlformats.org/drawingml/2006/main">
              <a:ext uri="{FF2B5EF4-FFF2-40B4-BE49-F238E27FC236}">
                <a16:creationId xmlns:a16="http://schemas.microsoft.com/office/drawing/2014/main" id="{6CD0B0B2-2782-4ED0-A11A-78A073570C68}"/>
              </a:ext>
            </a:extLst>
          </p:cNvPr>
          <p:cNvSpPr>
            <a:spLocks xmlns:a="http://schemas.openxmlformats.org/drawingml/2006/main" noGrp="1"/>
          </p:cNvSpPr>
          <p:nvPr/>
        </p:nvSpPr>
        <p:spPr>
          <a:xfrm xmlns:a="http://schemas.openxmlformats.org/drawingml/2006/main">
            <a:off x="1524000" y="5295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Lina Admin</a:t>
            </a:r>
          </a:p>
        </p:txBody>
      </p:sp>
      <p:sp>
        <p:nvSpPr>
          <p:cNvPr id="34" name="">
            <a:extLst xmlns:a="http://schemas.openxmlformats.org/drawingml/2006/main">
              <a:ext uri="{FF2B5EF4-FFF2-40B4-BE49-F238E27FC236}">
                <a16:creationId xmlns:a16="http://schemas.microsoft.com/office/drawing/2014/main" id="{0D947B85-98FC-4500-98C5-2660FA754DC1}"/>
              </a:ext>
            </a:extLst>
          </p:cNvPr>
          <p:cNvSpPr>
            <a:spLocks xmlns:a="http://schemas.openxmlformats.org/drawingml/2006/main" noGrp="1"/>
          </p:cNvSpPr>
          <p:nvPr/>
        </p:nvSpPr>
        <p:spPr>
          <a:xfrm xmlns:a="http://schemas.openxmlformats.org/drawingml/2006/main">
            <a:off x="4095750" y="52959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C8CEE0"/>
                </a:solidFill>
              </a:defRPr>
            </a:pPr>
            <a:r>
              <a:rPr sz="1350" b="0">
                <a:solidFill>
                  <a:srgbClr val="C8CEE0"/>
                </a:solidFill>
              </a:rPr>
              <a:t>Disable an element, set policy and review audit</a:t>
            </a:r>
          </a:p>
        </p:txBody>
      </p:sp>
      <p:sp>
        <p:nvSpPr>
          <p:cNvPr id="35" name="">
            <a:extLst xmlns:a="http://schemas.openxmlformats.org/drawingml/2006/main">
              <a:ext uri="{FF2B5EF4-FFF2-40B4-BE49-F238E27FC236}">
                <a16:creationId xmlns:a16="http://schemas.microsoft.com/office/drawing/2014/main" id="{37A45E1A-E520-44AF-BE82-FE60C469490F}"/>
              </a:ext>
            </a:extLst>
          </p:cNvPr>
          <p:cNvSpPr>
            <a:spLocks xmlns:a="http://schemas.openxmlformats.org/drawingml/2006/main" noGrp="1"/>
          </p:cNvSpPr>
          <p:nvPr/>
        </p:nvSpPr>
        <p:spPr>
          <a:xfrm xmlns:a="http://schemas.openxmlformats.org/drawingml/2006/main">
            <a:off x="1000125" y="6076950"/>
            <a:ext cx="1019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92ECF4"/>
                </a:solidFill>
              </a:defRPr>
            </a:pPr>
            <a:r>
              <a:rPr sz="1050" b="1">
                <a:solidFill>
                  <a:srgbClr val="92ECF4"/>
                </a:solidFill>
              </a:rPr>
              <a:t>Backup short demo: seeded Draft, Sent, Returned and Signed reports → one approval request → Admin audit.</a:t>
            </a:r>
          </a:p>
        </p:txBody>
      </p:sp>
    </p:spTree>
    <p:extLst>
      <p:ext uri="{BB962C8B-B14F-4D97-AF65-F5344CB8AC3E}">
        <p14:creationId xmlns:p14="http://schemas.microsoft.com/office/powerpoint/2010/main" val="1888012557"/>
      </p:ext>
    </p:extLst>
  </p:cSld>
</p:sld>
</file>

<file path=ppt/slides/slide35.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FB2CFC76-BEB5-4602-8242-20FEBE9B9156}"/>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FEATURE COVERAGE MATRIX</a:t>
            </a:r>
          </a:p>
        </p:txBody>
      </p:sp>
      <p:sp>
        <p:nvSpPr>
          <p:cNvPr id="2" name="slide-title-35">
            <a:extLst xmlns:a="http://schemas.openxmlformats.org/drawingml/2006/main">
              <a:ext uri="{FF2B5EF4-FFF2-40B4-BE49-F238E27FC236}">
                <a16:creationId xmlns:a16="http://schemas.microsoft.com/office/drawing/2014/main" id="{B61D33E6-5D41-4ADF-BAF7-B6477A7BBE81}"/>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Coverage 1 of 4 — Templates and Studio</a:t>
            </a:r>
          </a:p>
        </p:txBody>
      </p:sp>
      <p:sp>
        <p:nvSpPr>
          <p:cNvPr id="3" name="">
            <a:extLst xmlns:a="http://schemas.openxmlformats.org/drawingml/2006/main">
              <a:ext uri="{FF2B5EF4-FFF2-40B4-BE49-F238E27FC236}">
                <a16:creationId xmlns:a16="http://schemas.microsoft.com/office/drawing/2014/main" id="{F54F7201-6F81-473C-8343-017531E9693E}"/>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35</a:t>
            </a:r>
          </a:p>
        </p:txBody>
      </p:sp>
      <p:sp>
        <p:nvSpPr>
          <p:cNvPr id="4" name="">
            <a:extLst xmlns:a="http://schemas.openxmlformats.org/drawingml/2006/main">
              <a:ext uri="{FF2B5EF4-FFF2-40B4-BE49-F238E27FC236}">
                <a16:creationId xmlns:a16="http://schemas.microsoft.com/office/drawing/2014/main" id="{215672C9-91EC-4A9F-A283-C58EBCF27CF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6DDAA3E6-545D-49AD-B86D-379CE55C1F92}"/>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36984429-9DA5-478E-A245-2F19D0C074E5}"/>
              </a:ext>
            </a:extLst>
          </p:cNvPr>
          <p:cNvSpPr>
            <a:spLocks xmlns:a="http://schemas.openxmlformats.org/drawingml/2006/main" noGrp="1"/>
          </p:cNvSpPr>
          <p:nvPr/>
        </p:nvSpPr>
        <p:spPr>
          <a:xfrm xmlns:a="http://schemas.openxmlformats.org/drawingml/2006/main">
            <a:off x="66675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FEATURE</a:t>
            </a:r>
          </a:p>
        </p:txBody>
      </p:sp>
      <p:sp>
        <p:nvSpPr>
          <p:cNvPr id="7" name="">
            <a:extLst xmlns:a="http://schemas.openxmlformats.org/drawingml/2006/main">
              <a:ext uri="{FF2B5EF4-FFF2-40B4-BE49-F238E27FC236}">
                <a16:creationId xmlns:a16="http://schemas.microsoft.com/office/drawing/2014/main" id="{BCFB0FF3-1534-4BB8-88E2-79D4382996C4}"/>
              </a:ext>
            </a:extLst>
          </p:cNvPr>
          <p:cNvSpPr>
            <a:spLocks xmlns:a="http://schemas.openxmlformats.org/drawingml/2006/main" noGrp="1"/>
          </p:cNvSpPr>
          <p:nvPr/>
        </p:nvSpPr>
        <p:spPr>
          <a:xfrm xmlns:a="http://schemas.openxmlformats.org/drawingml/2006/main">
            <a:off x="495300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CUSTOMER BENEFIT</a:t>
            </a:r>
          </a:p>
        </p:txBody>
      </p:sp>
      <p:sp>
        <p:nvSpPr>
          <p:cNvPr id="8" name="">
            <a:extLst xmlns:a="http://schemas.openxmlformats.org/drawingml/2006/main">
              <a:ext uri="{FF2B5EF4-FFF2-40B4-BE49-F238E27FC236}">
                <a16:creationId xmlns:a16="http://schemas.microsoft.com/office/drawing/2014/main" id="{22ED9453-CA20-4C9A-8166-F8780BC8D8B9}"/>
              </a:ext>
            </a:extLst>
          </p:cNvPr>
          <p:cNvSpPr>
            <a:spLocks xmlns:a="http://schemas.openxmlformats.org/drawingml/2006/main" noGrp="1"/>
          </p:cNvSpPr>
          <p:nvPr/>
        </p:nvSpPr>
        <p:spPr>
          <a:xfrm xmlns:a="http://schemas.openxmlformats.org/drawingml/2006/main">
            <a:off x="9525000" y="150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SLIDE(S)</a:t>
            </a:r>
          </a:p>
        </p:txBody>
      </p:sp>
      <p:sp>
        <p:nvSpPr>
          <p:cNvPr id="9" name="">
            <a:extLst xmlns:a="http://schemas.openxmlformats.org/drawingml/2006/main">
              <a:ext uri="{FF2B5EF4-FFF2-40B4-BE49-F238E27FC236}">
                <a16:creationId xmlns:a16="http://schemas.microsoft.com/office/drawing/2014/main" id="{666CC5D6-3B57-44EF-AF3B-76AC50E01ECB}"/>
              </a:ext>
            </a:extLst>
          </p:cNvPr>
          <p:cNvSpPr>
            <a:spLocks xmlns:a="http://schemas.openxmlformats.org/drawingml/2006/main" noGrp="1"/>
          </p:cNvSpPr>
          <p:nvPr/>
        </p:nvSpPr>
        <p:spPr>
          <a:xfrm xmlns:a="http://schemas.openxmlformats.org/drawingml/2006/main">
            <a:off x="10668000" y="15049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67085"/>
                </a:solidFill>
              </a:defRPr>
            </a:pPr>
            <a:r>
              <a:rPr sz="975" b="1">
                <a:solidFill>
                  <a:srgbClr val="667085"/>
                </a:solidFill>
              </a:rPr>
              <a:t>COVERED</a:t>
            </a:r>
          </a:p>
        </p:txBody>
      </p:sp>
      <p:sp>
        <p:nvSpPr>
          <p:cNvPr id="10" name="">
            <a:extLst xmlns:a="http://schemas.openxmlformats.org/drawingml/2006/main">
              <a:ext uri="{FF2B5EF4-FFF2-40B4-BE49-F238E27FC236}">
                <a16:creationId xmlns:a16="http://schemas.microsoft.com/office/drawing/2014/main" id="{EF17017B-8765-4713-B273-325CC4080714}"/>
              </a:ext>
            </a:extLst>
          </p:cNvPr>
          <p:cNvSpPr>
            <a:spLocks xmlns:a="http://schemas.openxmlformats.org/drawingml/2006/main" noGrp="1"/>
          </p:cNvSpPr>
          <p:nvPr/>
        </p:nvSpPr>
        <p:spPr>
          <a:xfrm xmlns:a="http://schemas.openxmlformats.org/drawingml/2006/main">
            <a:off x="666750" y="1781175"/>
            <a:ext cx="10858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1" name="">
            <a:extLst xmlns:a="http://schemas.openxmlformats.org/drawingml/2006/main">
              <a:ext uri="{FF2B5EF4-FFF2-40B4-BE49-F238E27FC236}">
                <a16:creationId xmlns:a16="http://schemas.microsoft.com/office/drawing/2014/main" id="{5F182DC9-CE9E-47E8-972A-9FD51E630B74}"/>
              </a:ext>
            </a:extLst>
          </p:cNvPr>
          <p:cNvSpPr>
            <a:spLocks xmlns:a="http://schemas.openxmlformats.org/drawingml/2006/main" noGrp="1"/>
          </p:cNvSpPr>
          <p:nvPr/>
        </p:nvSpPr>
        <p:spPr>
          <a:xfrm xmlns:a="http://schemas.openxmlformats.org/drawingml/2006/main">
            <a:off x="609600" y="18573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B2034F3-906F-488B-BF1D-22070CB178A8}"/>
              </a:ext>
            </a:extLst>
          </p:cNvPr>
          <p:cNvSpPr>
            <a:spLocks xmlns:a="http://schemas.openxmlformats.org/drawingml/2006/main" noGrp="1"/>
          </p:cNvSpPr>
          <p:nvPr/>
        </p:nvSpPr>
        <p:spPr>
          <a:xfrm xmlns:a="http://schemas.openxmlformats.org/drawingml/2006/main">
            <a:off x="723900" y="19335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Approved Template Library</a:t>
            </a:r>
          </a:p>
        </p:txBody>
      </p:sp>
      <p:sp>
        <p:nvSpPr>
          <p:cNvPr id="13" name="">
            <a:extLst xmlns:a="http://schemas.openxmlformats.org/drawingml/2006/main">
              <a:ext uri="{FF2B5EF4-FFF2-40B4-BE49-F238E27FC236}">
                <a16:creationId xmlns:a16="http://schemas.microsoft.com/office/drawing/2014/main" id="{CAF15A6E-7C9B-46DC-8207-03F6EDAF085B}"/>
              </a:ext>
            </a:extLst>
          </p:cNvPr>
          <p:cNvSpPr>
            <a:spLocks xmlns:a="http://schemas.openxmlformats.org/drawingml/2006/main" noGrp="1"/>
          </p:cNvSpPr>
          <p:nvPr/>
        </p:nvSpPr>
        <p:spPr>
          <a:xfrm xmlns:a="http://schemas.openxmlformats.org/drawingml/2006/main">
            <a:off x="4953000" y="19335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Reuse governed standards</a:t>
            </a:r>
          </a:p>
        </p:txBody>
      </p:sp>
      <p:sp>
        <p:nvSpPr>
          <p:cNvPr id="14" name="">
            <a:extLst xmlns:a="http://schemas.openxmlformats.org/drawingml/2006/main">
              <a:ext uri="{FF2B5EF4-FFF2-40B4-BE49-F238E27FC236}">
                <a16:creationId xmlns:a16="http://schemas.microsoft.com/office/drawing/2014/main" id="{8732E4A0-8AC7-4103-8F95-CC00FE67A07E}"/>
              </a:ext>
            </a:extLst>
          </p:cNvPr>
          <p:cNvSpPr>
            <a:spLocks xmlns:a="http://schemas.openxmlformats.org/drawingml/2006/main" noGrp="1"/>
          </p:cNvSpPr>
          <p:nvPr/>
        </p:nvSpPr>
        <p:spPr>
          <a:xfrm xmlns:a="http://schemas.openxmlformats.org/drawingml/2006/main">
            <a:off x="9525000" y="19335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6, 14</a:t>
            </a:r>
          </a:p>
        </p:txBody>
      </p:sp>
      <p:sp>
        <p:nvSpPr>
          <p:cNvPr id="15" name="">
            <a:extLst xmlns:a="http://schemas.openxmlformats.org/drawingml/2006/main">
              <a:ext uri="{FF2B5EF4-FFF2-40B4-BE49-F238E27FC236}">
                <a16:creationId xmlns:a16="http://schemas.microsoft.com/office/drawing/2014/main" id="{56B1B527-6C80-4A6C-BFFD-22A350F4D71D}"/>
              </a:ext>
            </a:extLst>
          </p:cNvPr>
          <p:cNvSpPr>
            <a:spLocks xmlns:a="http://schemas.openxmlformats.org/drawingml/2006/main" noGrp="1"/>
          </p:cNvSpPr>
          <p:nvPr/>
        </p:nvSpPr>
        <p:spPr>
          <a:xfrm xmlns:a="http://schemas.openxmlformats.org/drawingml/2006/main">
            <a:off x="10668000" y="19335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16" name="">
            <a:extLst xmlns:a="http://schemas.openxmlformats.org/drawingml/2006/main">
              <a:ext uri="{FF2B5EF4-FFF2-40B4-BE49-F238E27FC236}">
                <a16:creationId xmlns:a16="http://schemas.microsoft.com/office/drawing/2014/main" id="{5305368A-1C07-47B3-BC2F-DB9347393227}"/>
              </a:ext>
            </a:extLst>
          </p:cNvPr>
          <p:cNvSpPr>
            <a:spLocks xmlns:a="http://schemas.openxmlformats.org/drawingml/2006/main" noGrp="1"/>
          </p:cNvSpPr>
          <p:nvPr/>
        </p:nvSpPr>
        <p:spPr>
          <a:xfrm xmlns:a="http://schemas.openxmlformats.org/drawingml/2006/main">
            <a:off x="723900" y="23431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Template search, category &amp; tags</a:t>
            </a:r>
          </a:p>
        </p:txBody>
      </p:sp>
      <p:sp>
        <p:nvSpPr>
          <p:cNvPr id="17" name="">
            <a:extLst xmlns:a="http://schemas.openxmlformats.org/drawingml/2006/main">
              <a:ext uri="{FF2B5EF4-FFF2-40B4-BE49-F238E27FC236}">
                <a16:creationId xmlns:a16="http://schemas.microsoft.com/office/drawing/2014/main" id="{CB0D0885-4725-48A0-81BC-128971BECC0C}"/>
              </a:ext>
            </a:extLst>
          </p:cNvPr>
          <p:cNvSpPr>
            <a:spLocks xmlns:a="http://schemas.openxmlformats.org/drawingml/2006/main" noGrp="1"/>
          </p:cNvSpPr>
          <p:nvPr/>
        </p:nvSpPr>
        <p:spPr>
          <a:xfrm xmlns:a="http://schemas.openxmlformats.org/drawingml/2006/main">
            <a:off x="4953000" y="23431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Find the right standard quickly</a:t>
            </a:r>
          </a:p>
        </p:txBody>
      </p:sp>
      <p:sp>
        <p:nvSpPr>
          <p:cNvPr id="18" name="">
            <a:extLst xmlns:a="http://schemas.openxmlformats.org/drawingml/2006/main">
              <a:ext uri="{FF2B5EF4-FFF2-40B4-BE49-F238E27FC236}">
                <a16:creationId xmlns:a16="http://schemas.microsoft.com/office/drawing/2014/main" id="{B47DEE13-5CF9-4696-9DFF-8A555A95D8AD}"/>
              </a:ext>
            </a:extLst>
          </p:cNvPr>
          <p:cNvSpPr>
            <a:spLocks xmlns:a="http://schemas.openxmlformats.org/drawingml/2006/main" noGrp="1"/>
          </p:cNvSpPr>
          <p:nvPr/>
        </p:nvSpPr>
        <p:spPr>
          <a:xfrm xmlns:a="http://schemas.openxmlformats.org/drawingml/2006/main">
            <a:off x="9525000" y="23431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20, 33</a:t>
            </a:r>
          </a:p>
        </p:txBody>
      </p:sp>
      <p:sp>
        <p:nvSpPr>
          <p:cNvPr id="19" name="">
            <a:extLst xmlns:a="http://schemas.openxmlformats.org/drawingml/2006/main">
              <a:ext uri="{FF2B5EF4-FFF2-40B4-BE49-F238E27FC236}">
                <a16:creationId xmlns:a16="http://schemas.microsoft.com/office/drawing/2014/main" id="{6F5566C2-04DB-407F-96CE-05396AE28F74}"/>
              </a:ext>
            </a:extLst>
          </p:cNvPr>
          <p:cNvSpPr>
            <a:spLocks xmlns:a="http://schemas.openxmlformats.org/drawingml/2006/main" noGrp="1"/>
          </p:cNvSpPr>
          <p:nvPr/>
        </p:nvSpPr>
        <p:spPr>
          <a:xfrm xmlns:a="http://schemas.openxmlformats.org/drawingml/2006/main">
            <a:off x="10668000" y="23431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0" name="">
            <a:extLst xmlns:a="http://schemas.openxmlformats.org/drawingml/2006/main">
              <a:ext uri="{FF2B5EF4-FFF2-40B4-BE49-F238E27FC236}">
                <a16:creationId xmlns:a16="http://schemas.microsoft.com/office/drawing/2014/main" id="{7949A368-D40F-4A6E-A374-4228EBDDD371}"/>
              </a:ext>
            </a:extLst>
          </p:cNvPr>
          <p:cNvSpPr>
            <a:spLocks xmlns:a="http://schemas.openxmlformats.org/drawingml/2006/main" noGrp="1"/>
          </p:cNvSpPr>
          <p:nvPr/>
        </p:nvSpPr>
        <p:spPr>
          <a:xfrm xmlns:a="http://schemas.openxmlformats.org/drawingml/2006/main">
            <a:off x="609600" y="26765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51552F-0C92-4055-9B65-8E027666F16E}"/>
              </a:ext>
            </a:extLst>
          </p:cNvPr>
          <p:cNvSpPr>
            <a:spLocks xmlns:a="http://schemas.openxmlformats.org/drawingml/2006/main" noGrp="1"/>
          </p:cNvSpPr>
          <p:nvPr/>
        </p:nvSpPr>
        <p:spPr>
          <a:xfrm xmlns:a="http://schemas.openxmlformats.org/drawingml/2006/main">
            <a:off x="723900" y="27527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Create and save Draft</a:t>
            </a:r>
          </a:p>
        </p:txBody>
      </p:sp>
      <p:sp>
        <p:nvSpPr>
          <p:cNvPr id="22" name="">
            <a:extLst xmlns:a="http://schemas.openxmlformats.org/drawingml/2006/main">
              <a:ext uri="{FF2B5EF4-FFF2-40B4-BE49-F238E27FC236}">
                <a16:creationId xmlns:a16="http://schemas.microsoft.com/office/drawing/2014/main" id="{02A01D0E-8A09-4919-BF88-E984746AFAA0}"/>
              </a:ext>
            </a:extLst>
          </p:cNvPr>
          <p:cNvSpPr>
            <a:spLocks xmlns:a="http://schemas.openxmlformats.org/drawingml/2006/main" noGrp="1"/>
          </p:cNvSpPr>
          <p:nvPr/>
        </p:nvSpPr>
        <p:spPr>
          <a:xfrm xmlns:a="http://schemas.openxmlformats.org/drawingml/2006/main">
            <a:off x="4953000" y="27527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Develop safely before publication</a:t>
            </a:r>
          </a:p>
        </p:txBody>
      </p:sp>
      <p:sp>
        <p:nvSpPr>
          <p:cNvPr id="23" name="">
            <a:extLst xmlns:a="http://schemas.openxmlformats.org/drawingml/2006/main">
              <a:ext uri="{FF2B5EF4-FFF2-40B4-BE49-F238E27FC236}">
                <a16:creationId xmlns:a16="http://schemas.microsoft.com/office/drawing/2014/main" id="{6970EF62-A48D-4DBA-BF93-FEAB711880FB}"/>
              </a:ext>
            </a:extLst>
          </p:cNvPr>
          <p:cNvSpPr>
            <a:spLocks xmlns:a="http://schemas.openxmlformats.org/drawingml/2006/main" noGrp="1"/>
          </p:cNvSpPr>
          <p:nvPr/>
        </p:nvSpPr>
        <p:spPr>
          <a:xfrm xmlns:a="http://schemas.openxmlformats.org/drawingml/2006/main">
            <a:off x="9525000" y="27527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7, 13</a:t>
            </a:r>
          </a:p>
        </p:txBody>
      </p:sp>
      <p:sp>
        <p:nvSpPr>
          <p:cNvPr id="24" name="">
            <a:extLst xmlns:a="http://schemas.openxmlformats.org/drawingml/2006/main">
              <a:ext uri="{FF2B5EF4-FFF2-40B4-BE49-F238E27FC236}">
                <a16:creationId xmlns:a16="http://schemas.microsoft.com/office/drawing/2014/main" id="{92B06BF4-5AD1-44EF-A7D5-301BA5D082A6}"/>
              </a:ext>
            </a:extLst>
          </p:cNvPr>
          <p:cNvSpPr>
            <a:spLocks xmlns:a="http://schemas.openxmlformats.org/drawingml/2006/main" noGrp="1"/>
          </p:cNvSpPr>
          <p:nvPr/>
        </p:nvSpPr>
        <p:spPr>
          <a:xfrm xmlns:a="http://schemas.openxmlformats.org/drawingml/2006/main">
            <a:off x="10668000" y="27527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5" name="">
            <a:extLst xmlns:a="http://schemas.openxmlformats.org/drawingml/2006/main">
              <a:ext uri="{FF2B5EF4-FFF2-40B4-BE49-F238E27FC236}">
                <a16:creationId xmlns:a16="http://schemas.microsoft.com/office/drawing/2014/main" id="{3B5D7200-17A6-4372-BED9-74FD642F801E}"/>
              </a:ext>
            </a:extLst>
          </p:cNvPr>
          <p:cNvSpPr>
            <a:spLocks xmlns:a="http://schemas.openxmlformats.org/drawingml/2006/main" noGrp="1"/>
          </p:cNvSpPr>
          <p:nvPr/>
        </p:nvSpPr>
        <p:spPr>
          <a:xfrm xmlns:a="http://schemas.openxmlformats.org/drawingml/2006/main">
            <a:off x="723900" y="31623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Template preview</a:t>
            </a:r>
          </a:p>
        </p:txBody>
      </p:sp>
      <p:sp>
        <p:nvSpPr>
          <p:cNvPr id="26" name="">
            <a:extLst xmlns:a="http://schemas.openxmlformats.org/drawingml/2006/main">
              <a:ext uri="{FF2B5EF4-FFF2-40B4-BE49-F238E27FC236}">
                <a16:creationId xmlns:a16="http://schemas.microsoft.com/office/drawing/2014/main" id="{477FF950-ABB2-4B95-932D-D9622533B063}"/>
              </a:ext>
            </a:extLst>
          </p:cNvPr>
          <p:cNvSpPr>
            <a:spLocks xmlns:a="http://schemas.openxmlformats.org/drawingml/2006/main" noGrp="1"/>
          </p:cNvSpPr>
          <p:nvPr/>
        </p:nvSpPr>
        <p:spPr>
          <a:xfrm xmlns:a="http://schemas.openxmlformats.org/drawingml/2006/main">
            <a:off x="4953000" y="31623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Validate the experience before release</a:t>
            </a:r>
          </a:p>
        </p:txBody>
      </p:sp>
      <p:sp>
        <p:nvSpPr>
          <p:cNvPr id="27" name="">
            <a:extLst xmlns:a="http://schemas.openxmlformats.org/drawingml/2006/main">
              <a:ext uri="{FF2B5EF4-FFF2-40B4-BE49-F238E27FC236}">
                <a16:creationId xmlns:a16="http://schemas.microsoft.com/office/drawing/2014/main" id="{A4873916-F5B3-42D0-9E5F-983D1BECD80F}"/>
              </a:ext>
            </a:extLst>
          </p:cNvPr>
          <p:cNvSpPr>
            <a:spLocks xmlns:a="http://schemas.openxmlformats.org/drawingml/2006/main" noGrp="1"/>
          </p:cNvSpPr>
          <p:nvPr/>
        </p:nvSpPr>
        <p:spPr>
          <a:xfrm xmlns:a="http://schemas.openxmlformats.org/drawingml/2006/main">
            <a:off x="9525000" y="316230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7, 27</a:t>
            </a:r>
          </a:p>
        </p:txBody>
      </p:sp>
      <p:sp>
        <p:nvSpPr>
          <p:cNvPr id="28" name="">
            <a:extLst xmlns:a="http://schemas.openxmlformats.org/drawingml/2006/main">
              <a:ext uri="{FF2B5EF4-FFF2-40B4-BE49-F238E27FC236}">
                <a16:creationId xmlns:a16="http://schemas.microsoft.com/office/drawing/2014/main" id="{70A93C15-3019-47D6-8E3F-07298D5A0E87}"/>
              </a:ext>
            </a:extLst>
          </p:cNvPr>
          <p:cNvSpPr>
            <a:spLocks xmlns:a="http://schemas.openxmlformats.org/drawingml/2006/main" noGrp="1"/>
          </p:cNvSpPr>
          <p:nvPr/>
        </p:nvSpPr>
        <p:spPr>
          <a:xfrm xmlns:a="http://schemas.openxmlformats.org/drawingml/2006/main">
            <a:off x="10668000" y="31623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9" name="">
            <a:extLst xmlns:a="http://schemas.openxmlformats.org/drawingml/2006/main">
              <a:ext uri="{FF2B5EF4-FFF2-40B4-BE49-F238E27FC236}">
                <a16:creationId xmlns:a16="http://schemas.microsoft.com/office/drawing/2014/main" id="{DC4C74E8-D293-4B20-8CC4-5C86E9F60ADE}"/>
              </a:ext>
            </a:extLst>
          </p:cNvPr>
          <p:cNvSpPr>
            <a:spLocks xmlns:a="http://schemas.openxmlformats.org/drawingml/2006/main" noGrp="1"/>
          </p:cNvSpPr>
          <p:nvPr/>
        </p:nvSpPr>
        <p:spPr>
          <a:xfrm xmlns:a="http://schemas.openxmlformats.org/drawingml/2006/main">
            <a:off x="609600" y="34956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3DF0F57-3401-4284-A59E-9E8491911334}"/>
              </a:ext>
            </a:extLst>
          </p:cNvPr>
          <p:cNvSpPr>
            <a:spLocks xmlns:a="http://schemas.openxmlformats.org/drawingml/2006/main" noGrp="1"/>
          </p:cNvSpPr>
          <p:nvPr/>
        </p:nvSpPr>
        <p:spPr>
          <a:xfrm xmlns:a="http://schemas.openxmlformats.org/drawingml/2006/main">
            <a:off x="723900" y="35718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Sections and drag/drop</a:t>
            </a:r>
          </a:p>
        </p:txBody>
      </p:sp>
      <p:sp>
        <p:nvSpPr>
          <p:cNvPr id="31" name="">
            <a:extLst xmlns:a="http://schemas.openxmlformats.org/drawingml/2006/main">
              <a:ext uri="{FF2B5EF4-FFF2-40B4-BE49-F238E27FC236}">
                <a16:creationId xmlns:a16="http://schemas.microsoft.com/office/drawing/2014/main" id="{6483796C-12F5-4E01-B1B5-78A8D8FFB15C}"/>
              </a:ext>
            </a:extLst>
          </p:cNvPr>
          <p:cNvSpPr>
            <a:spLocks xmlns:a="http://schemas.openxmlformats.org/drawingml/2006/main" noGrp="1"/>
          </p:cNvSpPr>
          <p:nvPr/>
        </p:nvSpPr>
        <p:spPr>
          <a:xfrm xmlns:a="http://schemas.openxmlformats.org/drawingml/2006/main">
            <a:off x="4953000" y="35718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Assemble structured reports quickly</a:t>
            </a:r>
          </a:p>
        </p:txBody>
      </p:sp>
      <p:sp>
        <p:nvSpPr>
          <p:cNvPr id="32" name="">
            <a:extLst xmlns:a="http://schemas.openxmlformats.org/drawingml/2006/main">
              <a:ext uri="{FF2B5EF4-FFF2-40B4-BE49-F238E27FC236}">
                <a16:creationId xmlns:a16="http://schemas.microsoft.com/office/drawing/2014/main" id="{5D960D77-FE46-4254-824A-13FDCDCF17FA}"/>
              </a:ext>
            </a:extLst>
          </p:cNvPr>
          <p:cNvSpPr>
            <a:spLocks xmlns:a="http://schemas.openxmlformats.org/drawingml/2006/main" noGrp="1"/>
          </p:cNvSpPr>
          <p:nvPr/>
        </p:nvSpPr>
        <p:spPr>
          <a:xfrm xmlns:a="http://schemas.openxmlformats.org/drawingml/2006/main">
            <a:off x="9525000" y="35718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7, 27</a:t>
            </a:r>
          </a:p>
        </p:txBody>
      </p:sp>
      <p:sp>
        <p:nvSpPr>
          <p:cNvPr id="33" name="">
            <a:extLst xmlns:a="http://schemas.openxmlformats.org/drawingml/2006/main">
              <a:ext uri="{FF2B5EF4-FFF2-40B4-BE49-F238E27FC236}">
                <a16:creationId xmlns:a16="http://schemas.microsoft.com/office/drawing/2014/main" id="{3DC21B31-5C31-49BD-8EE8-71941623D19B}"/>
              </a:ext>
            </a:extLst>
          </p:cNvPr>
          <p:cNvSpPr>
            <a:spLocks xmlns:a="http://schemas.openxmlformats.org/drawingml/2006/main" noGrp="1"/>
          </p:cNvSpPr>
          <p:nvPr/>
        </p:nvSpPr>
        <p:spPr>
          <a:xfrm xmlns:a="http://schemas.openxmlformats.org/drawingml/2006/main">
            <a:off x="10668000" y="35718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34" name="">
            <a:extLst xmlns:a="http://schemas.openxmlformats.org/drawingml/2006/main">
              <a:ext uri="{FF2B5EF4-FFF2-40B4-BE49-F238E27FC236}">
                <a16:creationId xmlns:a16="http://schemas.microsoft.com/office/drawing/2014/main" id="{F9AA1451-31A6-4ED6-AE0B-61B3A1D54E0C}"/>
              </a:ext>
            </a:extLst>
          </p:cNvPr>
          <p:cNvSpPr>
            <a:spLocks xmlns:a="http://schemas.openxmlformats.org/drawingml/2006/main" noGrp="1"/>
          </p:cNvSpPr>
          <p:nvPr/>
        </p:nvSpPr>
        <p:spPr>
          <a:xfrm xmlns:a="http://schemas.openxmlformats.org/drawingml/2006/main">
            <a:off x="723900" y="39814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23-element system</a:t>
            </a:r>
          </a:p>
        </p:txBody>
      </p:sp>
      <p:sp>
        <p:nvSpPr>
          <p:cNvPr id="35" name="">
            <a:extLst xmlns:a="http://schemas.openxmlformats.org/drawingml/2006/main">
              <a:ext uri="{FF2B5EF4-FFF2-40B4-BE49-F238E27FC236}">
                <a16:creationId xmlns:a16="http://schemas.microsoft.com/office/drawing/2014/main" id="{58CA2A2A-A327-44B3-8DEA-E838EA0DF68C}"/>
              </a:ext>
            </a:extLst>
          </p:cNvPr>
          <p:cNvSpPr>
            <a:spLocks xmlns:a="http://schemas.openxmlformats.org/drawingml/2006/main" noGrp="1"/>
          </p:cNvSpPr>
          <p:nvPr/>
        </p:nvSpPr>
        <p:spPr>
          <a:xfrm xmlns:a="http://schemas.openxmlformats.org/drawingml/2006/main">
            <a:off x="4953000" y="39814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Support simple through advanced reporting</a:t>
            </a:r>
          </a:p>
        </p:txBody>
      </p:sp>
      <p:sp>
        <p:nvSpPr>
          <p:cNvPr id="36" name="">
            <a:extLst xmlns:a="http://schemas.openxmlformats.org/drawingml/2006/main">
              <a:ext uri="{FF2B5EF4-FFF2-40B4-BE49-F238E27FC236}">
                <a16:creationId xmlns:a16="http://schemas.microsoft.com/office/drawing/2014/main" id="{A1D930E3-B6BC-477A-BC3E-9A3BE4EFC8B0}"/>
              </a:ext>
            </a:extLst>
          </p:cNvPr>
          <p:cNvSpPr>
            <a:spLocks xmlns:a="http://schemas.openxmlformats.org/drawingml/2006/main" noGrp="1"/>
          </p:cNvSpPr>
          <p:nvPr/>
        </p:nvSpPr>
        <p:spPr>
          <a:xfrm xmlns:a="http://schemas.openxmlformats.org/drawingml/2006/main">
            <a:off x="9525000" y="39814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8, 28</a:t>
            </a:r>
          </a:p>
        </p:txBody>
      </p:sp>
      <p:sp>
        <p:nvSpPr>
          <p:cNvPr id="37" name="">
            <a:extLst xmlns:a="http://schemas.openxmlformats.org/drawingml/2006/main">
              <a:ext uri="{FF2B5EF4-FFF2-40B4-BE49-F238E27FC236}">
                <a16:creationId xmlns:a16="http://schemas.microsoft.com/office/drawing/2014/main" id="{731FE0A2-48F8-4C6E-827E-3C44766C2043}"/>
              </a:ext>
            </a:extLst>
          </p:cNvPr>
          <p:cNvSpPr>
            <a:spLocks xmlns:a="http://schemas.openxmlformats.org/drawingml/2006/main" noGrp="1"/>
          </p:cNvSpPr>
          <p:nvPr/>
        </p:nvSpPr>
        <p:spPr>
          <a:xfrm xmlns:a="http://schemas.openxmlformats.org/drawingml/2006/main">
            <a:off x="10668000" y="39814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38" name="">
            <a:extLst xmlns:a="http://schemas.openxmlformats.org/drawingml/2006/main">
              <a:ext uri="{FF2B5EF4-FFF2-40B4-BE49-F238E27FC236}">
                <a16:creationId xmlns:a16="http://schemas.microsoft.com/office/drawing/2014/main" id="{94CFE838-8ACF-44AD-B31F-60B7988FA82E}"/>
              </a:ext>
            </a:extLst>
          </p:cNvPr>
          <p:cNvSpPr>
            <a:spLocks xmlns:a="http://schemas.openxmlformats.org/drawingml/2006/main" noGrp="1"/>
          </p:cNvSpPr>
          <p:nvPr/>
        </p:nvSpPr>
        <p:spPr>
          <a:xfrm xmlns:a="http://schemas.openxmlformats.org/drawingml/2006/main">
            <a:off x="609600" y="43148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84F5628-12D2-4025-A539-E36551DF89EC}"/>
              </a:ext>
            </a:extLst>
          </p:cNvPr>
          <p:cNvSpPr>
            <a:spLocks xmlns:a="http://schemas.openxmlformats.org/drawingml/2006/main" noGrp="1"/>
          </p:cNvSpPr>
          <p:nvPr/>
        </p:nvSpPr>
        <p:spPr>
          <a:xfrm xmlns:a="http://schemas.openxmlformats.org/drawingml/2006/main">
            <a:off x="723900" y="43910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Data Fields Library</a:t>
            </a:r>
          </a:p>
        </p:txBody>
      </p:sp>
      <p:sp>
        <p:nvSpPr>
          <p:cNvPr id="40" name="">
            <a:extLst xmlns:a="http://schemas.openxmlformats.org/drawingml/2006/main">
              <a:ext uri="{FF2B5EF4-FFF2-40B4-BE49-F238E27FC236}">
                <a16:creationId xmlns:a16="http://schemas.microsoft.com/office/drawing/2014/main" id="{498D7D68-6B24-4CFA-9FA2-D92B2EAB4D0D}"/>
              </a:ext>
            </a:extLst>
          </p:cNvPr>
          <p:cNvSpPr>
            <a:spLocks xmlns:a="http://schemas.openxmlformats.org/drawingml/2006/main" noGrp="1"/>
          </p:cNvSpPr>
          <p:nvPr/>
        </p:nvSpPr>
        <p:spPr>
          <a:xfrm xmlns:a="http://schemas.openxmlformats.org/drawingml/2006/main">
            <a:off x="4953000" y="43910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Reuse ready-made business inputs</a:t>
            </a:r>
          </a:p>
        </p:txBody>
      </p:sp>
      <p:sp>
        <p:nvSpPr>
          <p:cNvPr id="41" name="">
            <a:extLst xmlns:a="http://schemas.openxmlformats.org/drawingml/2006/main">
              <a:ext uri="{FF2B5EF4-FFF2-40B4-BE49-F238E27FC236}">
                <a16:creationId xmlns:a16="http://schemas.microsoft.com/office/drawing/2014/main" id="{71A1B457-F362-47B3-8DFF-E990A95DDD09}"/>
              </a:ext>
            </a:extLst>
          </p:cNvPr>
          <p:cNvSpPr>
            <a:spLocks xmlns:a="http://schemas.openxmlformats.org/drawingml/2006/main" noGrp="1"/>
          </p:cNvSpPr>
          <p:nvPr/>
        </p:nvSpPr>
        <p:spPr>
          <a:xfrm xmlns:a="http://schemas.openxmlformats.org/drawingml/2006/main">
            <a:off x="9525000" y="43910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9, 27</a:t>
            </a:r>
          </a:p>
        </p:txBody>
      </p:sp>
      <p:sp>
        <p:nvSpPr>
          <p:cNvPr id="42" name="">
            <a:extLst xmlns:a="http://schemas.openxmlformats.org/drawingml/2006/main">
              <a:ext uri="{FF2B5EF4-FFF2-40B4-BE49-F238E27FC236}">
                <a16:creationId xmlns:a16="http://schemas.microsoft.com/office/drawing/2014/main" id="{9A39EE07-8EC8-490C-80D2-3AFA24387C43}"/>
              </a:ext>
            </a:extLst>
          </p:cNvPr>
          <p:cNvSpPr>
            <a:spLocks xmlns:a="http://schemas.openxmlformats.org/drawingml/2006/main" noGrp="1"/>
          </p:cNvSpPr>
          <p:nvPr/>
        </p:nvSpPr>
        <p:spPr>
          <a:xfrm xmlns:a="http://schemas.openxmlformats.org/drawingml/2006/main">
            <a:off x="10668000" y="43910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43" name="">
            <a:extLst xmlns:a="http://schemas.openxmlformats.org/drawingml/2006/main">
              <a:ext uri="{FF2B5EF4-FFF2-40B4-BE49-F238E27FC236}">
                <a16:creationId xmlns:a16="http://schemas.microsoft.com/office/drawing/2014/main" id="{4582BB6E-2B54-4B88-BE2B-DFE6461D1CBE}"/>
              </a:ext>
            </a:extLst>
          </p:cNvPr>
          <p:cNvSpPr>
            <a:spLocks xmlns:a="http://schemas.openxmlformats.org/drawingml/2006/main" noGrp="1"/>
          </p:cNvSpPr>
          <p:nvPr/>
        </p:nvSpPr>
        <p:spPr>
          <a:xfrm xmlns:a="http://schemas.openxmlformats.org/drawingml/2006/main">
            <a:off x="723900" y="48006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Themes</a:t>
            </a:r>
          </a:p>
        </p:txBody>
      </p:sp>
      <p:sp>
        <p:nvSpPr>
          <p:cNvPr id="44" name="">
            <a:extLst xmlns:a="http://schemas.openxmlformats.org/drawingml/2006/main">
              <a:ext uri="{FF2B5EF4-FFF2-40B4-BE49-F238E27FC236}">
                <a16:creationId xmlns:a16="http://schemas.microsoft.com/office/drawing/2014/main" id="{FB3BA588-96B4-4F9A-8279-421F3D3079D2}"/>
              </a:ext>
            </a:extLst>
          </p:cNvPr>
          <p:cNvSpPr>
            <a:spLocks xmlns:a="http://schemas.openxmlformats.org/drawingml/2006/main" noGrp="1"/>
          </p:cNvSpPr>
          <p:nvPr/>
        </p:nvSpPr>
        <p:spPr>
          <a:xfrm xmlns:a="http://schemas.openxmlformats.org/drawingml/2006/main">
            <a:off x="4953000" y="48006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Apply consistent presentation</a:t>
            </a:r>
          </a:p>
        </p:txBody>
      </p:sp>
      <p:sp>
        <p:nvSpPr>
          <p:cNvPr id="45" name="">
            <a:extLst xmlns:a="http://schemas.openxmlformats.org/drawingml/2006/main">
              <a:ext uri="{FF2B5EF4-FFF2-40B4-BE49-F238E27FC236}">
                <a16:creationId xmlns:a16="http://schemas.microsoft.com/office/drawing/2014/main" id="{94C1E216-3E95-4256-8529-993042BED832}"/>
              </a:ext>
            </a:extLst>
          </p:cNvPr>
          <p:cNvSpPr>
            <a:spLocks xmlns:a="http://schemas.openxmlformats.org/drawingml/2006/main" noGrp="1"/>
          </p:cNvSpPr>
          <p:nvPr/>
        </p:nvSpPr>
        <p:spPr>
          <a:xfrm xmlns:a="http://schemas.openxmlformats.org/drawingml/2006/main">
            <a:off x="9525000" y="480060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7, 27</a:t>
            </a:r>
          </a:p>
        </p:txBody>
      </p:sp>
      <p:sp>
        <p:nvSpPr>
          <p:cNvPr id="46" name="">
            <a:extLst xmlns:a="http://schemas.openxmlformats.org/drawingml/2006/main">
              <a:ext uri="{FF2B5EF4-FFF2-40B4-BE49-F238E27FC236}">
                <a16:creationId xmlns:a16="http://schemas.microsoft.com/office/drawing/2014/main" id="{1F66994C-27FC-4F45-89AE-829257C7100E}"/>
              </a:ext>
            </a:extLst>
          </p:cNvPr>
          <p:cNvSpPr>
            <a:spLocks xmlns:a="http://schemas.openxmlformats.org/drawingml/2006/main" noGrp="1"/>
          </p:cNvSpPr>
          <p:nvPr/>
        </p:nvSpPr>
        <p:spPr>
          <a:xfrm xmlns:a="http://schemas.openxmlformats.org/drawingml/2006/main">
            <a:off x="10668000" y="48006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47" name="">
            <a:extLst xmlns:a="http://schemas.openxmlformats.org/drawingml/2006/main">
              <a:ext uri="{FF2B5EF4-FFF2-40B4-BE49-F238E27FC236}">
                <a16:creationId xmlns:a16="http://schemas.microsoft.com/office/drawing/2014/main" id="{2C600A96-A2B9-4F83-A530-55686A3A0FCB}"/>
              </a:ext>
            </a:extLst>
          </p:cNvPr>
          <p:cNvSpPr>
            <a:spLocks xmlns:a="http://schemas.openxmlformats.org/drawingml/2006/main" noGrp="1"/>
          </p:cNvSpPr>
          <p:nvPr/>
        </p:nvSpPr>
        <p:spPr>
          <a:xfrm xmlns:a="http://schemas.openxmlformats.org/drawingml/2006/main">
            <a:off x="609600" y="51339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92EB11FD-7947-4FDA-979E-09916AA1F0DF}"/>
              </a:ext>
            </a:extLst>
          </p:cNvPr>
          <p:cNvSpPr>
            <a:spLocks xmlns:a="http://schemas.openxmlformats.org/drawingml/2006/main" noGrp="1"/>
          </p:cNvSpPr>
          <p:nvPr/>
        </p:nvSpPr>
        <p:spPr>
          <a:xfrm xmlns:a="http://schemas.openxmlformats.org/drawingml/2006/main">
            <a:off x="723900" y="52101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Rules and calculations</a:t>
            </a:r>
          </a:p>
        </p:txBody>
      </p:sp>
      <p:sp>
        <p:nvSpPr>
          <p:cNvPr id="49" name="">
            <a:extLst xmlns:a="http://schemas.openxmlformats.org/drawingml/2006/main">
              <a:ext uri="{FF2B5EF4-FFF2-40B4-BE49-F238E27FC236}">
                <a16:creationId xmlns:a16="http://schemas.microsoft.com/office/drawing/2014/main" id="{DD4A9950-D800-4410-9071-C72F76A7EFF3}"/>
              </a:ext>
            </a:extLst>
          </p:cNvPr>
          <p:cNvSpPr>
            <a:spLocks xmlns:a="http://schemas.openxmlformats.org/drawingml/2006/main" noGrp="1"/>
          </p:cNvSpPr>
          <p:nvPr/>
        </p:nvSpPr>
        <p:spPr>
          <a:xfrm xmlns:a="http://schemas.openxmlformats.org/drawingml/2006/main">
            <a:off x="4953000" y="52101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Guide visibility and derived values</a:t>
            </a:r>
          </a:p>
        </p:txBody>
      </p:sp>
      <p:sp>
        <p:nvSpPr>
          <p:cNvPr id="50" name="">
            <a:extLst xmlns:a="http://schemas.openxmlformats.org/drawingml/2006/main">
              <a:ext uri="{FF2B5EF4-FFF2-40B4-BE49-F238E27FC236}">
                <a16:creationId xmlns:a16="http://schemas.microsoft.com/office/drawing/2014/main" id="{139BA275-4A6E-4B60-AFB5-CAB1BDAE4169}"/>
              </a:ext>
            </a:extLst>
          </p:cNvPr>
          <p:cNvSpPr>
            <a:spLocks xmlns:a="http://schemas.openxmlformats.org/drawingml/2006/main" noGrp="1"/>
          </p:cNvSpPr>
          <p:nvPr/>
        </p:nvSpPr>
        <p:spPr>
          <a:xfrm xmlns:a="http://schemas.openxmlformats.org/drawingml/2006/main">
            <a:off x="9525000" y="52101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14, 27</a:t>
            </a:r>
          </a:p>
        </p:txBody>
      </p:sp>
      <p:sp>
        <p:nvSpPr>
          <p:cNvPr id="51" name="">
            <a:extLst xmlns:a="http://schemas.openxmlformats.org/drawingml/2006/main">
              <a:ext uri="{FF2B5EF4-FFF2-40B4-BE49-F238E27FC236}">
                <a16:creationId xmlns:a16="http://schemas.microsoft.com/office/drawing/2014/main" id="{D88C4413-9549-4E91-A37B-5DDE9443EA83}"/>
              </a:ext>
            </a:extLst>
          </p:cNvPr>
          <p:cNvSpPr>
            <a:spLocks xmlns:a="http://schemas.openxmlformats.org/drawingml/2006/main" noGrp="1"/>
          </p:cNvSpPr>
          <p:nvPr/>
        </p:nvSpPr>
        <p:spPr>
          <a:xfrm xmlns:a="http://schemas.openxmlformats.org/drawingml/2006/main">
            <a:off x="10668000" y="52101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52" name="">
            <a:extLst xmlns:a="http://schemas.openxmlformats.org/drawingml/2006/main">
              <a:ext uri="{FF2B5EF4-FFF2-40B4-BE49-F238E27FC236}">
                <a16:creationId xmlns:a16="http://schemas.microsoft.com/office/drawing/2014/main" id="{7C01BA37-756C-4099-9DC2-BA06C1B83665}"/>
              </a:ext>
            </a:extLst>
          </p:cNvPr>
          <p:cNvSpPr>
            <a:spLocks xmlns:a="http://schemas.openxmlformats.org/drawingml/2006/main" noGrp="1"/>
          </p:cNvSpPr>
          <p:nvPr/>
        </p:nvSpPr>
        <p:spPr>
          <a:xfrm xmlns:a="http://schemas.openxmlformats.org/drawingml/2006/main">
            <a:off x="723900" y="56197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JSON template import</a:t>
            </a:r>
          </a:p>
        </p:txBody>
      </p:sp>
      <p:sp>
        <p:nvSpPr>
          <p:cNvPr id="53" name="">
            <a:extLst xmlns:a="http://schemas.openxmlformats.org/drawingml/2006/main">
              <a:ext uri="{FF2B5EF4-FFF2-40B4-BE49-F238E27FC236}">
                <a16:creationId xmlns:a16="http://schemas.microsoft.com/office/drawing/2014/main" id="{395AC468-4A5E-4543-B1FE-8630EF854E1C}"/>
              </a:ext>
            </a:extLst>
          </p:cNvPr>
          <p:cNvSpPr>
            <a:spLocks xmlns:a="http://schemas.openxmlformats.org/drawingml/2006/main" noGrp="1"/>
          </p:cNvSpPr>
          <p:nvPr/>
        </p:nvSpPr>
        <p:spPr>
          <a:xfrm xmlns:a="http://schemas.openxmlformats.org/drawingml/2006/main">
            <a:off x="4953000" y="56197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Reuse a structured template definition</a:t>
            </a:r>
          </a:p>
        </p:txBody>
      </p:sp>
      <p:sp>
        <p:nvSpPr>
          <p:cNvPr id="54" name="">
            <a:extLst xmlns:a="http://schemas.openxmlformats.org/drawingml/2006/main">
              <a:ext uri="{FF2B5EF4-FFF2-40B4-BE49-F238E27FC236}">
                <a16:creationId xmlns:a16="http://schemas.microsoft.com/office/drawing/2014/main" id="{F20D40FF-DCA6-4676-B382-AF3DFE7C962A}"/>
              </a:ext>
            </a:extLst>
          </p:cNvPr>
          <p:cNvSpPr>
            <a:spLocks xmlns:a="http://schemas.openxmlformats.org/drawingml/2006/main" noGrp="1"/>
          </p:cNvSpPr>
          <p:nvPr/>
        </p:nvSpPr>
        <p:spPr>
          <a:xfrm xmlns:a="http://schemas.openxmlformats.org/drawingml/2006/main">
            <a:off x="9525000" y="5619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27</a:t>
            </a:r>
          </a:p>
        </p:txBody>
      </p:sp>
      <p:sp>
        <p:nvSpPr>
          <p:cNvPr id="55" name="">
            <a:extLst xmlns:a="http://schemas.openxmlformats.org/drawingml/2006/main">
              <a:ext uri="{FF2B5EF4-FFF2-40B4-BE49-F238E27FC236}">
                <a16:creationId xmlns:a16="http://schemas.microsoft.com/office/drawing/2014/main" id="{F6CC8014-B6A8-48B3-A79B-54C2A3D9025C}"/>
              </a:ext>
            </a:extLst>
          </p:cNvPr>
          <p:cNvSpPr>
            <a:spLocks xmlns:a="http://schemas.openxmlformats.org/drawingml/2006/main" noGrp="1"/>
          </p:cNvSpPr>
          <p:nvPr/>
        </p:nvSpPr>
        <p:spPr>
          <a:xfrm xmlns:a="http://schemas.openxmlformats.org/drawingml/2006/main">
            <a:off x="10668000" y="56197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56" name="">
            <a:extLst xmlns:a="http://schemas.openxmlformats.org/drawingml/2006/main">
              <a:ext uri="{FF2B5EF4-FFF2-40B4-BE49-F238E27FC236}">
                <a16:creationId xmlns:a16="http://schemas.microsoft.com/office/drawing/2014/main" id="{1546C948-654E-436E-BFB8-7F2D3FAB222A}"/>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4D1DC02D-E8A2-4768-9A46-385EBE3717D1}"/>
              </a:ext>
            </a:extLst>
          </p:cNvPr>
          <p:cNvSpPr>
            <a:spLocks xmlns:a="http://schemas.openxmlformats.org/drawingml/2006/main" noGrp="1"/>
          </p:cNvSpPr>
          <p:nvPr/>
        </p:nvSpPr>
        <p:spPr>
          <a:xfrm xmlns:a="http://schemas.openxmlformats.org/drawingml/2006/main">
            <a:off x="723900" y="60293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Workflow design &amp; simulation</a:t>
            </a:r>
          </a:p>
        </p:txBody>
      </p:sp>
      <p:sp>
        <p:nvSpPr>
          <p:cNvPr id="58" name="">
            <a:extLst xmlns:a="http://schemas.openxmlformats.org/drawingml/2006/main">
              <a:ext uri="{FF2B5EF4-FFF2-40B4-BE49-F238E27FC236}">
                <a16:creationId xmlns:a16="http://schemas.microsoft.com/office/drawing/2014/main" id="{0D99335A-03A4-4411-8FFF-E4C63583DA37}"/>
              </a:ext>
            </a:extLst>
          </p:cNvPr>
          <p:cNvSpPr>
            <a:spLocks xmlns:a="http://schemas.openxmlformats.org/drawingml/2006/main" noGrp="1"/>
          </p:cNvSpPr>
          <p:nvPr/>
        </p:nvSpPr>
        <p:spPr>
          <a:xfrm xmlns:a="http://schemas.openxmlformats.org/drawingml/2006/main">
            <a:off x="4953000" y="60293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Model routing in the current design surface</a:t>
            </a:r>
          </a:p>
        </p:txBody>
      </p:sp>
      <p:sp>
        <p:nvSpPr>
          <p:cNvPr id="59" name="">
            <a:extLst xmlns:a="http://schemas.openxmlformats.org/drawingml/2006/main">
              <a:ext uri="{FF2B5EF4-FFF2-40B4-BE49-F238E27FC236}">
                <a16:creationId xmlns:a16="http://schemas.microsoft.com/office/drawing/2014/main" id="{9DDFBE13-770C-4A9E-B07F-898B3C8BE360}"/>
              </a:ext>
            </a:extLst>
          </p:cNvPr>
          <p:cNvSpPr>
            <a:spLocks xmlns:a="http://schemas.openxmlformats.org/drawingml/2006/main" noGrp="1"/>
          </p:cNvSpPr>
          <p:nvPr/>
        </p:nvSpPr>
        <p:spPr>
          <a:xfrm xmlns:a="http://schemas.openxmlformats.org/drawingml/2006/main">
            <a:off x="9525000" y="60293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7, 27</a:t>
            </a:r>
          </a:p>
        </p:txBody>
      </p:sp>
      <p:sp>
        <p:nvSpPr>
          <p:cNvPr id="60" name="">
            <a:extLst xmlns:a="http://schemas.openxmlformats.org/drawingml/2006/main">
              <a:ext uri="{FF2B5EF4-FFF2-40B4-BE49-F238E27FC236}">
                <a16:creationId xmlns:a16="http://schemas.microsoft.com/office/drawing/2014/main" id="{A7DB0E85-14EC-4FAF-86AF-36BD442597F8}"/>
              </a:ext>
            </a:extLst>
          </p:cNvPr>
          <p:cNvSpPr>
            <a:spLocks xmlns:a="http://schemas.openxmlformats.org/drawingml/2006/main" noGrp="1"/>
          </p:cNvSpPr>
          <p:nvPr/>
        </p:nvSpPr>
        <p:spPr>
          <a:xfrm xmlns:a="http://schemas.openxmlformats.org/drawingml/2006/main">
            <a:off x="10668000" y="60293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Tree>
    <p:extLst>
      <p:ext uri="{BB962C8B-B14F-4D97-AF65-F5344CB8AC3E}">
        <p14:creationId xmlns:p14="http://schemas.microsoft.com/office/powerpoint/2010/main" val="1695774230"/>
      </p:ext>
    </p:extLst>
  </p:cSld>
</p:sld>
</file>

<file path=ppt/slides/slide36.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61E59EB0-1794-434B-9B7C-1F8F67A8D5F4}"/>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FEATURE COVERAGE MATRIX</a:t>
            </a:r>
          </a:p>
        </p:txBody>
      </p:sp>
      <p:sp>
        <p:nvSpPr>
          <p:cNvPr id="2" name="slide-title-36">
            <a:extLst xmlns:a="http://schemas.openxmlformats.org/drawingml/2006/main">
              <a:ext uri="{FF2B5EF4-FFF2-40B4-BE49-F238E27FC236}">
                <a16:creationId xmlns:a16="http://schemas.microsoft.com/office/drawing/2014/main" id="{7941F838-99BA-4038-B633-9ADDE1262D90}"/>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Coverage 2 of 4 — Governance and Reports</a:t>
            </a:r>
          </a:p>
        </p:txBody>
      </p:sp>
      <p:sp>
        <p:nvSpPr>
          <p:cNvPr id="3" name="">
            <a:extLst xmlns:a="http://schemas.openxmlformats.org/drawingml/2006/main">
              <a:ext uri="{FF2B5EF4-FFF2-40B4-BE49-F238E27FC236}">
                <a16:creationId xmlns:a16="http://schemas.microsoft.com/office/drawing/2014/main" id="{BACA5194-1F06-47EB-A0E1-8DBD520128F4}"/>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36</a:t>
            </a:r>
          </a:p>
        </p:txBody>
      </p:sp>
      <p:sp>
        <p:nvSpPr>
          <p:cNvPr id="4" name="">
            <a:extLst xmlns:a="http://schemas.openxmlformats.org/drawingml/2006/main">
              <a:ext uri="{FF2B5EF4-FFF2-40B4-BE49-F238E27FC236}">
                <a16:creationId xmlns:a16="http://schemas.microsoft.com/office/drawing/2014/main" id="{8846C9F0-9437-4283-8C7A-343A157253E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53586003-34B9-43C8-B80B-56A20D253A2A}"/>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C2CCDF96-5591-41D6-8A23-A23483312BC2}"/>
              </a:ext>
            </a:extLst>
          </p:cNvPr>
          <p:cNvSpPr>
            <a:spLocks xmlns:a="http://schemas.openxmlformats.org/drawingml/2006/main" noGrp="1"/>
          </p:cNvSpPr>
          <p:nvPr/>
        </p:nvSpPr>
        <p:spPr>
          <a:xfrm xmlns:a="http://schemas.openxmlformats.org/drawingml/2006/main">
            <a:off x="66675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FEATURE</a:t>
            </a:r>
          </a:p>
        </p:txBody>
      </p:sp>
      <p:sp>
        <p:nvSpPr>
          <p:cNvPr id="7" name="">
            <a:extLst xmlns:a="http://schemas.openxmlformats.org/drawingml/2006/main">
              <a:ext uri="{FF2B5EF4-FFF2-40B4-BE49-F238E27FC236}">
                <a16:creationId xmlns:a16="http://schemas.microsoft.com/office/drawing/2014/main" id="{D85A1B1B-5153-4C97-BF83-6F7F83686308}"/>
              </a:ext>
            </a:extLst>
          </p:cNvPr>
          <p:cNvSpPr>
            <a:spLocks xmlns:a="http://schemas.openxmlformats.org/drawingml/2006/main" noGrp="1"/>
          </p:cNvSpPr>
          <p:nvPr/>
        </p:nvSpPr>
        <p:spPr>
          <a:xfrm xmlns:a="http://schemas.openxmlformats.org/drawingml/2006/main">
            <a:off x="495300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CUSTOMER BENEFIT</a:t>
            </a:r>
          </a:p>
        </p:txBody>
      </p:sp>
      <p:sp>
        <p:nvSpPr>
          <p:cNvPr id="8" name="">
            <a:extLst xmlns:a="http://schemas.openxmlformats.org/drawingml/2006/main">
              <a:ext uri="{FF2B5EF4-FFF2-40B4-BE49-F238E27FC236}">
                <a16:creationId xmlns:a16="http://schemas.microsoft.com/office/drawing/2014/main" id="{7B1CFA3C-66E5-4F38-AC86-3C03E6E3C283}"/>
              </a:ext>
            </a:extLst>
          </p:cNvPr>
          <p:cNvSpPr>
            <a:spLocks xmlns:a="http://schemas.openxmlformats.org/drawingml/2006/main" noGrp="1"/>
          </p:cNvSpPr>
          <p:nvPr/>
        </p:nvSpPr>
        <p:spPr>
          <a:xfrm xmlns:a="http://schemas.openxmlformats.org/drawingml/2006/main">
            <a:off x="9525000" y="150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SLIDE(S)</a:t>
            </a:r>
          </a:p>
        </p:txBody>
      </p:sp>
      <p:sp>
        <p:nvSpPr>
          <p:cNvPr id="9" name="">
            <a:extLst xmlns:a="http://schemas.openxmlformats.org/drawingml/2006/main">
              <a:ext uri="{FF2B5EF4-FFF2-40B4-BE49-F238E27FC236}">
                <a16:creationId xmlns:a16="http://schemas.microsoft.com/office/drawing/2014/main" id="{4D849172-F846-4453-B16A-740509AE5D72}"/>
              </a:ext>
            </a:extLst>
          </p:cNvPr>
          <p:cNvSpPr>
            <a:spLocks xmlns:a="http://schemas.openxmlformats.org/drawingml/2006/main" noGrp="1"/>
          </p:cNvSpPr>
          <p:nvPr/>
        </p:nvSpPr>
        <p:spPr>
          <a:xfrm xmlns:a="http://schemas.openxmlformats.org/drawingml/2006/main">
            <a:off x="10668000" y="15049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67085"/>
                </a:solidFill>
              </a:defRPr>
            </a:pPr>
            <a:r>
              <a:rPr sz="975" b="1">
                <a:solidFill>
                  <a:srgbClr val="667085"/>
                </a:solidFill>
              </a:rPr>
              <a:t>COVERED</a:t>
            </a:r>
          </a:p>
        </p:txBody>
      </p:sp>
      <p:sp>
        <p:nvSpPr>
          <p:cNvPr id="10" name="">
            <a:extLst xmlns:a="http://schemas.openxmlformats.org/drawingml/2006/main">
              <a:ext uri="{FF2B5EF4-FFF2-40B4-BE49-F238E27FC236}">
                <a16:creationId xmlns:a16="http://schemas.microsoft.com/office/drawing/2014/main" id="{9217823D-F761-41DE-BA53-CC4FF2B07492}"/>
              </a:ext>
            </a:extLst>
          </p:cNvPr>
          <p:cNvSpPr>
            <a:spLocks xmlns:a="http://schemas.openxmlformats.org/drawingml/2006/main" noGrp="1"/>
          </p:cNvSpPr>
          <p:nvPr/>
        </p:nvSpPr>
        <p:spPr>
          <a:xfrm xmlns:a="http://schemas.openxmlformats.org/drawingml/2006/main">
            <a:off x="666750" y="1781175"/>
            <a:ext cx="10858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1" name="">
            <a:extLst xmlns:a="http://schemas.openxmlformats.org/drawingml/2006/main">
              <a:ext uri="{FF2B5EF4-FFF2-40B4-BE49-F238E27FC236}">
                <a16:creationId xmlns:a16="http://schemas.microsoft.com/office/drawing/2014/main" id="{64F5649F-7E45-4135-AE58-A10DD47622D6}"/>
              </a:ext>
            </a:extLst>
          </p:cNvPr>
          <p:cNvSpPr>
            <a:spLocks xmlns:a="http://schemas.openxmlformats.org/drawingml/2006/main" noGrp="1"/>
          </p:cNvSpPr>
          <p:nvPr/>
        </p:nvSpPr>
        <p:spPr>
          <a:xfrm xmlns:a="http://schemas.openxmlformats.org/drawingml/2006/main">
            <a:off x="609600" y="18573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E1AFAE-DC4C-4327-955B-8CF677BAC177}"/>
              </a:ext>
            </a:extLst>
          </p:cNvPr>
          <p:cNvSpPr>
            <a:spLocks xmlns:a="http://schemas.openxmlformats.org/drawingml/2006/main" noGrp="1"/>
          </p:cNvSpPr>
          <p:nvPr/>
        </p:nvSpPr>
        <p:spPr>
          <a:xfrm xmlns:a="http://schemas.openxmlformats.org/drawingml/2006/main">
            <a:off x="723900" y="19335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Template governance hierarchy</a:t>
            </a:r>
          </a:p>
        </p:txBody>
      </p:sp>
      <p:sp>
        <p:nvSpPr>
          <p:cNvPr id="13" name="">
            <a:extLst xmlns:a="http://schemas.openxmlformats.org/drawingml/2006/main">
              <a:ext uri="{FF2B5EF4-FFF2-40B4-BE49-F238E27FC236}">
                <a16:creationId xmlns:a16="http://schemas.microsoft.com/office/drawing/2014/main" id="{4BBE97C4-4825-4056-91AC-60A7F4408346}"/>
              </a:ext>
            </a:extLst>
          </p:cNvPr>
          <p:cNvSpPr>
            <a:spLocks xmlns:a="http://schemas.openxmlformats.org/drawingml/2006/main" noGrp="1"/>
          </p:cNvSpPr>
          <p:nvPr/>
        </p:nvSpPr>
        <p:spPr>
          <a:xfrm xmlns:a="http://schemas.openxmlformats.org/drawingml/2006/main">
            <a:off x="4953000" y="19335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Put standards under appropriate oversight</a:t>
            </a:r>
          </a:p>
        </p:txBody>
      </p:sp>
      <p:sp>
        <p:nvSpPr>
          <p:cNvPr id="14" name="">
            <a:extLst xmlns:a="http://schemas.openxmlformats.org/drawingml/2006/main">
              <a:ext uri="{FF2B5EF4-FFF2-40B4-BE49-F238E27FC236}">
                <a16:creationId xmlns:a16="http://schemas.microsoft.com/office/drawing/2014/main" id="{F3044354-EDA5-403C-8B5F-40197FE91A07}"/>
              </a:ext>
            </a:extLst>
          </p:cNvPr>
          <p:cNvSpPr>
            <a:spLocks xmlns:a="http://schemas.openxmlformats.org/drawingml/2006/main" noGrp="1"/>
          </p:cNvSpPr>
          <p:nvPr/>
        </p:nvSpPr>
        <p:spPr>
          <a:xfrm xmlns:a="http://schemas.openxmlformats.org/drawingml/2006/main">
            <a:off x="9525000" y="19335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12</a:t>
            </a:r>
          </a:p>
        </p:txBody>
      </p:sp>
      <p:sp>
        <p:nvSpPr>
          <p:cNvPr id="15" name="">
            <a:extLst xmlns:a="http://schemas.openxmlformats.org/drawingml/2006/main">
              <a:ext uri="{FF2B5EF4-FFF2-40B4-BE49-F238E27FC236}">
                <a16:creationId xmlns:a16="http://schemas.microsoft.com/office/drawing/2014/main" id="{D3D2E8AB-8F16-45CC-901C-131047C9ED1A}"/>
              </a:ext>
            </a:extLst>
          </p:cNvPr>
          <p:cNvSpPr>
            <a:spLocks xmlns:a="http://schemas.openxmlformats.org/drawingml/2006/main" noGrp="1"/>
          </p:cNvSpPr>
          <p:nvPr/>
        </p:nvSpPr>
        <p:spPr>
          <a:xfrm xmlns:a="http://schemas.openxmlformats.org/drawingml/2006/main">
            <a:off x="10668000" y="19335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16" name="">
            <a:extLst xmlns:a="http://schemas.openxmlformats.org/drawingml/2006/main">
              <a:ext uri="{FF2B5EF4-FFF2-40B4-BE49-F238E27FC236}">
                <a16:creationId xmlns:a16="http://schemas.microsoft.com/office/drawing/2014/main" id="{627E3E6B-48C8-4E60-94BC-171F9175DFCE}"/>
              </a:ext>
            </a:extLst>
          </p:cNvPr>
          <p:cNvSpPr>
            <a:spLocks xmlns:a="http://schemas.openxmlformats.org/drawingml/2006/main" noGrp="1"/>
          </p:cNvSpPr>
          <p:nvPr/>
        </p:nvSpPr>
        <p:spPr>
          <a:xfrm xmlns:a="http://schemas.openxmlformats.org/drawingml/2006/main">
            <a:off x="723900" y="23431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Template approval &amp; rejection</a:t>
            </a:r>
          </a:p>
        </p:txBody>
      </p:sp>
      <p:sp>
        <p:nvSpPr>
          <p:cNvPr id="17" name="">
            <a:extLst xmlns:a="http://schemas.openxmlformats.org/drawingml/2006/main">
              <a:ext uri="{FF2B5EF4-FFF2-40B4-BE49-F238E27FC236}">
                <a16:creationId xmlns:a16="http://schemas.microsoft.com/office/drawing/2014/main" id="{29914641-D474-411F-A796-8F5F3F3FD141}"/>
              </a:ext>
            </a:extLst>
          </p:cNvPr>
          <p:cNvSpPr>
            <a:spLocks xmlns:a="http://schemas.openxmlformats.org/drawingml/2006/main" noGrp="1"/>
          </p:cNvSpPr>
          <p:nvPr/>
        </p:nvSpPr>
        <p:spPr>
          <a:xfrm xmlns:a="http://schemas.openxmlformats.org/drawingml/2006/main">
            <a:off x="4953000" y="23431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Record publication decisions and reasons</a:t>
            </a:r>
          </a:p>
        </p:txBody>
      </p:sp>
      <p:sp>
        <p:nvSpPr>
          <p:cNvPr id="18" name="">
            <a:extLst xmlns:a="http://schemas.openxmlformats.org/drawingml/2006/main">
              <a:ext uri="{FF2B5EF4-FFF2-40B4-BE49-F238E27FC236}">
                <a16:creationId xmlns:a16="http://schemas.microsoft.com/office/drawing/2014/main" id="{160855E2-3F14-4EE1-97CB-7AAC39E42FAC}"/>
              </a:ext>
            </a:extLst>
          </p:cNvPr>
          <p:cNvSpPr>
            <a:spLocks xmlns:a="http://schemas.openxmlformats.org/drawingml/2006/main" noGrp="1"/>
          </p:cNvSpPr>
          <p:nvPr/>
        </p:nvSpPr>
        <p:spPr>
          <a:xfrm xmlns:a="http://schemas.openxmlformats.org/drawingml/2006/main">
            <a:off x="9525000" y="23431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12, 13</a:t>
            </a:r>
          </a:p>
        </p:txBody>
      </p:sp>
      <p:sp>
        <p:nvSpPr>
          <p:cNvPr id="19" name="">
            <a:extLst xmlns:a="http://schemas.openxmlformats.org/drawingml/2006/main">
              <a:ext uri="{FF2B5EF4-FFF2-40B4-BE49-F238E27FC236}">
                <a16:creationId xmlns:a16="http://schemas.microsoft.com/office/drawing/2014/main" id="{D9B6D813-12D5-436F-A5E4-A6AACCC36EF7}"/>
              </a:ext>
            </a:extLst>
          </p:cNvPr>
          <p:cNvSpPr>
            <a:spLocks xmlns:a="http://schemas.openxmlformats.org/drawingml/2006/main" noGrp="1"/>
          </p:cNvSpPr>
          <p:nvPr/>
        </p:nvSpPr>
        <p:spPr>
          <a:xfrm xmlns:a="http://schemas.openxmlformats.org/drawingml/2006/main">
            <a:off x="10668000" y="23431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0" name="">
            <a:extLst xmlns:a="http://schemas.openxmlformats.org/drawingml/2006/main">
              <a:ext uri="{FF2B5EF4-FFF2-40B4-BE49-F238E27FC236}">
                <a16:creationId xmlns:a16="http://schemas.microsoft.com/office/drawing/2014/main" id="{5DFAA07F-0BB2-41BA-93C0-BE34F36611BA}"/>
              </a:ext>
            </a:extLst>
          </p:cNvPr>
          <p:cNvSpPr>
            <a:spLocks xmlns:a="http://schemas.openxmlformats.org/drawingml/2006/main" noGrp="1"/>
          </p:cNvSpPr>
          <p:nvPr/>
        </p:nvSpPr>
        <p:spPr>
          <a:xfrm xmlns:a="http://schemas.openxmlformats.org/drawingml/2006/main">
            <a:off x="609600" y="26765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CB31D6C-579C-468E-8B27-4200E4F0EEFF}"/>
              </a:ext>
            </a:extLst>
          </p:cNvPr>
          <p:cNvSpPr>
            <a:spLocks xmlns:a="http://schemas.openxmlformats.org/drawingml/2006/main" noGrp="1"/>
          </p:cNvSpPr>
          <p:nvPr/>
        </p:nvSpPr>
        <p:spPr>
          <a:xfrm xmlns:a="http://schemas.openxmlformats.org/drawingml/2006/main">
            <a:off x="723900" y="27527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Template request tracking</a:t>
            </a:r>
          </a:p>
        </p:txBody>
      </p:sp>
      <p:sp>
        <p:nvSpPr>
          <p:cNvPr id="22" name="">
            <a:extLst xmlns:a="http://schemas.openxmlformats.org/drawingml/2006/main">
              <a:ext uri="{FF2B5EF4-FFF2-40B4-BE49-F238E27FC236}">
                <a16:creationId xmlns:a16="http://schemas.microsoft.com/office/drawing/2014/main" id="{6554E438-977B-4F57-AB88-33063EB2204D}"/>
              </a:ext>
            </a:extLst>
          </p:cNvPr>
          <p:cNvSpPr>
            <a:spLocks xmlns:a="http://schemas.openxmlformats.org/drawingml/2006/main" noGrp="1"/>
          </p:cNvSpPr>
          <p:nvPr/>
        </p:nvSpPr>
        <p:spPr>
          <a:xfrm xmlns:a="http://schemas.openxmlformats.org/drawingml/2006/main">
            <a:off x="4953000" y="27527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See work by status and ownership</a:t>
            </a:r>
          </a:p>
        </p:txBody>
      </p:sp>
      <p:sp>
        <p:nvSpPr>
          <p:cNvPr id="23" name="">
            <a:extLst xmlns:a="http://schemas.openxmlformats.org/drawingml/2006/main">
              <a:ext uri="{FF2B5EF4-FFF2-40B4-BE49-F238E27FC236}">
                <a16:creationId xmlns:a16="http://schemas.microsoft.com/office/drawing/2014/main" id="{6EE197BE-8C5C-4FC7-BAB2-483A3228A374}"/>
              </a:ext>
            </a:extLst>
          </p:cNvPr>
          <p:cNvSpPr>
            <a:spLocks xmlns:a="http://schemas.openxmlformats.org/drawingml/2006/main" noGrp="1"/>
          </p:cNvSpPr>
          <p:nvPr/>
        </p:nvSpPr>
        <p:spPr>
          <a:xfrm xmlns:a="http://schemas.openxmlformats.org/drawingml/2006/main">
            <a:off x="9525000" y="27527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13, 20</a:t>
            </a:r>
          </a:p>
        </p:txBody>
      </p:sp>
      <p:sp>
        <p:nvSpPr>
          <p:cNvPr id="24" name="">
            <a:extLst xmlns:a="http://schemas.openxmlformats.org/drawingml/2006/main">
              <a:ext uri="{FF2B5EF4-FFF2-40B4-BE49-F238E27FC236}">
                <a16:creationId xmlns:a16="http://schemas.microsoft.com/office/drawing/2014/main" id="{2DE46F84-4187-4C05-9744-7DCD52EFEC1D}"/>
              </a:ext>
            </a:extLst>
          </p:cNvPr>
          <p:cNvSpPr>
            <a:spLocks xmlns:a="http://schemas.openxmlformats.org/drawingml/2006/main" noGrp="1"/>
          </p:cNvSpPr>
          <p:nvPr/>
        </p:nvSpPr>
        <p:spPr>
          <a:xfrm xmlns:a="http://schemas.openxmlformats.org/drawingml/2006/main">
            <a:off x="10668000" y="27527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5" name="">
            <a:extLst xmlns:a="http://schemas.openxmlformats.org/drawingml/2006/main">
              <a:ext uri="{FF2B5EF4-FFF2-40B4-BE49-F238E27FC236}">
                <a16:creationId xmlns:a16="http://schemas.microsoft.com/office/drawing/2014/main" id="{F2BFACE4-AFE0-45A1-A5B2-1D468475EF76}"/>
              </a:ext>
            </a:extLst>
          </p:cNvPr>
          <p:cNvSpPr>
            <a:spLocks xmlns:a="http://schemas.openxmlformats.org/drawingml/2006/main" noGrp="1"/>
          </p:cNvSpPr>
          <p:nvPr/>
        </p:nvSpPr>
        <p:spPr>
          <a:xfrm xmlns:a="http://schemas.openxmlformats.org/drawingml/2006/main">
            <a:off x="723900" y="31623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Template versioning</a:t>
            </a:r>
          </a:p>
        </p:txBody>
      </p:sp>
      <p:sp>
        <p:nvSpPr>
          <p:cNvPr id="26" name="">
            <a:extLst xmlns:a="http://schemas.openxmlformats.org/drawingml/2006/main">
              <a:ext uri="{FF2B5EF4-FFF2-40B4-BE49-F238E27FC236}">
                <a16:creationId xmlns:a16="http://schemas.microsoft.com/office/drawing/2014/main" id="{524A4FBC-5D3C-492F-B24B-62F94A79D0A9}"/>
              </a:ext>
            </a:extLst>
          </p:cNvPr>
          <p:cNvSpPr>
            <a:spLocks xmlns:a="http://schemas.openxmlformats.org/drawingml/2006/main" noGrp="1"/>
          </p:cNvSpPr>
          <p:nvPr/>
        </p:nvSpPr>
        <p:spPr>
          <a:xfrm xmlns:a="http://schemas.openxmlformats.org/drawingml/2006/main">
            <a:off x="4953000" y="31623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Evolve standards without overwrite</a:t>
            </a:r>
          </a:p>
        </p:txBody>
      </p:sp>
      <p:sp>
        <p:nvSpPr>
          <p:cNvPr id="27" name="">
            <a:extLst xmlns:a="http://schemas.openxmlformats.org/drawingml/2006/main">
              <a:ext uri="{FF2B5EF4-FFF2-40B4-BE49-F238E27FC236}">
                <a16:creationId xmlns:a16="http://schemas.microsoft.com/office/drawing/2014/main" id="{A484E3AF-DE39-4DBD-AF4E-FE25915A7452}"/>
              </a:ext>
            </a:extLst>
          </p:cNvPr>
          <p:cNvSpPr>
            <a:spLocks xmlns:a="http://schemas.openxmlformats.org/drawingml/2006/main" noGrp="1"/>
          </p:cNvSpPr>
          <p:nvPr/>
        </p:nvSpPr>
        <p:spPr>
          <a:xfrm xmlns:a="http://schemas.openxmlformats.org/drawingml/2006/main">
            <a:off x="9525000" y="316230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13</a:t>
            </a:r>
          </a:p>
        </p:txBody>
      </p:sp>
      <p:sp>
        <p:nvSpPr>
          <p:cNvPr id="28" name="">
            <a:extLst xmlns:a="http://schemas.openxmlformats.org/drawingml/2006/main">
              <a:ext uri="{FF2B5EF4-FFF2-40B4-BE49-F238E27FC236}">
                <a16:creationId xmlns:a16="http://schemas.microsoft.com/office/drawing/2014/main" id="{EE39E8B1-12F6-44AE-81D1-43707E0AB4AB}"/>
              </a:ext>
            </a:extLst>
          </p:cNvPr>
          <p:cNvSpPr>
            <a:spLocks xmlns:a="http://schemas.openxmlformats.org/drawingml/2006/main" noGrp="1"/>
          </p:cNvSpPr>
          <p:nvPr/>
        </p:nvSpPr>
        <p:spPr>
          <a:xfrm xmlns:a="http://schemas.openxmlformats.org/drawingml/2006/main">
            <a:off x="10668000" y="31623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9" name="">
            <a:extLst xmlns:a="http://schemas.openxmlformats.org/drawingml/2006/main">
              <a:ext uri="{FF2B5EF4-FFF2-40B4-BE49-F238E27FC236}">
                <a16:creationId xmlns:a16="http://schemas.microsoft.com/office/drawing/2014/main" id="{04F93D2F-FF6A-48B6-9A3A-8A0317DFCD37}"/>
              </a:ext>
            </a:extLst>
          </p:cNvPr>
          <p:cNvSpPr>
            <a:spLocks xmlns:a="http://schemas.openxmlformats.org/drawingml/2006/main" noGrp="1"/>
          </p:cNvSpPr>
          <p:nvPr/>
        </p:nvSpPr>
        <p:spPr>
          <a:xfrm xmlns:a="http://schemas.openxmlformats.org/drawingml/2006/main">
            <a:off x="609600" y="34956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0F87025-22A1-4E0B-881D-093E8D50DCAF}"/>
              </a:ext>
            </a:extLst>
          </p:cNvPr>
          <p:cNvSpPr>
            <a:spLocks xmlns:a="http://schemas.openxmlformats.org/drawingml/2006/main" noGrp="1"/>
          </p:cNvSpPr>
          <p:nvPr/>
        </p:nvSpPr>
        <p:spPr>
          <a:xfrm xmlns:a="http://schemas.openxmlformats.org/drawingml/2006/main">
            <a:off x="723900" y="35718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Template discussions</a:t>
            </a:r>
          </a:p>
        </p:txBody>
      </p:sp>
      <p:sp>
        <p:nvSpPr>
          <p:cNvPr id="31" name="">
            <a:extLst xmlns:a="http://schemas.openxmlformats.org/drawingml/2006/main">
              <a:ext uri="{FF2B5EF4-FFF2-40B4-BE49-F238E27FC236}">
                <a16:creationId xmlns:a16="http://schemas.microsoft.com/office/drawing/2014/main" id="{E5B83265-E7D2-4AED-A6AC-26FD166FB250}"/>
              </a:ext>
            </a:extLst>
          </p:cNvPr>
          <p:cNvSpPr>
            <a:spLocks xmlns:a="http://schemas.openxmlformats.org/drawingml/2006/main" noGrp="1"/>
          </p:cNvSpPr>
          <p:nvPr/>
        </p:nvSpPr>
        <p:spPr>
          <a:xfrm xmlns:a="http://schemas.openxmlformats.org/drawingml/2006/main">
            <a:off x="4953000" y="35718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Keep approval feedback in context</a:t>
            </a:r>
          </a:p>
        </p:txBody>
      </p:sp>
      <p:sp>
        <p:nvSpPr>
          <p:cNvPr id="32" name="">
            <a:extLst xmlns:a="http://schemas.openxmlformats.org/drawingml/2006/main">
              <a:ext uri="{FF2B5EF4-FFF2-40B4-BE49-F238E27FC236}">
                <a16:creationId xmlns:a16="http://schemas.microsoft.com/office/drawing/2014/main" id="{FB13847D-5BF5-493C-A00C-5EE2FDA0F5D0}"/>
              </a:ext>
            </a:extLst>
          </p:cNvPr>
          <p:cNvSpPr>
            <a:spLocks xmlns:a="http://schemas.openxmlformats.org/drawingml/2006/main" noGrp="1"/>
          </p:cNvSpPr>
          <p:nvPr/>
        </p:nvSpPr>
        <p:spPr>
          <a:xfrm xmlns:a="http://schemas.openxmlformats.org/drawingml/2006/main">
            <a:off x="9525000" y="35718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13, 18</a:t>
            </a:r>
          </a:p>
        </p:txBody>
      </p:sp>
      <p:sp>
        <p:nvSpPr>
          <p:cNvPr id="33" name="">
            <a:extLst xmlns:a="http://schemas.openxmlformats.org/drawingml/2006/main">
              <a:ext uri="{FF2B5EF4-FFF2-40B4-BE49-F238E27FC236}">
                <a16:creationId xmlns:a16="http://schemas.microsoft.com/office/drawing/2014/main" id="{90F79492-119B-447A-B874-C729CE9EDB6D}"/>
              </a:ext>
            </a:extLst>
          </p:cNvPr>
          <p:cNvSpPr>
            <a:spLocks xmlns:a="http://schemas.openxmlformats.org/drawingml/2006/main" noGrp="1"/>
          </p:cNvSpPr>
          <p:nvPr/>
        </p:nvSpPr>
        <p:spPr>
          <a:xfrm xmlns:a="http://schemas.openxmlformats.org/drawingml/2006/main">
            <a:off x="10668000" y="35718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34" name="">
            <a:extLst xmlns:a="http://schemas.openxmlformats.org/drawingml/2006/main">
              <a:ext uri="{FF2B5EF4-FFF2-40B4-BE49-F238E27FC236}">
                <a16:creationId xmlns:a16="http://schemas.microsoft.com/office/drawing/2014/main" id="{783CCA2D-B65C-4436-8968-741CBFBA1534}"/>
              </a:ext>
            </a:extLst>
          </p:cNvPr>
          <p:cNvSpPr>
            <a:spLocks xmlns:a="http://schemas.openxmlformats.org/drawingml/2006/main" noGrp="1"/>
          </p:cNvSpPr>
          <p:nvPr/>
        </p:nvSpPr>
        <p:spPr>
          <a:xfrm xmlns:a="http://schemas.openxmlformats.org/drawingml/2006/main">
            <a:off x="723900" y="39814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Create Report from Approved Template</a:t>
            </a:r>
          </a:p>
        </p:txBody>
      </p:sp>
      <p:sp>
        <p:nvSpPr>
          <p:cNvPr id="35" name="">
            <a:extLst xmlns:a="http://schemas.openxmlformats.org/drawingml/2006/main">
              <a:ext uri="{FF2B5EF4-FFF2-40B4-BE49-F238E27FC236}">
                <a16:creationId xmlns:a16="http://schemas.microsoft.com/office/drawing/2014/main" id="{0317BA9F-5FC8-4293-977E-6B7C1E568A4A}"/>
              </a:ext>
            </a:extLst>
          </p:cNvPr>
          <p:cNvSpPr>
            <a:spLocks xmlns:a="http://schemas.openxmlformats.org/drawingml/2006/main" noGrp="1"/>
          </p:cNvSpPr>
          <p:nvPr/>
        </p:nvSpPr>
        <p:spPr>
          <a:xfrm xmlns:a="http://schemas.openxmlformats.org/drawingml/2006/main">
            <a:off x="4953000" y="39814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Turn standards into live records</a:t>
            </a:r>
          </a:p>
        </p:txBody>
      </p:sp>
      <p:sp>
        <p:nvSpPr>
          <p:cNvPr id="36" name="">
            <a:extLst xmlns:a="http://schemas.openxmlformats.org/drawingml/2006/main">
              <a:ext uri="{FF2B5EF4-FFF2-40B4-BE49-F238E27FC236}">
                <a16:creationId xmlns:a16="http://schemas.microsoft.com/office/drawing/2014/main" id="{5472D802-DD75-4D8F-9704-AC9B174F96AA}"/>
              </a:ext>
            </a:extLst>
          </p:cNvPr>
          <p:cNvSpPr>
            <a:spLocks xmlns:a="http://schemas.openxmlformats.org/drawingml/2006/main" noGrp="1"/>
          </p:cNvSpPr>
          <p:nvPr/>
        </p:nvSpPr>
        <p:spPr>
          <a:xfrm xmlns:a="http://schemas.openxmlformats.org/drawingml/2006/main">
            <a:off x="9525000" y="39814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6, 14</a:t>
            </a:r>
          </a:p>
        </p:txBody>
      </p:sp>
      <p:sp>
        <p:nvSpPr>
          <p:cNvPr id="37" name="">
            <a:extLst xmlns:a="http://schemas.openxmlformats.org/drawingml/2006/main">
              <a:ext uri="{FF2B5EF4-FFF2-40B4-BE49-F238E27FC236}">
                <a16:creationId xmlns:a16="http://schemas.microsoft.com/office/drawing/2014/main" id="{A623AC83-8A00-462C-8455-AA1B6D71E1B7}"/>
              </a:ext>
            </a:extLst>
          </p:cNvPr>
          <p:cNvSpPr>
            <a:spLocks xmlns:a="http://schemas.openxmlformats.org/drawingml/2006/main" noGrp="1"/>
          </p:cNvSpPr>
          <p:nvPr/>
        </p:nvSpPr>
        <p:spPr>
          <a:xfrm xmlns:a="http://schemas.openxmlformats.org/drawingml/2006/main">
            <a:off x="10668000" y="39814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38" name="">
            <a:extLst xmlns:a="http://schemas.openxmlformats.org/drawingml/2006/main">
              <a:ext uri="{FF2B5EF4-FFF2-40B4-BE49-F238E27FC236}">
                <a16:creationId xmlns:a16="http://schemas.microsoft.com/office/drawing/2014/main" id="{50CDDBE4-839A-48B9-B8F9-555D7F0E9609}"/>
              </a:ext>
            </a:extLst>
          </p:cNvPr>
          <p:cNvSpPr>
            <a:spLocks xmlns:a="http://schemas.openxmlformats.org/drawingml/2006/main" noGrp="1"/>
          </p:cNvSpPr>
          <p:nvPr/>
        </p:nvSpPr>
        <p:spPr>
          <a:xfrm xmlns:a="http://schemas.openxmlformats.org/drawingml/2006/main">
            <a:off x="609600" y="43148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8CDB4B1-0505-47D6-873F-08A337A0B5A6}"/>
              </a:ext>
            </a:extLst>
          </p:cNvPr>
          <p:cNvSpPr>
            <a:spLocks xmlns:a="http://schemas.openxmlformats.org/drawingml/2006/main" noGrp="1"/>
          </p:cNvSpPr>
          <p:nvPr/>
        </p:nvSpPr>
        <p:spPr>
          <a:xfrm xmlns:a="http://schemas.openxmlformats.org/drawingml/2006/main">
            <a:off x="723900" y="43910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Fill, save and complete</a:t>
            </a:r>
          </a:p>
        </p:txBody>
      </p:sp>
      <p:sp>
        <p:nvSpPr>
          <p:cNvPr id="40" name="">
            <a:extLst xmlns:a="http://schemas.openxmlformats.org/drawingml/2006/main">
              <a:ext uri="{FF2B5EF4-FFF2-40B4-BE49-F238E27FC236}">
                <a16:creationId xmlns:a16="http://schemas.microsoft.com/office/drawing/2014/main" id="{4FA1EEFF-330B-4131-AA0E-57FB909276B0}"/>
              </a:ext>
            </a:extLst>
          </p:cNvPr>
          <p:cNvSpPr>
            <a:spLocks xmlns:a="http://schemas.openxmlformats.org/drawingml/2006/main" noGrp="1"/>
          </p:cNvSpPr>
          <p:nvPr/>
        </p:nvSpPr>
        <p:spPr>
          <a:xfrm xmlns:a="http://schemas.openxmlformats.org/drawingml/2006/main">
            <a:off x="4953000" y="43910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Guide accurate report completion</a:t>
            </a:r>
          </a:p>
        </p:txBody>
      </p:sp>
      <p:sp>
        <p:nvSpPr>
          <p:cNvPr id="41" name="">
            <a:extLst xmlns:a="http://schemas.openxmlformats.org/drawingml/2006/main">
              <a:ext uri="{FF2B5EF4-FFF2-40B4-BE49-F238E27FC236}">
                <a16:creationId xmlns:a16="http://schemas.microsoft.com/office/drawing/2014/main" id="{46D898F0-C898-4429-B70B-FEA4EBB100F0}"/>
              </a:ext>
            </a:extLst>
          </p:cNvPr>
          <p:cNvSpPr>
            <a:spLocks xmlns:a="http://schemas.openxmlformats.org/drawingml/2006/main" noGrp="1"/>
          </p:cNvSpPr>
          <p:nvPr/>
        </p:nvSpPr>
        <p:spPr>
          <a:xfrm xmlns:a="http://schemas.openxmlformats.org/drawingml/2006/main">
            <a:off x="9525000" y="43910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14</a:t>
            </a:r>
          </a:p>
        </p:txBody>
      </p:sp>
      <p:sp>
        <p:nvSpPr>
          <p:cNvPr id="42" name="">
            <a:extLst xmlns:a="http://schemas.openxmlformats.org/drawingml/2006/main">
              <a:ext uri="{FF2B5EF4-FFF2-40B4-BE49-F238E27FC236}">
                <a16:creationId xmlns:a16="http://schemas.microsoft.com/office/drawing/2014/main" id="{4F1717B2-C79F-4F9E-B9B1-117F6EAD9707}"/>
              </a:ext>
            </a:extLst>
          </p:cNvPr>
          <p:cNvSpPr>
            <a:spLocks xmlns:a="http://schemas.openxmlformats.org/drawingml/2006/main" noGrp="1"/>
          </p:cNvSpPr>
          <p:nvPr/>
        </p:nvSpPr>
        <p:spPr>
          <a:xfrm xmlns:a="http://schemas.openxmlformats.org/drawingml/2006/main">
            <a:off x="10668000" y="43910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43" name="">
            <a:extLst xmlns:a="http://schemas.openxmlformats.org/drawingml/2006/main">
              <a:ext uri="{FF2B5EF4-FFF2-40B4-BE49-F238E27FC236}">
                <a16:creationId xmlns:a16="http://schemas.microsoft.com/office/drawing/2014/main" id="{B1D16F02-3D42-4B34-BF36-F299D0D76631}"/>
              </a:ext>
            </a:extLst>
          </p:cNvPr>
          <p:cNvSpPr>
            <a:spLocks xmlns:a="http://schemas.openxmlformats.org/drawingml/2006/main" noGrp="1"/>
          </p:cNvSpPr>
          <p:nvPr/>
        </p:nvSpPr>
        <p:spPr>
          <a:xfrm xmlns:a="http://schemas.openxmlformats.org/drawingml/2006/main">
            <a:off x="723900" y="48006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Required-field validation</a:t>
            </a:r>
          </a:p>
        </p:txBody>
      </p:sp>
      <p:sp>
        <p:nvSpPr>
          <p:cNvPr id="44" name="">
            <a:extLst xmlns:a="http://schemas.openxmlformats.org/drawingml/2006/main">
              <a:ext uri="{FF2B5EF4-FFF2-40B4-BE49-F238E27FC236}">
                <a16:creationId xmlns:a16="http://schemas.microsoft.com/office/drawing/2014/main" id="{98BF107B-EB6F-47EA-885F-9536D44BDA64}"/>
              </a:ext>
            </a:extLst>
          </p:cNvPr>
          <p:cNvSpPr>
            <a:spLocks xmlns:a="http://schemas.openxmlformats.org/drawingml/2006/main" noGrp="1"/>
          </p:cNvSpPr>
          <p:nvPr/>
        </p:nvSpPr>
        <p:spPr>
          <a:xfrm xmlns:a="http://schemas.openxmlformats.org/drawingml/2006/main">
            <a:off x="4953000" y="48006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Reduce missing information</a:t>
            </a:r>
          </a:p>
        </p:txBody>
      </p:sp>
      <p:sp>
        <p:nvSpPr>
          <p:cNvPr id="45" name="">
            <a:extLst xmlns:a="http://schemas.openxmlformats.org/drawingml/2006/main">
              <a:ext uri="{FF2B5EF4-FFF2-40B4-BE49-F238E27FC236}">
                <a16:creationId xmlns:a16="http://schemas.microsoft.com/office/drawing/2014/main" id="{40D91210-021D-4759-861D-0B235BF53425}"/>
              </a:ext>
            </a:extLst>
          </p:cNvPr>
          <p:cNvSpPr>
            <a:spLocks xmlns:a="http://schemas.openxmlformats.org/drawingml/2006/main" noGrp="1"/>
          </p:cNvSpPr>
          <p:nvPr/>
        </p:nvSpPr>
        <p:spPr>
          <a:xfrm xmlns:a="http://schemas.openxmlformats.org/drawingml/2006/main">
            <a:off x="9525000" y="480060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14</a:t>
            </a:r>
          </a:p>
        </p:txBody>
      </p:sp>
      <p:sp>
        <p:nvSpPr>
          <p:cNvPr id="46" name="">
            <a:extLst xmlns:a="http://schemas.openxmlformats.org/drawingml/2006/main">
              <a:ext uri="{FF2B5EF4-FFF2-40B4-BE49-F238E27FC236}">
                <a16:creationId xmlns:a16="http://schemas.microsoft.com/office/drawing/2014/main" id="{67F67ADA-E500-40A8-A149-28CE817F971F}"/>
              </a:ext>
            </a:extLst>
          </p:cNvPr>
          <p:cNvSpPr>
            <a:spLocks xmlns:a="http://schemas.openxmlformats.org/drawingml/2006/main" noGrp="1"/>
          </p:cNvSpPr>
          <p:nvPr/>
        </p:nvSpPr>
        <p:spPr>
          <a:xfrm xmlns:a="http://schemas.openxmlformats.org/drawingml/2006/main">
            <a:off x="10668000" y="48006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47" name="">
            <a:extLst xmlns:a="http://schemas.openxmlformats.org/drawingml/2006/main">
              <a:ext uri="{FF2B5EF4-FFF2-40B4-BE49-F238E27FC236}">
                <a16:creationId xmlns:a16="http://schemas.microsoft.com/office/drawing/2014/main" id="{0364E99F-93B1-41B4-946E-65AF59771614}"/>
              </a:ext>
            </a:extLst>
          </p:cNvPr>
          <p:cNvSpPr>
            <a:spLocks xmlns:a="http://schemas.openxmlformats.org/drawingml/2006/main" noGrp="1"/>
          </p:cNvSpPr>
          <p:nvPr/>
        </p:nvSpPr>
        <p:spPr>
          <a:xfrm xmlns:a="http://schemas.openxmlformats.org/drawingml/2006/main">
            <a:off x="609600" y="51339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7EEDC75-0988-40E9-9F35-A1B8C86D0422}"/>
              </a:ext>
            </a:extLst>
          </p:cNvPr>
          <p:cNvSpPr>
            <a:spLocks xmlns:a="http://schemas.openxmlformats.org/drawingml/2006/main" noGrp="1"/>
          </p:cNvSpPr>
          <p:nvPr/>
        </p:nvSpPr>
        <p:spPr>
          <a:xfrm xmlns:a="http://schemas.openxmlformats.org/drawingml/2006/main">
            <a:off x="723900" y="52101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Report lists, tabs and search</a:t>
            </a:r>
          </a:p>
        </p:txBody>
      </p:sp>
      <p:sp>
        <p:nvSpPr>
          <p:cNvPr id="49" name="">
            <a:extLst xmlns:a="http://schemas.openxmlformats.org/drawingml/2006/main">
              <a:ext uri="{FF2B5EF4-FFF2-40B4-BE49-F238E27FC236}">
                <a16:creationId xmlns:a16="http://schemas.microsoft.com/office/drawing/2014/main" id="{D0D6852A-6031-4D3E-BD9D-C964B0DA9476}"/>
              </a:ext>
            </a:extLst>
          </p:cNvPr>
          <p:cNvSpPr>
            <a:spLocks xmlns:a="http://schemas.openxmlformats.org/drawingml/2006/main" noGrp="1"/>
          </p:cNvSpPr>
          <p:nvPr/>
        </p:nvSpPr>
        <p:spPr>
          <a:xfrm xmlns:a="http://schemas.openxmlformats.org/drawingml/2006/main">
            <a:off x="4953000" y="52101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Organize work by responsibility and state</a:t>
            </a:r>
          </a:p>
        </p:txBody>
      </p:sp>
      <p:sp>
        <p:nvSpPr>
          <p:cNvPr id="50" name="">
            <a:extLst xmlns:a="http://schemas.openxmlformats.org/drawingml/2006/main">
              <a:ext uri="{FF2B5EF4-FFF2-40B4-BE49-F238E27FC236}">
                <a16:creationId xmlns:a16="http://schemas.microsoft.com/office/drawing/2014/main" id="{33E22926-0B15-4BF9-846E-54A49BA3FD6C}"/>
              </a:ext>
            </a:extLst>
          </p:cNvPr>
          <p:cNvSpPr>
            <a:spLocks xmlns:a="http://schemas.openxmlformats.org/drawingml/2006/main" noGrp="1"/>
          </p:cNvSpPr>
          <p:nvPr/>
        </p:nvSpPr>
        <p:spPr>
          <a:xfrm xmlns:a="http://schemas.openxmlformats.org/drawingml/2006/main">
            <a:off x="9525000" y="52101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20, 33</a:t>
            </a:r>
          </a:p>
        </p:txBody>
      </p:sp>
      <p:sp>
        <p:nvSpPr>
          <p:cNvPr id="51" name="">
            <a:extLst xmlns:a="http://schemas.openxmlformats.org/drawingml/2006/main">
              <a:ext uri="{FF2B5EF4-FFF2-40B4-BE49-F238E27FC236}">
                <a16:creationId xmlns:a16="http://schemas.microsoft.com/office/drawing/2014/main" id="{414DABEA-A742-42A0-919F-AE7E90FAF629}"/>
              </a:ext>
            </a:extLst>
          </p:cNvPr>
          <p:cNvSpPr>
            <a:spLocks xmlns:a="http://schemas.openxmlformats.org/drawingml/2006/main" noGrp="1"/>
          </p:cNvSpPr>
          <p:nvPr/>
        </p:nvSpPr>
        <p:spPr>
          <a:xfrm xmlns:a="http://schemas.openxmlformats.org/drawingml/2006/main">
            <a:off x="10668000" y="52101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52" name="">
            <a:extLst xmlns:a="http://schemas.openxmlformats.org/drawingml/2006/main">
              <a:ext uri="{FF2B5EF4-FFF2-40B4-BE49-F238E27FC236}">
                <a16:creationId xmlns:a16="http://schemas.microsoft.com/office/drawing/2014/main" id="{72D92436-1658-4C01-B6D7-81FE088389B6}"/>
              </a:ext>
            </a:extLst>
          </p:cNvPr>
          <p:cNvSpPr>
            <a:spLocks xmlns:a="http://schemas.openxmlformats.org/drawingml/2006/main" noGrp="1"/>
          </p:cNvSpPr>
          <p:nvPr/>
        </p:nvSpPr>
        <p:spPr>
          <a:xfrm xmlns:a="http://schemas.openxmlformats.org/drawingml/2006/main">
            <a:off x="723900" y="56197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Send and recipient selection</a:t>
            </a:r>
          </a:p>
        </p:txBody>
      </p:sp>
      <p:sp>
        <p:nvSpPr>
          <p:cNvPr id="53" name="">
            <a:extLst xmlns:a="http://schemas.openxmlformats.org/drawingml/2006/main">
              <a:ext uri="{FF2B5EF4-FFF2-40B4-BE49-F238E27FC236}">
                <a16:creationId xmlns:a16="http://schemas.microsoft.com/office/drawing/2014/main" id="{C9446B51-DF0F-4D27-BFF1-597F903B6E91}"/>
              </a:ext>
            </a:extLst>
          </p:cNvPr>
          <p:cNvSpPr>
            <a:spLocks xmlns:a="http://schemas.openxmlformats.org/drawingml/2006/main" noGrp="1"/>
          </p:cNvSpPr>
          <p:nvPr/>
        </p:nvSpPr>
        <p:spPr>
          <a:xfrm xmlns:a="http://schemas.openxmlformats.org/drawingml/2006/main">
            <a:off x="4953000" y="56197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Assign the next accountable reviewer</a:t>
            </a:r>
          </a:p>
        </p:txBody>
      </p:sp>
      <p:sp>
        <p:nvSpPr>
          <p:cNvPr id="54" name="">
            <a:extLst xmlns:a="http://schemas.openxmlformats.org/drawingml/2006/main">
              <a:ext uri="{FF2B5EF4-FFF2-40B4-BE49-F238E27FC236}">
                <a16:creationId xmlns:a16="http://schemas.microsoft.com/office/drawing/2014/main" id="{9BEC73AB-21D6-4D6E-9043-7751FA3A2A1B}"/>
              </a:ext>
            </a:extLst>
          </p:cNvPr>
          <p:cNvSpPr>
            <a:spLocks xmlns:a="http://schemas.openxmlformats.org/drawingml/2006/main" noGrp="1"/>
          </p:cNvSpPr>
          <p:nvPr/>
        </p:nvSpPr>
        <p:spPr>
          <a:xfrm xmlns:a="http://schemas.openxmlformats.org/drawingml/2006/main">
            <a:off x="9525000" y="5619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14, 15</a:t>
            </a:r>
          </a:p>
        </p:txBody>
      </p:sp>
      <p:sp>
        <p:nvSpPr>
          <p:cNvPr id="55" name="">
            <a:extLst xmlns:a="http://schemas.openxmlformats.org/drawingml/2006/main">
              <a:ext uri="{FF2B5EF4-FFF2-40B4-BE49-F238E27FC236}">
                <a16:creationId xmlns:a16="http://schemas.microsoft.com/office/drawing/2014/main" id="{742027CB-F52D-462E-AE44-7B02172B011E}"/>
              </a:ext>
            </a:extLst>
          </p:cNvPr>
          <p:cNvSpPr>
            <a:spLocks xmlns:a="http://schemas.openxmlformats.org/drawingml/2006/main" noGrp="1"/>
          </p:cNvSpPr>
          <p:nvPr/>
        </p:nvSpPr>
        <p:spPr>
          <a:xfrm xmlns:a="http://schemas.openxmlformats.org/drawingml/2006/main">
            <a:off x="10668000" y="56197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Tree>
    <p:extLst>
      <p:ext uri="{BB962C8B-B14F-4D97-AF65-F5344CB8AC3E}">
        <p14:creationId xmlns:p14="http://schemas.microsoft.com/office/powerpoint/2010/main" val="1530647452"/>
      </p:ext>
    </p:extLst>
  </p:cSld>
</p:sld>
</file>

<file path=ppt/slides/slide37.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14CAC79B-E3BB-40CE-98B2-AB671DDC3874}"/>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FEATURE COVERAGE MATRIX</a:t>
            </a:r>
          </a:p>
        </p:txBody>
      </p:sp>
      <p:sp>
        <p:nvSpPr>
          <p:cNvPr id="2" name="slide-title-37">
            <a:extLst xmlns:a="http://schemas.openxmlformats.org/drawingml/2006/main">
              <a:ext uri="{FF2B5EF4-FFF2-40B4-BE49-F238E27FC236}">
                <a16:creationId xmlns:a16="http://schemas.microsoft.com/office/drawing/2014/main" id="{D3097076-286B-4709-99D3-E221EE39CAC2}"/>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Coverage 3 of 4 — Review, Reuse and Collaboration</a:t>
            </a:r>
          </a:p>
        </p:txBody>
      </p:sp>
      <p:sp>
        <p:nvSpPr>
          <p:cNvPr id="3" name="">
            <a:extLst xmlns:a="http://schemas.openxmlformats.org/drawingml/2006/main">
              <a:ext uri="{FF2B5EF4-FFF2-40B4-BE49-F238E27FC236}">
                <a16:creationId xmlns:a16="http://schemas.microsoft.com/office/drawing/2014/main" id="{3ED7F208-A22C-4376-BAD4-C860C7E791FC}"/>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37</a:t>
            </a:r>
          </a:p>
        </p:txBody>
      </p:sp>
      <p:sp>
        <p:nvSpPr>
          <p:cNvPr id="4" name="">
            <a:extLst xmlns:a="http://schemas.openxmlformats.org/drawingml/2006/main">
              <a:ext uri="{FF2B5EF4-FFF2-40B4-BE49-F238E27FC236}">
                <a16:creationId xmlns:a16="http://schemas.microsoft.com/office/drawing/2014/main" id="{01DF7F63-9240-4F08-93BF-AB73F07D987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9709702A-4B6E-449B-8354-CF08F54F4F5F}"/>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B6BC516B-7AC2-468D-8481-58783266B300}"/>
              </a:ext>
            </a:extLst>
          </p:cNvPr>
          <p:cNvSpPr>
            <a:spLocks xmlns:a="http://schemas.openxmlformats.org/drawingml/2006/main" noGrp="1"/>
          </p:cNvSpPr>
          <p:nvPr/>
        </p:nvSpPr>
        <p:spPr>
          <a:xfrm xmlns:a="http://schemas.openxmlformats.org/drawingml/2006/main">
            <a:off x="66675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FEATURE</a:t>
            </a:r>
          </a:p>
        </p:txBody>
      </p:sp>
      <p:sp>
        <p:nvSpPr>
          <p:cNvPr id="7" name="">
            <a:extLst xmlns:a="http://schemas.openxmlformats.org/drawingml/2006/main">
              <a:ext uri="{FF2B5EF4-FFF2-40B4-BE49-F238E27FC236}">
                <a16:creationId xmlns:a16="http://schemas.microsoft.com/office/drawing/2014/main" id="{C017509F-CD96-4386-89F9-C8BED67FA99F}"/>
              </a:ext>
            </a:extLst>
          </p:cNvPr>
          <p:cNvSpPr>
            <a:spLocks xmlns:a="http://schemas.openxmlformats.org/drawingml/2006/main" noGrp="1"/>
          </p:cNvSpPr>
          <p:nvPr/>
        </p:nvSpPr>
        <p:spPr>
          <a:xfrm xmlns:a="http://schemas.openxmlformats.org/drawingml/2006/main">
            <a:off x="495300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CUSTOMER BENEFIT</a:t>
            </a:r>
          </a:p>
        </p:txBody>
      </p:sp>
      <p:sp>
        <p:nvSpPr>
          <p:cNvPr id="8" name="">
            <a:extLst xmlns:a="http://schemas.openxmlformats.org/drawingml/2006/main">
              <a:ext uri="{FF2B5EF4-FFF2-40B4-BE49-F238E27FC236}">
                <a16:creationId xmlns:a16="http://schemas.microsoft.com/office/drawing/2014/main" id="{2F2E80B4-A984-4B9E-B4E9-2F8D5F259E8B}"/>
              </a:ext>
            </a:extLst>
          </p:cNvPr>
          <p:cNvSpPr>
            <a:spLocks xmlns:a="http://schemas.openxmlformats.org/drawingml/2006/main" noGrp="1"/>
          </p:cNvSpPr>
          <p:nvPr/>
        </p:nvSpPr>
        <p:spPr>
          <a:xfrm xmlns:a="http://schemas.openxmlformats.org/drawingml/2006/main">
            <a:off x="9525000" y="150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SLIDE(S)</a:t>
            </a:r>
          </a:p>
        </p:txBody>
      </p:sp>
      <p:sp>
        <p:nvSpPr>
          <p:cNvPr id="9" name="">
            <a:extLst xmlns:a="http://schemas.openxmlformats.org/drawingml/2006/main">
              <a:ext uri="{FF2B5EF4-FFF2-40B4-BE49-F238E27FC236}">
                <a16:creationId xmlns:a16="http://schemas.microsoft.com/office/drawing/2014/main" id="{0345A5C1-BF6F-4D58-92C9-6868FEB3E43A}"/>
              </a:ext>
            </a:extLst>
          </p:cNvPr>
          <p:cNvSpPr>
            <a:spLocks xmlns:a="http://schemas.openxmlformats.org/drawingml/2006/main" noGrp="1"/>
          </p:cNvSpPr>
          <p:nvPr/>
        </p:nvSpPr>
        <p:spPr>
          <a:xfrm xmlns:a="http://schemas.openxmlformats.org/drawingml/2006/main">
            <a:off x="10668000" y="15049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67085"/>
                </a:solidFill>
              </a:defRPr>
            </a:pPr>
            <a:r>
              <a:rPr sz="975" b="1">
                <a:solidFill>
                  <a:srgbClr val="667085"/>
                </a:solidFill>
              </a:rPr>
              <a:t>COVERED</a:t>
            </a:r>
          </a:p>
        </p:txBody>
      </p:sp>
      <p:sp>
        <p:nvSpPr>
          <p:cNvPr id="10" name="">
            <a:extLst xmlns:a="http://schemas.openxmlformats.org/drawingml/2006/main">
              <a:ext uri="{FF2B5EF4-FFF2-40B4-BE49-F238E27FC236}">
                <a16:creationId xmlns:a16="http://schemas.microsoft.com/office/drawing/2014/main" id="{991603D3-C3D9-43FD-B71C-9AE3CF16E05E}"/>
              </a:ext>
            </a:extLst>
          </p:cNvPr>
          <p:cNvSpPr>
            <a:spLocks xmlns:a="http://schemas.openxmlformats.org/drawingml/2006/main" noGrp="1"/>
          </p:cNvSpPr>
          <p:nvPr/>
        </p:nvSpPr>
        <p:spPr>
          <a:xfrm xmlns:a="http://schemas.openxmlformats.org/drawingml/2006/main">
            <a:off x="666750" y="1781175"/>
            <a:ext cx="10858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1" name="">
            <a:extLst xmlns:a="http://schemas.openxmlformats.org/drawingml/2006/main">
              <a:ext uri="{FF2B5EF4-FFF2-40B4-BE49-F238E27FC236}">
                <a16:creationId xmlns:a16="http://schemas.microsoft.com/office/drawing/2014/main" id="{B1E2BDA2-785D-41D4-994D-12E98A982460}"/>
              </a:ext>
            </a:extLst>
          </p:cNvPr>
          <p:cNvSpPr>
            <a:spLocks xmlns:a="http://schemas.openxmlformats.org/drawingml/2006/main" noGrp="1"/>
          </p:cNvSpPr>
          <p:nvPr/>
        </p:nvSpPr>
        <p:spPr>
          <a:xfrm xmlns:a="http://schemas.openxmlformats.org/drawingml/2006/main">
            <a:off x="609600" y="18573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3CD3335-333D-405C-94D9-4BC4FD781C87}"/>
              </a:ext>
            </a:extLst>
          </p:cNvPr>
          <p:cNvSpPr>
            <a:spLocks xmlns:a="http://schemas.openxmlformats.org/drawingml/2006/main" noGrp="1"/>
          </p:cNvSpPr>
          <p:nvPr/>
        </p:nvSpPr>
        <p:spPr>
          <a:xfrm xmlns:a="http://schemas.openxmlformats.org/drawingml/2006/main">
            <a:off x="723900" y="19335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Report comments</a:t>
            </a:r>
          </a:p>
        </p:txBody>
      </p:sp>
      <p:sp>
        <p:nvSpPr>
          <p:cNvPr id="13" name="">
            <a:extLst xmlns:a="http://schemas.openxmlformats.org/drawingml/2006/main">
              <a:ext uri="{FF2B5EF4-FFF2-40B4-BE49-F238E27FC236}">
                <a16:creationId xmlns:a16="http://schemas.microsoft.com/office/drawing/2014/main" id="{C82AD1A6-67B9-4CCB-92D1-9832F03E7F13}"/>
              </a:ext>
            </a:extLst>
          </p:cNvPr>
          <p:cNvSpPr>
            <a:spLocks xmlns:a="http://schemas.openxmlformats.org/drawingml/2006/main" noGrp="1"/>
          </p:cNvSpPr>
          <p:nvPr/>
        </p:nvSpPr>
        <p:spPr>
          <a:xfrm xmlns:a="http://schemas.openxmlformats.org/drawingml/2006/main">
            <a:off x="4953000" y="19335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Keep review discussion with the report</a:t>
            </a:r>
          </a:p>
        </p:txBody>
      </p:sp>
      <p:sp>
        <p:nvSpPr>
          <p:cNvPr id="14" name="">
            <a:extLst xmlns:a="http://schemas.openxmlformats.org/drawingml/2006/main">
              <a:ext uri="{FF2B5EF4-FFF2-40B4-BE49-F238E27FC236}">
                <a16:creationId xmlns:a16="http://schemas.microsoft.com/office/drawing/2014/main" id="{6100131D-5974-4A56-A15D-02B64F07260C}"/>
              </a:ext>
            </a:extLst>
          </p:cNvPr>
          <p:cNvSpPr>
            <a:spLocks xmlns:a="http://schemas.openxmlformats.org/drawingml/2006/main" noGrp="1"/>
          </p:cNvSpPr>
          <p:nvPr/>
        </p:nvSpPr>
        <p:spPr>
          <a:xfrm xmlns:a="http://schemas.openxmlformats.org/drawingml/2006/main">
            <a:off x="9525000" y="19335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15, 18</a:t>
            </a:r>
          </a:p>
        </p:txBody>
      </p:sp>
      <p:sp>
        <p:nvSpPr>
          <p:cNvPr id="15" name="">
            <a:extLst xmlns:a="http://schemas.openxmlformats.org/drawingml/2006/main">
              <a:ext uri="{FF2B5EF4-FFF2-40B4-BE49-F238E27FC236}">
                <a16:creationId xmlns:a16="http://schemas.microsoft.com/office/drawing/2014/main" id="{7065F651-1375-4F67-AAAA-C26791A1ADF8}"/>
              </a:ext>
            </a:extLst>
          </p:cNvPr>
          <p:cNvSpPr>
            <a:spLocks xmlns:a="http://schemas.openxmlformats.org/drawingml/2006/main" noGrp="1"/>
          </p:cNvSpPr>
          <p:nvPr/>
        </p:nvSpPr>
        <p:spPr>
          <a:xfrm xmlns:a="http://schemas.openxmlformats.org/drawingml/2006/main">
            <a:off x="10668000" y="19335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16" name="">
            <a:extLst xmlns:a="http://schemas.openxmlformats.org/drawingml/2006/main">
              <a:ext uri="{FF2B5EF4-FFF2-40B4-BE49-F238E27FC236}">
                <a16:creationId xmlns:a16="http://schemas.microsoft.com/office/drawing/2014/main" id="{F1877603-D995-473D-B213-A62508F63C3A}"/>
              </a:ext>
            </a:extLst>
          </p:cNvPr>
          <p:cNvSpPr>
            <a:spLocks xmlns:a="http://schemas.openxmlformats.org/drawingml/2006/main" noGrp="1"/>
          </p:cNvSpPr>
          <p:nvPr/>
        </p:nvSpPr>
        <p:spPr>
          <a:xfrm xmlns:a="http://schemas.openxmlformats.org/drawingml/2006/main">
            <a:off x="723900" y="23431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Return for Changes</a:t>
            </a:r>
          </a:p>
        </p:txBody>
      </p:sp>
      <p:sp>
        <p:nvSpPr>
          <p:cNvPr id="17" name="">
            <a:extLst xmlns:a="http://schemas.openxmlformats.org/drawingml/2006/main">
              <a:ext uri="{FF2B5EF4-FFF2-40B4-BE49-F238E27FC236}">
                <a16:creationId xmlns:a16="http://schemas.microsoft.com/office/drawing/2014/main" id="{0DD9FCBB-B5D5-4DC7-A700-7B9984DFB4EE}"/>
              </a:ext>
            </a:extLst>
          </p:cNvPr>
          <p:cNvSpPr>
            <a:spLocks xmlns:a="http://schemas.openxmlformats.org/drawingml/2006/main" noGrp="1"/>
          </p:cNvSpPr>
          <p:nvPr/>
        </p:nvSpPr>
        <p:spPr>
          <a:xfrm xmlns:a="http://schemas.openxmlformats.org/drawingml/2006/main">
            <a:off x="4953000" y="23431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Create a controlled correction loop</a:t>
            </a:r>
          </a:p>
        </p:txBody>
      </p:sp>
      <p:sp>
        <p:nvSpPr>
          <p:cNvPr id="18" name="">
            <a:extLst xmlns:a="http://schemas.openxmlformats.org/drawingml/2006/main">
              <a:ext uri="{FF2B5EF4-FFF2-40B4-BE49-F238E27FC236}">
                <a16:creationId xmlns:a16="http://schemas.microsoft.com/office/drawing/2014/main" id="{18C2FEFC-9D9B-4C37-B26A-90BA3C43AF9F}"/>
              </a:ext>
            </a:extLst>
          </p:cNvPr>
          <p:cNvSpPr>
            <a:spLocks xmlns:a="http://schemas.openxmlformats.org/drawingml/2006/main" noGrp="1"/>
          </p:cNvSpPr>
          <p:nvPr/>
        </p:nvSpPr>
        <p:spPr>
          <a:xfrm xmlns:a="http://schemas.openxmlformats.org/drawingml/2006/main">
            <a:off x="9525000" y="23431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15, 16</a:t>
            </a:r>
          </a:p>
        </p:txBody>
      </p:sp>
      <p:sp>
        <p:nvSpPr>
          <p:cNvPr id="19" name="">
            <a:extLst xmlns:a="http://schemas.openxmlformats.org/drawingml/2006/main">
              <a:ext uri="{FF2B5EF4-FFF2-40B4-BE49-F238E27FC236}">
                <a16:creationId xmlns:a16="http://schemas.microsoft.com/office/drawing/2014/main" id="{A52EA21D-0E76-4188-8A26-E222195AE49A}"/>
              </a:ext>
            </a:extLst>
          </p:cNvPr>
          <p:cNvSpPr>
            <a:spLocks xmlns:a="http://schemas.openxmlformats.org/drawingml/2006/main" noGrp="1"/>
          </p:cNvSpPr>
          <p:nvPr/>
        </p:nvSpPr>
        <p:spPr>
          <a:xfrm xmlns:a="http://schemas.openxmlformats.org/drawingml/2006/main">
            <a:off x="10668000" y="23431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0" name="">
            <a:extLst xmlns:a="http://schemas.openxmlformats.org/drawingml/2006/main">
              <a:ext uri="{FF2B5EF4-FFF2-40B4-BE49-F238E27FC236}">
                <a16:creationId xmlns:a16="http://schemas.microsoft.com/office/drawing/2014/main" id="{02170479-02FF-4FCC-B3C2-30C8B4553982}"/>
              </a:ext>
            </a:extLst>
          </p:cNvPr>
          <p:cNvSpPr>
            <a:spLocks xmlns:a="http://schemas.openxmlformats.org/drawingml/2006/main" noGrp="1"/>
          </p:cNvSpPr>
          <p:nvPr/>
        </p:nvSpPr>
        <p:spPr>
          <a:xfrm xmlns:a="http://schemas.openxmlformats.org/drawingml/2006/main">
            <a:off x="609600" y="26765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E56BAA-7F96-49B0-9585-76FA21EDCAE8}"/>
              </a:ext>
            </a:extLst>
          </p:cNvPr>
          <p:cNvSpPr>
            <a:spLocks xmlns:a="http://schemas.openxmlformats.org/drawingml/2006/main" noGrp="1"/>
          </p:cNvSpPr>
          <p:nvPr/>
        </p:nvSpPr>
        <p:spPr>
          <a:xfrm xmlns:a="http://schemas.openxmlformats.org/drawingml/2006/main">
            <a:off x="723900" y="27527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Report rejection</a:t>
            </a:r>
          </a:p>
        </p:txBody>
      </p:sp>
      <p:sp>
        <p:nvSpPr>
          <p:cNvPr id="22" name="">
            <a:extLst xmlns:a="http://schemas.openxmlformats.org/drawingml/2006/main">
              <a:ext uri="{FF2B5EF4-FFF2-40B4-BE49-F238E27FC236}">
                <a16:creationId xmlns:a16="http://schemas.microsoft.com/office/drawing/2014/main" id="{E98E3243-68EF-4B84-99BE-3CF32ACB461D}"/>
              </a:ext>
            </a:extLst>
          </p:cNvPr>
          <p:cNvSpPr>
            <a:spLocks xmlns:a="http://schemas.openxmlformats.org/drawingml/2006/main" noGrp="1"/>
          </p:cNvSpPr>
          <p:nvPr/>
        </p:nvSpPr>
        <p:spPr>
          <a:xfrm xmlns:a="http://schemas.openxmlformats.org/drawingml/2006/main">
            <a:off x="4953000" y="27527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Record a final negative decision</a:t>
            </a:r>
          </a:p>
        </p:txBody>
      </p:sp>
      <p:sp>
        <p:nvSpPr>
          <p:cNvPr id="23" name="">
            <a:extLst xmlns:a="http://schemas.openxmlformats.org/drawingml/2006/main">
              <a:ext uri="{FF2B5EF4-FFF2-40B4-BE49-F238E27FC236}">
                <a16:creationId xmlns:a16="http://schemas.microsoft.com/office/drawing/2014/main" id="{FF98CED8-07EC-40F3-85CF-AD03EBC7084C}"/>
              </a:ext>
            </a:extLst>
          </p:cNvPr>
          <p:cNvSpPr>
            <a:spLocks xmlns:a="http://schemas.openxmlformats.org/drawingml/2006/main" noGrp="1"/>
          </p:cNvSpPr>
          <p:nvPr/>
        </p:nvSpPr>
        <p:spPr>
          <a:xfrm xmlns:a="http://schemas.openxmlformats.org/drawingml/2006/main">
            <a:off x="9525000" y="27527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15, 16</a:t>
            </a:r>
          </a:p>
        </p:txBody>
      </p:sp>
      <p:sp>
        <p:nvSpPr>
          <p:cNvPr id="24" name="">
            <a:extLst xmlns:a="http://schemas.openxmlformats.org/drawingml/2006/main">
              <a:ext uri="{FF2B5EF4-FFF2-40B4-BE49-F238E27FC236}">
                <a16:creationId xmlns:a16="http://schemas.microsoft.com/office/drawing/2014/main" id="{A10249DB-91A6-40DE-A8AE-1F811A3F7EB6}"/>
              </a:ext>
            </a:extLst>
          </p:cNvPr>
          <p:cNvSpPr>
            <a:spLocks xmlns:a="http://schemas.openxmlformats.org/drawingml/2006/main" noGrp="1"/>
          </p:cNvSpPr>
          <p:nvPr/>
        </p:nvSpPr>
        <p:spPr>
          <a:xfrm xmlns:a="http://schemas.openxmlformats.org/drawingml/2006/main">
            <a:off x="10668000" y="27527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5" name="">
            <a:extLst xmlns:a="http://schemas.openxmlformats.org/drawingml/2006/main">
              <a:ext uri="{FF2B5EF4-FFF2-40B4-BE49-F238E27FC236}">
                <a16:creationId xmlns:a16="http://schemas.microsoft.com/office/drawing/2014/main" id="{7DBFA0F6-9B7A-411C-82DC-A6E9A775FE10}"/>
              </a:ext>
            </a:extLst>
          </p:cNvPr>
          <p:cNvSpPr>
            <a:spLocks xmlns:a="http://schemas.openxmlformats.org/drawingml/2006/main" noGrp="1"/>
          </p:cNvSpPr>
          <p:nvPr/>
        </p:nvSpPr>
        <p:spPr>
          <a:xfrm xmlns:a="http://schemas.openxmlformats.org/drawingml/2006/main">
            <a:off x="723900" y="31623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Digital signatures</a:t>
            </a:r>
          </a:p>
        </p:txBody>
      </p:sp>
      <p:sp>
        <p:nvSpPr>
          <p:cNvPr id="26" name="">
            <a:extLst xmlns:a="http://schemas.openxmlformats.org/drawingml/2006/main">
              <a:ext uri="{FF2B5EF4-FFF2-40B4-BE49-F238E27FC236}">
                <a16:creationId xmlns:a16="http://schemas.microsoft.com/office/drawing/2014/main" id="{AF77A1A7-CB00-490E-A066-5C53D2D54BA5}"/>
              </a:ext>
            </a:extLst>
          </p:cNvPr>
          <p:cNvSpPr>
            <a:spLocks xmlns:a="http://schemas.openxmlformats.org/drawingml/2006/main" noGrp="1"/>
          </p:cNvSpPr>
          <p:nvPr/>
        </p:nvSpPr>
        <p:spPr>
          <a:xfrm xmlns:a="http://schemas.openxmlformats.org/drawingml/2006/main">
            <a:off x="4953000" y="31623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Create traceable finalization evidence</a:t>
            </a:r>
          </a:p>
        </p:txBody>
      </p:sp>
      <p:sp>
        <p:nvSpPr>
          <p:cNvPr id="27" name="">
            <a:extLst xmlns:a="http://schemas.openxmlformats.org/drawingml/2006/main">
              <a:ext uri="{FF2B5EF4-FFF2-40B4-BE49-F238E27FC236}">
                <a16:creationId xmlns:a16="http://schemas.microsoft.com/office/drawing/2014/main" id="{EDD1ED51-1156-45C6-A0AC-F19A6AE94A57}"/>
              </a:ext>
            </a:extLst>
          </p:cNvPr>
          <p:cNvSpPr>
            <a:spLocks xmlns:a="http://schemas.openxmlformats.org/drawingml/2006/main" noGrp="1"/>
          </p:cNvSpPr>
          <p:nvPr/>
        </p:nvSpPr>
        <p:spPr>
          <a:xfrm xmlns:a="http://schemas.openxmlformats.org/drawingml/2006/main">
            <a:off x="9525000" y="316230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17</a:t>
            </a:r>
          </a:p>
        </p:txBody>
      </p:sp>
      <p:sp>
        <p:nvSpPr>
          <p:cNvPr id="28" name="">
            <a:extLst xmlns:a="http://schemas.openxmlformats.org/drawingml/2006/main">
              <a:ext uri="{FF2B5EF4-FFF2-40B4-BE49-F238E27FC236}">
                <a16:creationId xmlns:a16="http://schemas.microsoft.com/office/drawing/2014/main" id="{D0F0C5D9-251B-4493-81B0-CBA92E0886D0}"/>
              </a:ext>
            </a:extLst>
          </p:cNvPr>
          <p:cNvSpPr>
            <a:spLocks xmlns:a="http://schemas.openxmlformats.org/drawingml/2006/main" noGrp="1"/>
          </p:cNvSpPr>
          <p:nvPr/>
        </p:nvSpPr>
        <p:spPr>
          <a:xfrm xmlns:a="http://schemas.openxmlformats.org/drawingml/2006/main">
            <a:off x="10668000" y="31623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9" name="">
            <a:extLst xmlns:a="http://schemas.openxmlformats.org/drawingml/2006/main">
              <a:ext uri="{FF2B5EF4-FFF2-40B4-BE49-F238E27FC236}">
                <a16:creationId xmlns:a16="http://schemas.microsoft.com/office/drawing/2014/main" id="{09F7D4FA-5B35-4730-948C-9EFA004B7435}"/>
              </a:ext>
            </a:extLst>
          </p:cNvPr>
          <p:cNvSpPr>
            <a:spLocks xmlns:a="http://schemas.openxmlformats.org/drawingml/2006/main" noGrp="1"/>
          </p:cNvSpPr>
          <p:nvPr/>
        </p:nvSpPr>
        <p:spPr>
          <a:xfrm xmlns:a="http://schemas.openxmlformats.org/drawingml/2006/main">
            <a:off x="609600" y="34956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9C44AB6-3900-42CF-AF55-8649DE38517C}"/>
              </a:ext>
            </a:extLst>
          </p:cNvPr>
          <p:cNvSpPr>
            <a:spLocks xmlns:a="http://schemas.openxmlformats.org/drawingml/2006/main" noGrp="1"/>
          </p:cNvSpPr>
          <p:nvPr/>
        </p:nvSpPr>
        <p:spPr>
          <a:xfrm xmlns:a="http://schemas.openxmlformats.org/drawingml/2006/main">
            <a:off x="723900" y="35718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Signature profiles</a:t>
            </a:r>
          </a:p>
        </p:txBody>
      </p:sp>
      <p:sp>
        <p:nvSpPr>
          <p:cNvPr id="31" name="">
            <a:extLst xmlns:a="http://schemas.openxmlformats.org/drawingml/2006/main">
              <a:ext uri="{FF2B5EF4-FFF2-40B4-BE49-F238E27FC236}">
                <a16:creationId xmlns:a16="http://schemas.microsoft.com/office/drawing/2014/main" id="{032DB809-80D7-4611-AA8B-263FC530B07C}"/>
              </a:ext>
            </a:extLst>
          </p:cNvPr>
          <p:cNvSpPr>
            <a:spLocks xmlns:a="http://schemas.openxmlformats.org/drawingml/2006/main" noGrp="1"/>
          </p:cNvSpPr>
          <p:nvPr/>
        </p:nvSpPr>
        <p:spPr>
          <a:xfrm xmlns:a="http://schemas.openxmlformats.org/drawingml/2006/main">
            <a:off x="4953000" y="35718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Support typed, drawn and uploaded methods</a:t>
            </a:r>
          </a:p>
        </p:txBody>
      </p:sp>
      <p:sp>
        <p:nvSpPr>
          <p:cNvPr id="32" name="">
            <a:extLst xmlns:a="http://schemas.openxmlformats.org/drawingml/2006/main">
              <a:ext uri="{FF2B5EF4-FFF2-40B4-BE49-F238E27FC236}">
                <a16:creationId xmlns:a16="http://schemas.microsoft.com/office/drawing/2014/main" id="{D22CF4FB-BCDD-4C97-B99D-C992ACE46046}"/>
              </a:ext>
            </a:extLst>
          </p:cNvPr>
          <p:cNvSpPr>
            <a:spLocks xmlns:a="http://schemas.openxmlformats.org/drawingml/2006/main" noGrp="1"/>
          </p:cNvSpPr>
          <p:nvPr/>
        </p:nvSpPr>
        <p:spPr>
          <a:xfrm xmlns:a="http://schemas.openxmlformats.org/drawingml/2006/main">
            <a:off x="9525000" y="35718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17, 33</a:t>
            </a:r>
          </a:p>
        </p:txBody>
      </p:sp>
      <p:sp>
        <p:nvSpPr>
          <p:cNvPr id="33" name="">
            <a:extLst xmlns:a="http://schemas.openxmlformats.org/drawingml/2006/main">
              <a:ext uri="{FF2B5EF4-FFF2-40B4-BE49-F238E27FC236}">
                <a16:creationId xmlns:a16="http://schemas.microsoft.com/office/drawing/2014/main" id="{A70D8287-936C-4611-9E79-E786608E8A50}"/>
              </a:ext>
            </a:extLst>
          </p:cNvPr>
          <p:cNvSpPr>
            <a:spLocks xmlns:a="http://schemas.openxmlformats.org/drawingml/2006/main" noGrp="1"/>
          </p:cNvSpPr>
          <p:nvPr/>
        </p:nvSpPr>
        <p:spPr>
          <a:xfrm xmlns:a="http://schemas.openxmlformats.org/drawingml/2006/main">
            <a:off x="10668000" y="35718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34" name="">
            <a:extLst xmlns:a="http://schemas.openxmlformats.org/drawingml/2006/main">
              <a:ext uri="{FF2B5EF4-FFF2-40B4-BE49-F238E27FC236}">
                <a16:creationId xmlns:a16="http://schemas.microsoft.com/office/drawing/2014/main" id="{B1EB38B3-64DA-4477-A31A-82CAB7FC12D2}"/>
              </a:ext>
            </a:extLst>
          </p:cNvPr>
          <p:cNvSpPr>
            <a:spLocks xmlns:a="http://schemas.openxmlformats.org/drawingml/2006/main" noGrp="1"/>
          </p:cNvSpPr>
          <p:nvPr/>
        </p:nvSpPr>
        <p:spPr>
          <a:xfrm xmlns:a="http://schemas.openxmlformats.org/drawingml/2006/main">
            <a:off x="723900" y="39814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Signed report locking</a:t>
            </a:r>
          </a:p>
        </p:txBody>
      </p:sp>
      <p:sp>
        <p:nvSpPr>
          <p:cNvPr id="35" name="">
            <a:extLst xmlns:a="http://schemas.openxmlformats.org/drawingml/2006/main">
              <a:ext uri="{FF2B5EF4-FFF2-40B4-BE49-F238E27FC236}">
                <a16:creationId xmlns:a16="http://schemas.microsoft.com/office/drawing/2014/main" id="{2632F9A5-3986-4114-B89C-555577CCFF31}"/>
              </a:ext>
            </a:extLst>
          </p:cNvPr>
          <p:cNvSpPr>
            <a:spLocks xmlns:a="http://schemas.openxmlformats.org/drawingml/2006/main" noGrp="1"/>
          </p:cNvSpPr>
          <p:nvPr/>
        </p:nvSpPr>
        <p:spPr>
          <a:xfrm xmlns:a="http://schemas.openxmlformats.org/drawingml/2006/main">
            <a:off x="4953000" y="39814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Protect the finalized report state</a:t>
            </a:r>
          </a:p>
        </p:txBody>
      </p:sp>
      <p:sp>
        <p:nvSpPr>
          <p:cNvPr id="36" name="">
            <a:extLst xmlns:a="http://schemas.openxmlformats.org/drawingml/2006/main">
              <a:ext uri="{FF2B5EF4-FFF2-40B4-BE49-F238E27FC236}">
                <a16:creationId xmlns:a16="http://schemas.microsoft.com/office/drawing/2014/main" id="{7267EB08-398C-45E3-A271-89541B8D5CD9}"/>
              </a:ext>
            </a:extLst>
          </p:cNvPr>
          <p:cNvSpPr>
            <a:spLocks xmlns:a="http://schemas.openxmlformats.org/drawingml/2006/main" noGrp="1"/>
          </p:cNvSpPr>
          <p:nvPr/>
        </p:nvSpPr>
        <p:spPr>
          <a:xfrm xmlns:a="http://schemas.openxmlformats.org/drawingml/2006/main">
            <a:off x="9525000" y="39814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17</a:t>
            </a:r>
          </a:p>
        </p:txBody>
      </p:sp>
      <p:sp>
        <p:nvSpPr>
          <p:cNvPr id="37" name="">
            <a:extLst xmlns:a="http://schemas.openxmlformats.org/drawingml/2006/main">
              <a:ext uri="{FF2B5EF4-FFF2-40B4-BE49-F238E27FC236}">
                <a16:creationId xmlns:a16="http://schemas.microsoft.com/office/drawing/2014/main" id="{6B53E217-BF83-4A76-B852-CC29527F52A5}"/>
              </a:ext>
            </a:extLst>
          </p:cNvPr>
          <p:cNvSpPr>
            <a:spLocks xmlns:a="http://schemas.openxmlformats.org/drawingml/2006/main" noGrp="1"/>
          </p:cNvSpPr>
          <p:nvPr/>
        </p:nvSpPr>
        <p:spPr>
          <a:xfrm xmlns:a="http://schemas.openxmlformats.org/drawingml/2006/main">
            <a:off x="10668000" y="39814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38" name="">
            <a:extLst xmlns:a="http://schemas.openxmlformats.org/drawingml/2006/main">
              <a:ext uri="{FF2B5EF4-FFF2-40B4-BE49-F238E27FC236}">
                <a16:creationId xmlns:a16="http://schemas.microsoft.com/office/drawing/2014/main" id="{8C9AA45F-C0B3-46EF-9F1C-A1CB8B1434B4}"/>
              </a:ext>
            </a:extLst>
          </p:cNvPr>
          <p:cNvSpPr>
            <a:spLocks xmlns:a="http://schemas.openxmlformats.org/drawingml/2006/main" noGrp="1"/>
          </p:cNvSpPr>
          <p:nvPr/>
        </p:nvSpPr>
        <p:spPr>
          <a:xfrm xmlns:a="http://schemas.openxmlformats.org/drawingml/2006/main">
            <a:off x="609600" y="43148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87ED5B6-DACA-4C08-ACF4-B77A4244E1ED}"/>
              </a:ext>
            </a:extLst>
          </p:cNvPr>
          <p:cNvSpPr>
            <a:spLocks xmlns:a="http://schemas.openxmlformats.org/drawingml/2006/main" noGrp="1"/>
          </p:cNvSpPr>
          <p:nvPr/>
        </p:nvSpPr>
        <p:spPr>
          <a:xfrm xmlns:a="http://schemas.openxmlformats.org/drawingml/2006/main">
            <a:off x="723900" y="43910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Standard Packs</a:t>
            </a:r>
          </a:p>
        </p:txBody>
      </p:sp>
      <p:sp>
        <p:nvSpPr>
          <p:cNvPr id="40" name="">
            <a:extLst xmlns:a="http://schemas.openxmlformats.org/drawingml/2006/main">
              <a:ext uri="{FF2B5EF4-FFF2-40B4-BE49-F238E27FC236}">
                <a16:creationId xmlns:a16="http://schemas.microsoft.com/office/drawing/2014/main" id="{2A05CF03-5D13-4DB9-97AF-7843B7B5EA5D}"/>
              </a:ext>
            </a:extLst>
          </p:cNvPr>
          <p:cNvSpPr>
            <a:spLocks xmlns:a="http://schemas.openxmlformats.org/drawingml/2006/main" noGrp="1"/>
          </p:cNvSpPr>
          <p:nvPr/>
        </p:nvSpPr>
        <p:spPr>
          <a:xfrm xmlns:a="http://schemas.openxmlformats.org/drawingml/2006/main">
            <a:off x="4953000" y="43910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Distribute organization-approved combinations</a:t>
            </a:r>
          </a:p>
        </p:txBody>
      </p:sp>
      <p:sp>
        <p:nvSpPr>
          <p:cNvPr id="41" name="">
            <a:extLst xmlns:a="http://schemas.openxmlformats.org/drawingml/2006/main">
              <a:ext uri="{FF2B5EF4-FFF2-40B4-BE49-F238E27FC236}">
                <a16:creationId xmlns:a16="http://schemas.microsoft.com/office/drawing/2014/main" id="{DEA7FDD9-98A2-4872-9430-42CDFE90ED7F}"/>
              </a:ext>
            </a:extLst>
          </p:cNvPr>
          <p:cNvSpPr>
            <a:spLocks xmlns:a="http://schemas.openxmlformats.org/drawingml/2006/main" noGrp="1"/>
          </p:cNvSpPr>
          <p:nvPr/>
        </p:nvSpPr>
        <p:spPr>
          <a:xfrm xmlns:a="http://schemas.openxmlformats.org/drawingml/2006/main">
            <a:off x="9525000" y="43910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10, 11</a:t>
            </a:r>
          </a:p>
        </p:txBody>
      </p:sp>
      <p:sp>
        <p:nvSpPr>
          <p:cNvPr id="42" name="">
            <a:extLst xmlns:a="http://schemas.openxmlformats.org/drawingml/2006/main">
              <a:ext uri="{FF2B5EF4-FFF2-40B4-BE49-F238E27FC236}">
                <a16:creationId xmlns:a16="http://schemas.microsoft.com/office/drawing/2014/main" id="{22D35BD8-B7EA-47B3-B2DC-0A07F1AEEE25}"/>
              </a:ext>
            </a:extLst>
          </p:cNvPr>
          <p:cNvSpPr>
            <a:spLocks xmlns:a="http://schemas.openxmlformats.org/drawingml/2006/main" noGrp="1"/>
          </p:cNvSpPr>
          <p:nvPr/>
        </p:nvSpPr>
        <p:spPr>
          <a:xfrm xmlns:a="http://schemas.openxmlformats.org/drawingml/2006/main">
            <a:off x="10668000" y="43910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43" name="">
            <a:extLst xmlns:a="http://schemas.openxmlformats.org/drawingml/2006/main">
              <a:ext uri="{FF2B5EF4-FFF2-40B4-BE49-F238E27FC236}">
                <a16:creationId xmlns:a16="http://schemas.microsoft.com/office/drawing/2014/main" id="{66A8F20D-9233-4541-93F8-724E989FB7E5}"/>
              </a:ext>
            </a:extLst>
          </p:cNvPr>
          <p:cNvSpPr>
            <a:spLocks xmlns:a="http://schemas.openxmlformats.org/drawingml/2006/main" noGrp="1"/>
          </p:cNvSpPr>
          <p:nvPr/>
        </p:nvSpPr>
        <p:spPr>
          <a:xfrm xmlns:a="http://schemas.openxmlformats.org/drawingml/2006/main">
            <a:off x="723900" y="48006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Built-in Content Packs</a:t>
            </a:r>
          </a:p>
        </p:txBody>
      </p:sp>
      <p:sp>
        <p:nvSpPr>
          <p:cNvPr id="44" name="">
            <a:extLst xmlns:a="http://schemas.openxmlformats.org/drawingml/2006/main">
              <a:ext uri="{FF2B5EF4-FFF2-40B4-BE49-F238E27FC236}">
                <a16:creationId xmlns:a16="http://schemas.microsoft.com/office/drawing/2014/main" id="{9431A105-C5E6-47B7-893C-7ADB49723B9D}"/>
              </a:ext>
            </a:extLst>
          </p:cNvPr>
          <p:cNvSpPr>
            <a:spLocks xmlns:a="http://schemas.openxmlformats.org/drawingml/2006/main" noGrp="1"/>
          </p:cNvSpPr>
          <p:nvPr/>
        </p:nvSpPr>
        <p:spPr>
          <a:xfrm xmlns:a="http://schemas.openxmlformats.org/drawingml/2006/main">
            <a:off x="4953000" y="48006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Start with proven section patterns</a:t>
            </a:r>
          </a:p>
        </p:txBody>
      </p:sp>
      <p:sp>
        <p:nvSpPr>
          <p:cNvPr id="45" name="">
            <a:extLst xmlns:a="http://schemas.openxmlformats.org/drawingml/2006/main">
              <a:ext uri="{FF2B5EF4-FFF2-40B4-BE49-F238E27FC236}">
                <a16:creationId xmlns:a16="http://schemas.microsoft.com/office/drawing/2014/main" id="{508318B2-2DED-421D-843D-9090658F4A93}"/>
              </a:ext>
            </a:extLst>
          </p:cNvPr>
          <p:cNvSpPr>
            <a:spLocks xmlns:a="http://schemas.openxmlformats.org/drawingml/2006/main" noGrp="1"/>
          </p:cNvSpPr>
          <p:nvPr/>
        </p:nvSpPr>
        <p:spPr>
          <a:xfrm xmlns:a="http://schemas.openxmlformats.org/drawingml/2006/main">
            <a:off x="9525000" y="480060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10</a:t>
            </a:r>
          </a:p>
        </p:txBody>
      </p:sp>
      <p:sp>
        <p:nvSpPr>
          <p:cNvPr id="46" name="">
            <a:extLst xmlns:a="http://schemas.openxmlformats.org/drawingml/2006/main">
              <a:ext uri="{FF2B5EF4-FFF2-40B4-BE49-F238E27FC236}">
                <a16:creationId xmlns:a16="http://schemas.microsoft.com/office/drawing/2014/main" id="{03A5A515-0A01-4522-886A-6A66A0D0F208}"/>
              </a:ext>
            </a:extLst>
          </p:cNvPr>
          <p:cNvSpPr>
            <a:spLocks xmlns:a="http://schemas.openxmlformats.org/drawingml/2006/main" noGrp="1"/>
          </p:cNvSpPr>
          <p:nvPr/>
        </p:nvSpPr>
        <p:spPr>
          <a:xfrm xmlns:a="http://schemas.openxmlformats.org/drawingml/2006/main">
            <a:off x="10668000" y="48006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47" name="">
            <a:extLst xmlns:a="http://schemas.openxmlformats.org/drawingml/2006/main">
              <a:ext uri="{FF2B5EF4-FFF2-40B4-BE49-F238E27FC236}">
                <a16:creationId xmlns:a16="http://schemas.microsoft.com/office/drawing/2014/main" id="{EDAE077C-DC91-405F-94D2-3C32956AD0BB}"/>
              </a:ext>
            </a:extLst>
          </p:cNvPr>
          <p:cNvSpPr>
            <a:spLocks xmlns:a="http://schemas.openxmlformats.org/drawingml/2006/main" noGrp="1"/>
          </p:cNvSpPr>
          <p:nvPr/>
        </p:nvSpPr>
        <p:spPr>
          <a:xfrm xmlns:a="http://schemas.openxmlformats.org/drawingml/2006/main">
            <a:off x="609600" y="51339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1976EE4-D52E-406D-A463-53B3E2E6AB99}"/>
              </a:ext>
            </a:extLst>
          </p:cNvPr>
          <p:cNvSpPr>
            <a:spLocks xmlns:a="http://schemas.openxmlformats.org/drawingml/2006/main" noGrp="1"/>
          </p:cNvSpPr>
          <p:nvPr/>
        </p:nvSpPr>
        <p:spPr>
          <a:xfrm xmlns:a="http://schemas.openxmlformats.org/drawingml/2006/main">
            <a:off x="723900" y="52101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My Packs</a:t>
            </a:r>
          </a:p>
        </p:txBody>
      </p:sp>
      <p:sp>
        <p:nvSpPr>
          <p:cNvPr id="49" name="">
            <a:extLst xmlns:a="http://schemas.openxmlformats.org/drawingml/2006/main">
              <a:ext uri="{FF2B5EF4-FFF2-40B4-BE49-F238E27FC236}">
                <a16:creationId xmlns:a16="http://schemas.microsoft.com/office/drawing/2014/main" id="{CD8FEEF8-238F-49C2-A682-7F9ABB7E50D5}"/>
              </a:ext>
            </a:extLst>
          </p:cNvPr>
          <p:cNvSpPr>
            <a:spLocks xmlns:a="http://schemas.openxmlformats.org/drawingml/2006/main" noGrp="1"/>
          </p:cNvSpPr>
          <p:nvPr/>
        </p:nvSpPr>
        <p:spPr>
          <a:xfrm xmlns:a="http://schemas.openxmlformats.org/drawingml/2006/main">
            <a:off x="4953000" y="52101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Reduce repeated personal setup</a:t>
            </a:r>
          </a:p>
        </p:txBody>
      </p:sp>
      <p:sp>
        <p:nvSpPr>
          <p:cNvPr id="50" name="">
            <a:extLst xmlns:a="http://schemas.openxmlformats.org/drawingml/2006/main">
              <a:ext uri="{FF2B5EF4-FFF2-40B4-BE49-F238E27FC236}">
                <a16:creationId xmlns:a16="http://schemas.microsoft.com/office/drawing/2014/main" id="{8600ED35-4063-4EE2-A9FA-A71420B21851}"/>
              </a:ext>
            </a:extLst>
          </p:cNvPr>
          <p:cNvSpPr>
            <a:spLocks xmlns:a="http://schemas.openxmlformats.org/drawingml/2006/main" noGrp="1"/>
          </p:cNvSpPr>
          <p:nvPr/>
        </p:nvSpPr>
        <p:spPr>
          <a:xfrm xmlns:a="http://schemas.openxmlformats.org/drawingml/2006/main">
            <a:off x="9525000" y="52101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10</a:t>
            </a:r>
          </a:p>
        </p:txBody>
      </p:sp>
      <p:sp>
        <p:nvSpPr>
          <p:cNvPr id="51" name="">
            <a:extLst xmlns:a="http://schemas.openxmlformats.org/drawingml/2006/main">
              <a:ext uri="{FF2B5EF4-FFF2-40B4-BE49-F238E27FC236}">
                <a16:creationId xmlns:a16="http://schemas.microsoft.com/office/drawing/2014/main" id="{B80AEFBE-17CD-4776-8704-45C9057AEDCC}"/>
              </a:ext>
            </a:extLst>
          </p:cNvPr>
          <p:cNvSpPr>
            <a:spLocks xmlns:a="http://schemas.openxmlformats.org/drawingml/2006/main" noGrp="1"/>
          </p:cNvSpPr>
          <p:nvPr/>
        </p:nvSpPr>
        <p:spPr>
          <a:xfrm xmlns:a="http://schemas.openxmlformats.org/drawingml/2006/main">
            <a:off x="10668000" y="52101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52" name="">
            <a:extLst xmlns:a="http://schemas.openxmlformats.org/drawingml/2006/main">
              <a:ext uri="{FF2B5EF4-FFF2-40B4-BE49-F238E27FC236}">
                <a16:creationId xmlns:a16="http://schemas.microsoft.com/office/drawing/2014/main" id="{194DA45F-CC3B-4EBC-8244-23033160B7A7}"/>
              </a:ext>
            </a:extLst>
          </p:cNvPr>
          <p:cNvSpPr>
            <a:spLocks xmlns:a="http://schemas.openxmlformats.org/drawingml/2006/main" noGrp="1"/>
          </p:cNvSpPr>
          <p:nvPr/>
        </p:nvSpPr>
        <p:spPr>
          <a:xfrm xmlns:a="http://schemas.openxmlformats.org/drawingml/2006/main">
            <a:off x="723900" y="56197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Content Library</a:t>
            </a:r>
          </a:p>
        </p:txBody>
      </p:sp>
      <p:sp>
        <p:nvSpPr>
          <p:cNvPr id="53" name="">
            <a:extLst xmlns:a="http://schemas.openxmlformats.org/drawingml/2006/main">
              <a:ext uri="{FF2B5EF4-FFF2-40B4-BE49-F238E27FC236}">
                <a16:creationId xmlns:a16="http://schemas.microsoft.com/office/drawing/2014/main" id="{2E05F29A-D15A-4375-9761-DD8B058D9051}"/>
              </a:ext>
            </a:extLst>
          </p:cNvPr>
          <p:cNvSpPr>
            <a:spLocks xmlns:a="http://schemas.openxmlformats.org/drawingml/2006/main" noGrp="1"/>
          </p:cNvSpPr>
          <p:nvPr/>
        </p:nvSpPr>
        <p:spPr>
          <a:xfrm xmlns:a="http://schemas.openxmlformats.org/drawingml/2006/main">
            <a:off x="4953000" y="56197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Reuse approved corporate language</a:t>
            </a:r>
          </a:p>
        </p:txBody>
      </p:sp>
      <p:sp>
        <p:nvSpPr>
          <p:cNvPr id="54" name="">
            <a:extLst xmlns:a="http://schemas.openxmlformats.org/drawingml/2006/main">
              <a:ext uri="{FF2B5EF4-FFF2-40B4-BE49-F238E27FC236}">
                <a16:creationId xmlns:a16="http://schemas.microsoft.com/office/drawing/2014/main" id="{7F680C1C-3D66-4A89-8861-D9C192EFABDB}"/>
              </a:ext>
            </a:extLst>
          </p:cNvPr>
          <p:cNvSpPr>
            <a:spLocks xmlns:a="http://schemas.openxmlformats.org/drawingml/2006/main" noGrp="1"/>
          </p:cNvSpPr>
          <p:nvPr/>
        </p:nvSpPr>
        <p:spPr>
          <a:xfrm xmlns:a="http://schemas.openxmlformats.org/drawingml/2006/main">
            <a:off x="9525000" y="5619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9, 10</a:t>
            </a:r>
          </a:p>
        </p:txBody>
      </p:sp>
      <p:sp>
        <p:nvSpPr>
          <p:cNvPr id="55" name="">
            <a:extLst xmlns:a="http://schemas.openxmlformats.org/drawingml/2006/main">
              <a:ext uri="{FF2B5EF4-FFF2-40B4-BE49-F238E27FC236}">
                <a16:creationId xmlns:a16="http://schemas.microsoft.com/office/drawing/2014/main" id="{8123D497-3115-415A-B6C5-0F9450FD5FEB}"/>
              </a:ext>
            </a:extLst>
          </p:cNvPr>
          <p:cNvSpPr>
            <a:spLocks xmlns:a="http://schemas.openxmlformats.org/drawingml/2006/main" noGrp="1"/>
          </p:cNvSpPr>
          <p:nvPr/>
        </p:nvSpPr>
        <p:spPr>
          <a:xfrm xmlns:a="http://schemas.openxmlformats.org/drawingml/2006/main">
            <a:off x="10668000" y="56197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56" name="">
            <a:extLst xmlns:a="http://schemas.openxmlformats.org/drawingml/2006/main">
              <a:ext uri="{FF2B5EF4-FFF2-40B4-BE49-F238E27FC236}">
                <a16:creationId xmlns:a16="http://schemas.microsoft.com/office/drawing/2014/main" id="{EEC2CB24-2BEA-4EC0-9479-25D81448661F}"/>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65E33497-B191-431B-9877-8EDD211BCCF4}"/>
              </a:ext>
            </a:extLst>
          </p:cNvPr>
          <p:cNvSpPr>
            <a:spLocks xmlns:a="http://schemas.openxmlformats.org/drawingml/2006/main" noGrp="1"/>
          </p:cNvSpPr>
          <p:nvPr/>
        </p:nvSpPr>
        <p:spPr>
          <a:xfrm xmlns:a="http://schemas.openxmlformats.org/drawingml/2006/main">
            <a:off x="723900" y="60293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Snapshot safety</a:t>
            </a:r>
          </a:p>
        </p:txBody>
      </p:sp>
      <p:sp>
        <p:nvSpPr>
          <p:cNvPr id="58" name="">
            <a:extLst xmlns:a="http://schemas.openxmlformats.org/drawingml/2006/main">
              <a:ext uri="{FF2B5EF4-FFF2-40B4-BE49-F238E27FC236}">
                <a16:creationId xmlns:a16="http://schemas.microsoft.com/office/drawing/2014/main" id="{8434C9D8-B1F1-40EA-9CC8-68B7E89F5E8A}"/>
              </a:ext>
            </a:extLst>
          </p:cNvPr>
          <p:cNvSpPr>
            <a:spLocks xmlns:a="http://schemas.openxmlformats.org/drawingml/2006/main" noGrp="1"/>
          </p:cNvSpPr>
          <p:nvPr/>
        </p:nvSpPr>
        <p:spPr>
          <a:xfrm xmlns:a="http://schemas.openxmlformats.org/drawingml/2006/main">
            <a:off x="4953000" y="60293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Reuse without breaking existing work</a:t>
            </a:r>
          </a:p>
        </p:txBody>
      </p:sp>
      <p:sp>
        <p:nvSpPr>
          <p:cNvPr id="59" name="">
            <a:extLst xmlns:a="http://schemas.openxmlformats.org/drawingml/2006/main">
              <a:ext uri="{FF2B5EF4-FFF2-40B4-BE49-F238E27FC236}">
                <a16:creationId xmlns:a16="http://schemas.microsoft.com/office/drawing/2014/main" id="{0E1C7B94-6054-4E7F-BCCE-D4112409138A}"/>
              </a:ext>
            </a:extLst>
          </p:cNvPr>
          <p:cNvSpPr>
            <a:spLocks xmlns:a="http://schemas.openxmlformats.org/drawingml/2006/main" noGrp="1"/>
          </p:cNvSpPr>
          <p:nvPr/>
        </p:nvSpPr>
        <p:spPr>
          <a:xfrm xmlns:a="http://schemas.openxmlformats.org/drawingml/2006/main">
            <a:off x="9525000" y="60293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11</a:t>
            </a:r>
          </a:p>
        </p:txBody>
      </p:sp>
      <p:sp>
        <p:nvSpPr>
          <p:cNvPr id="60" name="">
            <a:extLst xmlns:a="http://schemas.openxmlformats.org/drawingml/2006/main">
              <a:ext uri="{FF2B5EF4-FFF2-40B4-BE49-F238E27FC236}">
                <a16:creationId xmlns:a16="http://schemas.microsoft.com/office/drawing/2014/main" id="{6D890068-D1B6-44F2-AAFF-AF516B461D18}"/>
              </a:ext>
            </a:extLst>
          </p:cNvPr>
          <p:cNvSpPr>
            <a:spLocks xmlns:a="http://schemas.openxmlformats.org/drawingml/2006/main" noGrp="1"/>
          </p:cNvSpPr>
          <p:nvPr/>
        </p:nvSpPr>
        <p:spPr>
          <a:xfrm xmlns:a="http://schemas.openxmlformats.org/drawingml/2006/main">
            <a:off x="10668000" y="60293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Tree>
    <p:extLst>
      <p:ext uri="{BB962C8B-B14F-4D97-AF65-F5344CB8AC3E}">
        <p14:creationId xmlns:p14="http://schemas.microsoft.com/office/powerpoint/2010/main" val="1829991845"/>
      </p:ext>
    </p:extLst>
  </p:cSld>
</p:sld>
</file>

<file path=ppt/slides/slide38.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7EC6B928-70F4-4BAD-A5E7-1ACF0FA08134}"/>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FEATURE COVERAGE MATRIX</a:t>
            </a:r>
          </a:p>
        </p:txBody>
      </p:sp>
      <p:sp>
        <p:nvSpPr>
          <p:cNvPr id="2" name="slide-title-38">
            <a:extLst xmlns:a="http://schemas.openxmlformats.org/drawingml/2006/main">
              <a:ext uri="{FF2B5EF4-FFF2-40B4-BE49-F238E27FC236}">
                <a16:creationId xmlns:a16="http://schemas.microsoft.com/office/drawing/2014/main" id="{6A7DEDF1-26A2-466F-8EF8-57425939633C}"/>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Coverage 4 of 4 — Awareness and Administration</a:t>
            </a:r>
          </a:p>
        </p:txBody>
      </p:sp>
      <p:sp>
        <p:nvSpPr>
          <p:cNvPr id="3" name="">
            <a:extLst xmlns:a="http://schemas.openxmlformats.org/drawingml/2006/main">
              <a:ext uri="{FF2B5EF4-FFF2-40B4-BE49-F238E27FC236}">
                <a16:creationId xmlns:a16="http://schemas.microsoft.com/office/drawing/2014/main" id="{E127E77D-2717-4213-81EF-7BB6B54B0FC9}"/>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38</a:t>
            </a:r>
          </a:p>
        </p:txBody>
      </p:sp>
      <p:sp>
        <p:nvSpPr>
          <p:cNvPr id="4" name="">
            <a:extLst xmlns:a="http://schemas.openxmlformats.org/drawingml/2006/main">
              <a:ext uri="{FF2B5EF4-FFF2-40B4-BE49-F238E27FC236}">
                <a16:creationId xmlns:a16="http://schemas.microsoft.com/office/drawing/2014/main" id="{F282F491-E70F-48D7-9333-06D47533E80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DC73A599-2680-42D1-85CE-97E90A7DF226}"/>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3F0DFC09-6016-470F-8C44-5410496A42FF}"/>
              </a:ext>
            </a:extLst>
          </p:cNvPr>
          <p:cNvSpPr>
            <a:spLocks xmlns:a="http://schemas.openxmlformats.org/drawingml/2006/main" noGrp="1"/>
          </p:cNvSpPr>
          <p:nvPr/>
        </p:nvSpPr>
        <p:spPr>
          <a:xfrm xmlns:a="http://schemas.openxmlformats.org/drawingml/2006/main">
            <a:off x="66675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FEATURE</a:t>
            </a:r>
          </a:p>
        </p:txBody>
      </p:sp>
      <p:sp>
        <p:nvSpPr>
          <p:cNvPr id="7" name="">
            <a:extLst xmlns:a="http://schemas.openxmlformats.org/drawingml/2006/main">
              <a:ext uri="{FF2B5EF4-FFF2-40B4-BE49-F238E27FC236}">
                <a16:creationId xmlns:a16="http://schemas.microsoft.com/office/drawing/2014/main" id="{AD793CD4-B0B1-411D-945A-FF0D3E1E7B99}"/>
              </a:ext>
            </a:extLst>
          </p:cNvPr>
          <p:cNvSpPr>
            <a:spLocks xmlns:a="http://schemas.openxmlformats.org/drawingml/2006/main" noGrp="1"/>
          </p:cNvSpPr>
          <p:nvPr/>
        </p:nvSpPr>
        <p:spPr>
          <a:xfrm xmlns:a="http://schemas.openxmlformats.org/drawingml/2006/main">
            <a:off x="495300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CUSTOMER BENEFIT</a:t>
            </a:r>
          </a:p>
        </p:txBody>
      </p:sp>
      <p:sp>
        <p:nvSpPr>
          <p:cNvPr id="8" name="">
            <a:extLst xmlns:a="http://schemas.openxmlformats.org/drawingml/2006/main">
              <a:ext uri="{FF2B5EF4-FFF2-40B4-BE49-F238E27FC236}">
                <a16:creationId xmlns:a16="http://schemas.microsoft.com/office/drawing/2014/main" id="{82631BC7-D24C-48C6-9972-22D0BE4D1BC5}"/>
              </a:ext>
            </a:extLst>
          </p:cNvPr>
          <p:cNvSpPr>
            <a:spLocks xmlns:a="http://schemas.openxmlformats.org/drawingml/2006/main" noGrp="1"/>
          </p:cNvSpPr>
          <p:nvPr/>
        </p:nvSpPr>
        <p:spPr>
          <a:xfrm xmlns:a="http://schemas.openxmlformats.org/drawingml/2006/main">
            <a:off x="9525000" y="150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085"/>
                </a:solidFill>
              </a:defRPr>
            </a:pPr>
            <a:r>
              <a:rPr sz="975" b="1">
                <a:solidFill>
                  <a:srgbClr val="667085"/>
                </a:solidFill>
              </a:rPr>
              <a:t>SLIDE(S)</a:t>
            </a:r>
          </a:p>
        </p:txBody>
      </p:sp>
      <p:sp>
        <p:nvSpPr>
          <p:cNvPr id="9" name="">
            <a:extLst xmlns:a="http://schemas.openxmlformats.org/drawingml/2006/main">
              <a:ext uri="{FF2B5EF4-FFF2-40B4-BE49-F238E27FC236}">
                <a16:creationId xmlns:a16="http://schemas.microsoft.com/office/drawing/2014/main" id="{B273B143-7282-43E9-9FFA-338E4515913E}"/>
              </a:ext>
            </a:extLst>
          </p:cNvPr>
          <p:cNvSpPr>
            <a:spLocks xmlns:a="http://schemas.openxmlformats.org/drawingml/2006/main" noGrp="1"/>
          </p:cNvSpPr>
          <p:nvPr/>
        </p:nvSpPr>
        <p:spPr>
          <a:xfrm xmlns:a="http://schemas.openxmlformats.org/drawingml/2006/main">
            <a:off x="10668000" y="15049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67085"/>
                </a:solidFill>
              </a:defRPr>
            </a:pPr>
            <a:r>
              <a:rPr sz="975" b="1">
                <a:solidFill>
                  <a:srgbClr val="667085"/>
                </a:solidFill>
              </a:rPr>
              <a:t>COVERED</a:t>
            </a:r>
          </a:p>
        </p:txBody>
      </p:sp>
      <p:sp>
        <p:nvSpPr>
          <p:cNvPr id="10" name="">
            <a:extLst xmlns:a="http://schemas.openxmlformats.org/drawingml/2006/main">
              <a:ext uri="{FF2B5EF4-FFF2-40B4-BE49-F238E27FC236}">
                <a16:creationId xmlns:a16="http://schemas.microsoft.com/office/drawing/2014/main" id="{D84B4485-97DE-40E6-B4FF-2A080FE35721}"/>
              </a:ext>
            </a:extLst>
          </p:cNvPr>
          <p:cNvSpPr>
            <a:spLocks xmlns:a="http://schemas.openxmlformats.org/drawingml/2006/main" noGrp="1"/>
          </p:cNvSpPr>
          <p:nvPr/>
        </p:nvSpPr>
        <p:spPr>
          <a:xfrm xmlns:a="http://schemas.openxmlformats.org/drawingml/2006/main">
            <a:off x="666750" y="1781175"/>
            <a:ext cx="108585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11" name="">
            <a:extLst xmlns:a="http://schemas.openxmlformats.org/drawingml/2006/main">
              <a:ext uri="{FF2B5EF4-FFF2-40B4-BE49-F238E27FC236}">
                <a16:creationId xmlns:a16="http://schemas.microsoft.com/office/drawing/2014/main" id="{6CF97B40-561A-437E-AB85-4EDCFCC8797A}"/>
              </a:ext>
            </a:extLst>
          </p:cNvPr>
          <p:cNvSpPr>
            <a:spLocks xmlns:a="http://schemas.openxmlformats.org/drawingml/2006/main" noGrp="1"/>
          </p:cNvSpPr>
          <p:nvPr/>
        </p:nvSpPr>
        <p:spPr>
          <a:xfrm xmlns:a="http://schemas.openxmlformats.org/drawingml/2006/main">
            <a:off x="609600" y="18573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DFB1C2-03FE-40CB-90E0-71BCB33196E5}"/>
              </a:ext>
            </a:extLst>
          </p:cNvPr>
          <p:cNvSpPr>
            <a:spLocks xmlns:a="http://schemas.openxmlformats.org/drawingml/2006/main" noGrp="1"/>
          </p:cNvSpPr>
          <p:nvPr/>
        </p:nvSpPr>
        <p:spPr>
          <a:xfrm xmlns:a="http://schemas.openxmlformats.org/drawingml/2006/main">
            <a:off x="723900" y="19335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Eight notification types</a:t>
            </a:r>
          </a:p>
        </p:txBody>
      </p:sp>
      <p:sp>
        <p:nvSpPr>
          <p:cNvPr id="13" name="">
            <a:extLst xmlns:a="http://schemas.openxmlformats.org/drawingml/2006/main">
              <a:ext uri="{FF2B5EF4-FFF2-40B4-BE49-F238E27FC236}">
                <a16:creationId xmlns:a16="http://schemas.microsoft.com/office/drawing/2014/main" id="{09C24C85-EC62-492D-99F4-A5A05111CD48}"/>
              </a:ext>
            </a:extLst>
          </p:cNvPr>
          <p:cNvSpPr>
            <a:spLocks xmlns:a="http://schemas.openxmlformats.org/drawingml/2006/main" noGrp="1"/>
          </p:cNvSpPr>
          <p:nvPr/>
        </p:nvSpPr>
        <p:spPr>
          <a:xfrm xmlns:a="http://schemas.openxmlformats.org/drawingml/2006/main">
            <a:off x="4953000" y="19335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Keep users aware of required action</a:t>
            </a:r>
          </a:p>
        </p:txBody>
      </p:sp>
      <p:sp>
        <p:nvSpPr>
          <p:cNvPr id="14" name="">
            <a:extLst xmlns:a="http://schemas.openxmlformats.org/drawingml/2006/main">
              <a:ext uri="{FF2B5EF4-FFF2-40B4-BE49-F238E27FC236}">
                <a16:creationId xmlns:a16="http://schemas.microsoft.com/office/drawing/2014/main" id="{F08227B0-A2F2-4640-8EBA-0C83677482FF}"/>
              </a:ext>
            </a:extLst>
          </p:cNvPr>
          <p:cNvSpPr>
            <a:spLocks xmlns:a="http://schemas.openxmlformats.org/drawingml/2006/main" noGrp="1"/>
          </p:cNvSpPr>
          <p:nvPr/>
        </p:nvSpPr>
        <p:spPr>
          <a:xfrm xmlns:a="http://schemas.openxmlformats.org/drawingml/2006/main">
            <a:off x="9525000" y="19335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18, 31</a:t>
            </a:r>
          </a:p>
        </p:txBody>
      </p:sp>
      <p:sp>
        <p:nvSpPr>
          <p:cNvPr id="15" name="">
            <a:extLst xmlns:a="http://schemas.openxmlformats.org/drawingml/2006/main">
              <a:ext uri="{FF2B5EF4-FFF2-40B4-BE49-F238E27FC236}">
                <a16:creationId xmlns:a16="http://schemas.microsoft.com/office/drawing/2014/main" id="{C46D0192-9229-4026-8DC7-933719FCEE11}"/>
              </a:ext>
            </a:extLst>
          </p:cNvPr>
          <p:cNvSpPr>
            <a:spLocks xmlns:a="http://schemas.openxmlformats.org/drawingml/2006/main" noGrp="1"/>
          </p:cNvSpPr>
          <p:nvPr/>
        </p:nvSpPr>
        <p:spPr>
          <a:xfrm xmlns:a="http://schemas.openxmlformats.org/drawingml/2006/main">
            <a:off x="10668000" y="19335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16" name="">
            <a:extLst xmlns:a="http://schemas.openxmlformats.org/drawingml/2006/main">
              <a:ext uri="{FF2B5EF4-FFF2-40B4-BE49-F238E27FC236}">
                <a16:creationId xmlns:a16="http://schemas.microsoft.com/office/drawing/2014/main" id="{89949310-744A-4882-B83E-D1442D897848}"/>
              </a:ext>
            </a:extLst>
          </p:cNvPr>
          <p:cNvSpPr>
            <a:spLocks xmlns:a="http://schemas.openxmlformats.org/drawingml/2006/main" noGrp="1"/>
          </p:cNvSpPr>
          <p:nvPr/>
        </p:nvSpPr>
        <p:spPr>
          <a:xfrm xmlns:a="http://schemas.openxmlformats.org/drawingml/2006/main">
            <a:off x="723900" y="23431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Read / unread notification control</a:t>
            </a:r>
          </a:p>
        </p:txBody>
      </p:sp>
      <p:sp>
        <p:nvSpPr>
          <p:cNvPr id="17" name="">
            <a:extLst xmlns:a="http://schemas.openxmlformats.org/drawingml/2006/main">
              <a:ext uri="{FF2B5EF4-FFF2-40B4-BE49-F238E27FC236}">
                <a16:creationId xmlns:a16="http://schemas.microsoft.com/office/drawing/2014/main" id="{9EA955B1-C09A-4C88-AA3D-924E6A6BE1F2}"/>
              </a:ext>
            </a:extLst>
          </p:cNvPr>
          <p:cNvSpPr>
            <a:spLocks xmlns:a="http://schemas.openxmlformats.org/drawingml/2006/main" noGrp="1"/>
          </p:cNvSpPr>
          <p:nvPr/>
        </p:nvSpPr>
        <p:spPr>
          <a:xfrm xmlns:a="http://schemas.openxmlformats.org/drawingml/2006/main">
            <a:off x="4953000" y="23431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Manage the personal action queue</a:t>
            </a:r>
          </a:p>
        </p:txBody>
      </p:sp>
      <p:sp>
        <p:nvSpPr>
          <p:cNvPr id="18" name="">
            <a:extLst xmlns:a="http://schemas.openxmlformats.org/drawingml/2006/main">
              <a:ext uri="{FF2B5EF4-FFF2-40B4-BE49-F238E27FC236}">
                <a16:creationId xmlns:a16="http://schemas.microsoft.com/office/drawing/2014/main" id="{AB79FA4E-865B-4D4B-9B8A-E3D8DB5CE582}"/>
              </a:ext>
            </a:extLst>
          </p:cNvPr>
          <p:cNvSpPr>
            <a:spLocks xmlns:a="http://schemas.openxmlformats.org/drawingml/2006/main" noGrp="1"/>
          </p:cNvSpPr>
          <p:nvPr/>
        </p:nvSpPr>
        <p:spPr>
          <a:xfrm xmlns:a="http://schemas.openxmlformats.org/drawingml/2006/main">
            <a:off x="9525000" y="23431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18, 31</a:t>
            </a:r>
          </a:p>
        </p:txBody>
      </p:sp>
      <p:sp>
        <p:nvSpPr>
          <p:cNvPr id="19" name="">
            <a:extLst xmlns:a="http://schemas.openxmlformats.org/drawingml/2006/main">
              <a:ext uri="{FF2B5EF4-FFF2-40B4-BE49-F238E27FC236}">
                <a16:creationId xmlns:a16="http://schemas.microsoft.com/office/drawing/2014/main" id="{50E7549E-A6CB-4F62-91EE-D2FE15E47DB2}"/>
              </a:ext>
            </a:extLst>
          </p:cNvPr>
          <p:cNvSpPr>
            <a:spLocks xmlns:a="http://schemas.openxmlformats.org/drawingml/2006/main" noGrp="1"/>
          </p:cNvSpPr>
          <p:nvPr/>
        </p:nvSpPr>
        <p:spPr>
          <a:xfrm xmlns:a="http://schemas.openxmlformats.org/drawingml/2006/main">
            <a:off x="10668000" y="23431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0" name="">
            <a:extLst xmlns:a="http://schemas.openxmlformats.org/drawingml/2006/main">
              <a:ext uri="{FF2B5EF4-FFF2-40B4-BE49-F238E27FC236}">
                <a16:creationId xmlns:a16="http://schemas.microsoft.com/office/drawing/2014/main" id="{DF65B10C-9C5B-459E-B901-9B276976838A}"/>
              </a:ext>
            </a:extLst>
          </p:cNvPr>
          <p:cNvSpPr>
            <a:spLocks xmlns:a="http://schemas.openxmlformats.org/drawingml/2006/main" noGrp="1"/>
          </p:cNvSpPr>
          <p:nvPr/>
        </p:nvSpPr>
        <p:spPr>
          <a:xfrm xmlns:a="http://schemas.openxmlformats.org/drawingml/2006/main">
            <a:off x="609600" y="26765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9A7EAB2-4193-4D47-BA31-B5C400E99840}"/>
              </a:ext>
            </a:extLst>
          </p:cNvPr>
          <p:cNvSpPr>
            <a:spLocks xmlns:a="http://schemas.openxmlformats.org/drawingml/2006/main" noGrp="1"/>
          </p:cNvSpPr>
          <p:nvPr/>
        </p:nvSpPr>
        <p:spPr>
          <a:xfrm xmlns:a="http://schemas.openxmlformats.org/drawingml/2006/main">
            <a:off x="723900" y="27527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Template and Report Audit</a:t>
            </a:r>
          </a:p>
        </p:txBody>
      </p:sp>
      <p:sp>
        <p:nvSpPr>
          <p:cNvPr id="22" name="">
            <a:extLst xmlns:a="http://schemas.openxmlformats.org/drawingml/2006/main">
              <a:ext uri="{FF2B5EF4-FFF2-40B4-BE49-F238E27FC236}">
                <a16:creationId xmlns:a16="http://schemas.microsoft.com/office/drawing/2014/main" id="{D9839514-A499-4D5D-B681-A86E23681227}"/>
              </a:ext>
            </a:extLst>
          </p:cNvPr>
          <p:cNvSpPr>
            <a:spLocks xmlns:a="http://schemas.openxmlformats.org/drawingml/2006/main" noGrp="1"/>
          </p:cNvSpPr>
          <p:nvPr/>
        </p:nvSpPr>
        <p:spPr>
          <a:xfrm xmlns:a="http://schemas.openxmlformats.org/drawingml/2006/main">
            <a:off x="4953000" y="27527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Retain workflow accountability</a:t>
            </a:r>
          </a:p>
        </p:txBody>
      </p:sp>
      <p:sp>
        <p:nvSpPr>
          <p:cNvPr id="23" name="">
            <a:extLst xmlns:a="http://schemas.openxmlformats.org/drawingml/2006/main">
              <a:ext uri="{FF2B5EF4-FFF2-40B4-BE49-F238E27FC236}">
                <a16:creationId xmlns:a16="http://schemas.microsoft.com/office/drawing/2014/main" id="{A063532A-1453-4A40-8502-7613BBD5B2BE}"/>
              </a:ext>
            </a:extLst>
          </p:cNvPr>
          <p:cNvSpPr>
            <a:spLocks xmlns:a="http://schemas.openxmlformats.org/drawingml/2006/main" noGrp="1"/>
          </p:cNvSpPr>
          <p:nvPr/>
        </p:nvSpPr>
        <p:spPr>
          <a:xfrm xmlns:a="http://schemas.openxmlformats.org/drawingml/2006/main">
            <a:off x="9525000" y="27527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19</a:t>
            </a:r>
          </a:p>
        </p:txBody>
      </p:sp>
      <p:sp>
        <p:nvSpPr>
          <p:cNvPr id="24" name="">
            <a:extLst xmlns:a="http://schemas.openxmlformats.org/drawingml/2006/main">
              <a:ext uri="{FF2B5EF4-FFF2-40B4-BE49-F238E27FC236}">
                <a16:creationId xmlns:a16="http://schemas.microsoft.com/office/drawing/2014/main" id="{8CA425AE-4612-46E0-941C-2F6F6C1E6E9D}"/>
              </a:ext>
            </a:extLst>
          </p:cNvPr>
          <p:cNvSpPr>
            <a:spLocks xmlns:a="http://schemas.openxmlformats.org/drawingml/2006/main" noGrp="1"/>
          </p:cNvSpPr>
          <p:nvPr/>
        </p:nvSpPr>
        <p:spPr>
          <a:xfrm xmlns:a="http://schemas.openxmlformats.org/drawingml/2006/main">
            <a:off x="10668000" y="27527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5" name="">
            <a:extLst xmlns:a="http://schemas.openxmlformats.org/drawingml/2006/main">
              <a:ext uri="{FF2B5EF4-FFF2-40B4-BE49-F238E27FC236}">
                <a16:creationId xmlns:a16="http://schemas.microsoft.com/office/drawing/2014/main" id="{BAA75727-EDC2-4F1A-B7EF-A8FE95DFC5D7}"/>
              </a:ext>
            </a:extLst>
          </p:cNvPr>
          <p:cNvSpPr>
            <a:spLocks xmlns:a="http://schemas.openxmlformats.org/drawingml/2006/main" noGrp="1"/>
          </p:cNvSpPr>
          <p:nvPr/>
        </p:nvSpPr>
        <p:spPr>
          <a:xfrm xmlns:a="http://schemas.openxmlformats.org/drawingml/2006/main">
            <a:off x="723900" y="31623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Admin Audit Log</a:t>
            </a:r>
          </a:p>
        </p:txBody>
      </p:sp>
      <p:sp>
        <p:nvSpPr>
          <p:cNvPr id="26" name="">
            <a:extLst xmlns:a="http://schemas.openxmlformats.org/drawingml/2006/main">
              <a:ext uri="{FF2B5EF4-FFF2-40B4-BE49-F238E27FC236}">
                <a16:creationId xmlns:a16="http://schemas.microsoft.com/office/drawing/2014/main" id="{5E03EB9B-42A7-4857-A8DF-604D790AF8EF}"/>
              </a:ext>
            </a:extLst>
          </p:cNvPr>
          <p:cNvSpPr>
            <a:spLocks xmlns:a="http://schemas.openxmlformats.org/drawingml/2006/main" noGrp="1"/>
          </p:cNvSpPr>
          <p:nvPr/>
        </p:nvSpPr>
        <p:spPr>
          <a:xfrm xmlns:a="http://schemas.openxmlformats.org/drawingml/2006/main">
            <a:off x="4953000" y="31623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Trace configuration changes</a:t>
            </a:r>
          </a:p>
        </p:txBody>
      </p:sp>
      <p:sp>
        <p:nvSpPr>
          <p:cNvPr id="27" name="">
            <a:extLst xmlns:a="http://schemas.openxmlformats.org/drawingml/2006/main">
              <a:ext uri="{FF2B5EF4-FFF2-40B4-BE49-F238E27FC236}">
                <a16:creationId xmlns:a16="http://schemas.microsoft.com/office/drawing/2014/main" id="{106A3C6E-0CBA-4F2A-B539-92ED109DE8B8}"/>
              </a:ext>
            </a:extLst>
          </p:cNvPr>
          <p:cNvSpPr>
            <a:spLocks xmlns:a="http://schemas.openxmlformats.org/drawingml/2006/main" noGrp="1"/>
          </p:cNvSpPr>
          <p:nvPr/>
        </p:nvSpPr>
        <p:spPr>
          <a:xfrm xmlns:a="http://schemas.openxmlformats.org/drawingml/2006/main">
            <a:off x="9525000" y="316230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19, 21</a:t>
            </a:r>
          </a:p>
        </p:txBody>
      </p:sp>
      <p:sp>
        <p:nvSpPr>
          <p:cNvPr id="28" name="">
            <a:extLst xmlns:a="http://schemas.openxmlformats.org/drawingml/2006/main">
              <a:ext uri="{FF2B5EF4-FFF2-40B4-BE49-F238E27FC236}">
                <a16:creationId xmlns:a16="http://schemas.microsoft.com/office/drawing/2014/main" id="{0CFA7D3B-9A0D-4DF2-8A06-09A4E5EE912C}"/>
              </a:ext>
            </a:extLst>
          </p:cNvPr>
          <p:cNvSpPr>
            <a:spLocks xmlns:a="http://schemas.openxmlformats.org/drawingml/2006/main" noGrp="1"/>
          </p:cNvSpPr>
          <p:nvPr/>
        </p:nvSpPr>
        <p:spPr>
          <a:xfrm xmlns:a="http://schemas.openxmlformats.org/drawingml/2006/main">
            <a:off x="10668000" y="31623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29" name="">
            <a:extLst xmlns:a="http://schemas.openxmlformats.org/drawingml/2006/main">
              <a:ext uri="{FF2B5EF4-FFF2-40B4-BE49-F238E27FC236}">
                <a16:creationId xmlns:a16="http://schemas.microsoft.com/office/drawing/2014/main" id="{A168AF03-7027-4E5C-9054-C9F17D1E16B2}"/>
              </a:ext>
            </a:extLst>
          </p:cNvPr>
          <p:cNvSpPr>
            <a:spLocks xmlns:a="http://schemas.openxmlformats.org/drawingml/2006/main" noGrp="1"/>
          </p:cNvSpPr>
          <p:nvPr/>
        </p:nvSpPr>
        <p:spPr>
          <a:xfrm xmlns:a="http://schemas.openxmlformats.org/drawingml/2006/main">
            <a:off x="609600" y="34956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65E4CD4-9FAD-4AC0-B10C-F346063F2144}"/>
              </a:ext>
            </a:extLst>
          </p:cNvPr>
          <p:cNvSpPr>
            <a:spLocks xmlns:a="http://schemas.openxmlformats.org/drawingml/2006/main" noGrp="1"/>
          </p:cNvSpPr>
          <p:nvPr/>
        </p:nvSpPr>
        <p:spPr>
          <a:xfrm xmlns:a="http://schemas.openxmlformats.org/drawingml/2006/main">
            <a:off x="723900" y="35718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Admin Overview</a:t>
            </a:r>
          </a:p>
        </p:txBody>
      </p:sp>
      <p:sp>
        <p:nvSpPr>
          <p:cNvPr id="31" name="">
            <a:extLst xmlns:a="http://schemas.openxmlformats.org/drawingml/2006/main">
              <a:ext uri="{FF2B5EF4-FFF2-40B4-BE49-F238E27FC236}">
                <a16:creationId xmlns:a16="http://schemas.microsoft.com/office/drawing/2014/main" id="{56F20300-DF19-40E4-98AE-6F281FA7357E}"/>
              </a:ext>
            </a:extLst>
          </p:cNvPr>
          <p:cNvSpPr>
            <a:spLocks xmlns:a="http://schemas.openxmlformats.org/drawingml/2006/main" noGrp="1"/>
          </p:cNvSpPr>
          <p:nvPr/>
        </p:nvSpPr>
        <p:spPr>
          <a:xfrm xmlns:a="http://schemas.openxmlformats.org/drawingml/2006/main">
            <a:off x="4953000" y="35718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See configuration posture and recent activity</a:t>
            </a:r>
          </a:p>
        </p:txBody>
      </p:sp>
      <p:sp>
        <p:nvSpPr>
          <p:cNvPr id="32" name="">
            <a:extLst xmlns:a="http://schemas.openxmlformats.org/drawingml/2006/main">
              <a:ext uri="{FF2B5EF4-FFF2-40B4-BE49-F238E27FC236}">
                <a16:creationId xmlns:a16="http://schemas.microsoft.com/office/drawing/2014/main" id="{2BC4A16A-BBCD-4C31-86B4-6C9F66CE35CC}"/>
              </a:ext>
            </a:extLst>
          </p:cNvPr>
          <p:cNvSpPr>
            <a:spLocks xmlns:a="http://schemas.openxmlformats.org/drawingml/2006/main" noGrp="1"/>
          </p:cNvSpPr>
          <p:nvPr/>
        </p:nvSpPr>
        <p:spPr>
          <a:xfrm xmlns:a="http://schemas.openxmlformats.org/drawingml/2006/main">
            <a:off x="9525000" y="35718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21, 30</a:t>
            </a:r>
          </a:p>
        </p:txBody>
      </p:sp>
      <p:sp>
        <p:nvSpPr>
          <p:cNvPr id="33" name="">
            <a:extLst xmlns:a="http://schemas.openxmlformats.org/drawingml/2006/main">
              <a:ext uri="{FF2B5EF4-FFF2-40B4-BE49-F238E27FC236}">
                <a16:creationId xmlns:a16="http://schemas.microsoft.com/office/drawing/2014/main" id="{7AA38208-54E9-4712-B8CA-BD7D39791DE6}"/>
              </a:ext>
            </a:extLst>
          </p:cNvPr>
          <p:cNvSpPr>
            <a:spLocks xmlns:a="http://schemas.openxmlformats.org/drawingml/2006/main" noGrp="1"/>
          </p:cNvSpPr>
          <p:nvPr/>
        </p:nvSpPr>
        <p:spPr>
          <a:xfrm xmlns:a="http://schemas.openxmlformats.org/drawingml/2006/main">
            <a:off x="10668000" y="35718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34" name="">
            <a:extLst xmlns:a="http://schemas.openxmlformats.org/drawingml/2006/main">
              <a:ext uri="{FF2B5EF4-FFF2-40B4-BE49-F238E27FC236}">
                <a16:creationId xmlns:a16="http://schemas.microsoft.com/office/drawing/2014/main" id="{EE9761DF-D7ED-4FD9-989B-6431AE183B02}"/>
              </a:ext>
            </a:extLst>
          </p:cNvPr>
          <p:cNvSpPr>
            <a:spLocks xmlns:a="http://schemas.openxmlformats.org/drawingml/2006/main" noGrp="1"/>
          </p:cNvSpPr>
          <p:nvPr/>
        </p:nvSpPr>
        <p:spPr>
          <a:xfrm xmlns:a="http://schemas.openxmlformats.org/drawingml/2006/main">
            <a:off x="723900" y="39814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Feature Management</a:t>
            </a:r>
          </a:p>
        </p:txBody>
      </p:sp>
      <p:sp>
        <p:nvSpPr>
          <p:cNvPr id="35" name="">
            <a:extLst xmlns:a="http://schemas.openxmlformats.org/drawingml/2006/main">
              <a:ext uri="{FF2B5EF4-FFF2-40B4-BE49-F238E27FC236}">
                <a16:creationId xmlns:a16="http://schemas.microsoft.com/office/drawing/2014/main" id="{A52F684A-E2EF-4CF4-800B-FABF658877B6}"/>
              </a:ext>
            </a:extLst>
          </p:cNvPr>
          <p:cNvSpPr>
            <a:spLocks xmlns:a="http://schemas.openxmlformats.org/drawingml/2006/main" noGrp="1"/>
          </p:cNvSpPr>
          <p:nvPr/>
        </p:nvSpPr>
        <p:spPr>
          <a:xfrm xmlns:a="http://schemas.openxmlformats.org/drawingml/2006/main">
            <a:off x="4953000" y="39814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Shape the available Studio experience</a:t>
            </a:r>
          </a:p>
        </p:txBody>
      </p:sp>
      <p:sp>
        <p:nvSpPr>
          <p:cNvPr id="36" name="">
            <a:extLst xmlns:a="http://schemas.openxmlformats.org/drawingml/2006/main">
              <a:ext uri="{FF2B5EF4-FFF2-40B4-BE49-F238E27FC236}">
                <a16:creationId xmlns:a16="http://schemas.microsoft.com/office/drawing/2014/main" id="{8D38F998-E307-4C1A-B274-DB16A3365F76}"/>
              </a:ext>
            </a:extLst>
          </p:cNvPr>
          <p:cNvSpPr>
            <a:spLocks xmlns:a="http://schemas.openxmlformats.org/drawingml/2006/main" noGrp="1"/>
          </p:cNvSpPr>
          <p:nvPr/>
        </p:nvSpPr>
        <p:spPr>
          <a:xfrm xmlns:a="http://schemas.openxmlformats.org/drawingml/2006/main">
            <a:off x="9525000" y="39814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22</a:t>
            </a:r>
          </a:p>
        </p:txBody>
      </p:sp>
      <p:sp>
        <p:nvSpPr>
          <p:cNvPr id="37" name="">
            <a:extLst xmlns:a="http://schemas.openxmlformats.org/drawingml/2006/main">
              <a:ext uri="{FF2B5EF4-FFF2-40B4-BE49-F238E27FC236}">
                <a16:creationId xmlns:a16="http://schemas.microsoft.com/office/drawing/2014/main" id="{B6C06DFB-5574-4B85-9F47-6B129823AA94}"/>
              </a:ext>
            </a:extLst>
          </p:cNvPr>
          <p:cNvSpPr>
            <a:spLocks xmlns:a="http://schemas.openxmlformats.org/drawingml/2006/main" noGrp="1"/>
          </p:cNvSpPr>
          <p:nvPr/>
        </p:nvSpPr>
        <p:spPr>
          <a:xfrm xmlns:a="http://schemas.openxmlformats.org/drawingml/2006/main">
            <a:off x="10668000" y="39814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38" name="">
            <a:extLst xmlns:a="http://schemas.openxmlformats.org/drawingml/2006/main">
              <a:ext uri="{FF2B5EF4-FFF2-40B4-BE49-F238E27FC236}">
                <a16:creationId xmlns:a16="http://schemas.microsoft.com/office/drawing/2014/main" id="{F34F1DDA-47A1-4C2B-AE69-18B2B4341E60}"/>
              </a:ext>
            </a:extLst>
          </p:cNvPr>
          <p:cNvSpPr>
            <a:spLocks xmlns:a="http://schemas.openxmlformats.org/drawingml/2006/main" noGrp="1"/>
          </p:cNvSpPr>
          <p:nvPr/>
        </p:nvSpPr>
        <p:spPr>
          <a:xfrm xmlns:a="http://schemas.openxmlformats.org/drawingml/2006/main">
            <a:off x="609600" y="43148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2182CF8-7D01-4D6D-B71A-51AB45BF6113}"/>
              </a:ext>
            </a:extLst>
          </p:cNvPr>
          <p:cNvSpPr>
            <a:spLocks xmlns:a="http://schemas.openxmlformats.org/drawingml/2006/main" noGrp="1"/>
          </p:cNvSpPr>
          <p:nvPr/>
        </p:nvSpPr>
        <p:spPr>
          <a:xfrm xmlns:a="http://schemas.openxmlformats.org/drawingml/2006/main">
            <a:off x="723900" y="43910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Element Management</a:t>
            </a:r>
          </a:p>
        </p:txBody>
      </p:sp>
      <p:sp>
        <p:nvSpPr>
          <p:cNvPr id="40" name="">
            <a:extLst xmlns:a="http://schemas.openxmlformats.org/drawingml/2006/main">
              <a:ext uri="{FF2B5EF4-FFF2-40B4-BE49-F238E27FC236}">
                <a16:creationId xmlns:a16="http://schemas.microsoft.com/office/drawing/2014/main" id="{F72D318C-3C79-455F-8E77-E440D6F22F33}"/>
              </a:ext>
            </a:extLst>
          </p:cNvPr>
          <p:cNvSpPr>
            <a:spLocks xmlns:a="http://schemas.openxmlformats.org/drawingml/2006/main" noGrp="1"/>
          </p:cNvSpPr>
          <p:nvPr/>
        </p:nvSpPr>
        <p:spPr>
          <a:xfrm xmlns:a="http://schemas.openxmlformats.org/drawingml/2006/main">
            <a:off x="4953000" y="43910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Control future creator building blocks</a:t>
            </a:r>
          </a:p>
        </p:txBody>
      </p:sp>
      <p:sp>
        <p:nvSpPr>
          <p:cNvPr id="41" name="">
            <a:extLst xmlns:a="http://schemas.openxmlformats.org/drawingml/2006/main">
              <a:ext uri="{FF2B5EF4-FFF2-40B4-BE49-F238E27FC236}">
                <a16:creationId xmlns:a16="http://schemas.microsoft.com/office/drawing/2014/main" id="{D01D4671-7A2D-45A4-A2A0-C1152E2A50B1}"/>
              </a:ext>
            </a:extLst>
          </p:cNvPr>
          <p:cNvSpPr>
            <a:spLocks xmlns:a="http://schemas.openxmlformats.org/drawingml/2006/main" noGrp="1"/>
          </p:cNvSpPr>
          <p:nvPr/>
        </p:nvSpPr>
        <p:spPr>
          <a:xfrm xmlns:a="http://schemas.openxmlformats.org/drawingml/2006/main">
            <a:off x="9525000" y="43910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8, 22</a:t>
            </a:r>
          </a:p>
        </p:txBody>
      </p:sp>
      <p:sp>
        <p:nvSpPr>
          <p:cNvPr id="42" name="">
            <a:extLst xmlns:a="http://schemas.openxmlformats.org/drawingml/2006/main">
              <a:ext uri="{FF2B5EF4-FFF2-40B4-BE49-F238E27FC236}">
                <a16:creationId xmlns:a16="http://schemas.microsoft.com/office/drawing/2014/main" id="{E7154932-30C6-4828-9398-880C5C4A3147}"/>
              </a:ext>
            </a:extLst>
          </p:cNvPr>
          <p:cNvSpPr>
            <a:spLocks xmlns:a="http://schemas.openxmlformats.org/drawingml/2006/main" noGrp="1"/>
          </p:cNvSpPr>
          <p:nvPr/>
        </p:nvSpPr>
        <p:spPr>
          <a:xfrm xmlns:a="http://schemas.openxmlformats.org/drawingml/2006/main">
            <a:off x="10668000" y="43910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43" name="">
            <a:extLst xmlns:a="http://schemas.openxmlformats.org/drawingml/2006/main">
              <a:ext uri="{FF2B5EF4-FFF2-40B4-BE49-F238E27FC236}">
                <a16:creationId xmlns:a16="http://schemas.microsoft.com/office/drawing/2014/main" id="{21009A6B-F9E8-4BE1-8EED-3693D0E6C0A0}"/>
              </a:ext>
            </a:extLst>
          </p:cNvPr>
          <p:cNvSpPr>
            <a:spLocks xmlns:a="http://schemas.openxmlformats.org/drawingml/2006/main" noGrp="1"/>
          </p:cNvSpPr>
          <p:nvPr/>
        </p:nvSpPr>
        <p:spPr>
          <a:xfrm xmlns:a="http://schemas.openxmlformats.org/drawingml/2006/main">
            <a:off x="723900" y="48006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Pack &amp; Content Management</a:t>
            </a:r>
          </a:p>
        </p:txBody>
      </p:sp>
      <p:sp>
        <p:nvSpPr>
          <p:cNvPr id="44" name="">
            <a:extLst xmlns:a="http://schemas.openxmlformats.org/drawingml/2006/main">
              <a:ext uri="{FF2B5EF4-FFF2-40B4-BE49-F238E27FC236}">
                <a16:creationId xmlns:a16="http://schemas.microsoft.com/office/drawing/2014/main" id="{E21BE230-B4C8-4926-AE6F-A52C7914E1FA}"/>
              </a:ext>
            </a:extLst>
          </p:cNvPr>
          <p:cNvSpPr>
            <a:spLocks xmlns:a="http://schemas.openxmlformats.org/drawingml/2006/main" noGrp="1"/>
          </p:cNvSpPr>
          <p:nvPr/>
        </p:nvSpPr>
        <p:spPr>
          <a:xfrm xmlns:a="http://schemas.openxmlformats.org/drawingml/2006/main">
            <a:off x="4953000" y="48006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Govern reusable standards centrally</a:t>
            </a:r>
          </a:p>
        </p:txBody>
      </p:sp>
      <p:sp>
        <p:nvSpPr>
          <p:cNvPr id="45" name="">
            <a:extLst xmlns:a="http://schemas.openxmlformats.org/drawingml/2006/main">
              <a:ext uri="{FF2B5EF4-FFF2-40B4-BE49-F238E27FC236}">
                <a16:creationId xmlns:a16="http://schemas.microsoft.com/office/drawing/2014/main" id="{38FFE9E0-AF0B-4C04-BCA8-71EBBBCAF1C1}"/>
              </a:ext>
            </a:extLst>
          </p:cNvPr>
          <p:cNvSpPr>
            <a:spLocks xmlns:a="http://schemas.openxmlformats.org/drawingml/2006/main" noGrp="1"/>
          </p:cNvSpPr>
          <p:nvPr/>
        </p:nvSpPr>
        <p:spPr>
          <a:xfrm xmlns:a="http://schemas.openxmlformats.org/drawingml/2006/main">
            <a:off x="9525000" y="480060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23</a:t>
            </a:r>
          </a:p>
        </p:txBody>
      </p:sp>
      <p:sp>
        <p:nvSpPr>
          <p:cNvPr id="46" name="">
            <a:extLst xmlns:a="http://schemas.openxmlformats.org/drawingml/2006/main">
              <a:ext uri="{FF2B5EF4-FFF2-40B4-BE49-F238E27FC236}">
                <a16:creationId xmlns:a16="http://schemas.microsoft.com/office/drawing/2014/main" id="{2442D90E-3311-41F2-82AF-0D2A14BAC988}"/>
              </a:ext>
            </a:extLst>
          </p:cNvPr>
          <p:cNvSpPr>
            <a:spLocks xmlns:a="http://schemas.openxmlformats.org/drawingml/2006/main" noGrp="1"/>
          </p:cNvSpPr>
          <p:nvPr/>
        </p:nvSpPr>
        <p:spPr>
          <a:xfrm xmlns:a="http://schemas.openxmlformats.org/drawingml/2006/main">
            <a:off x="10668000" y="48006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47" name="">
            <a:extLst xmlns:a="http://schemas.openxmlformats.org/drawingml/2006/main">
              <a:ext uri="{FF2B5EF4-FFF2-40B4-BE49-F238E27FC236}">
                <a16:creationId xmlns:a16="http://schemas.microsoft.com/office/drawing/2014/main" id="{289AF7BF-A99C-4E83-A571-6F9ED5D6B851}"/>
              </a:ext>
            </a:extLst>
          </p:cNvPr>
          <p:cNvSpPr>
            <a:spLocks xmlns:a="http://schemas.openxmlformats.org/drawingml/2006/main" noGrp="1"/>
          </p:cNvSpPr>
          <p:nvPr/>
        </p:nvSpPr>
        <p:spPr>
          <a:xfrm xmlns:a="http://schemas.openxmlformats.org/drawingml/2006/main">
            <a:off x="609600" y="513397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78470A5-E1E2-4505-B946-1ECE951CE505}"/>
              </a:ext>
            </a:extLst>
          </p:cNvPr>
          <p:cNvSpPr>
            <a:spLocks xmlns:a="http://schemas.openxmlformats.org/drawingml/2006/main" noGrp="1"/>
          </p:cNvSpPr>
          <p:nvPr/>
        </p:nvSpPr>
        <p:spPr>
          <a:xfrm xmlns:a="http://schemas.openxmlformats.org/drawingml/2006/main">
            <a:off x="723900" y="521017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Users &amp; Access</a:t>
            </a:r>
          </a:p>
        </p:txBody>
      </p:sp>
      <p:sp>
        <p:nvSpPr>
          <p:cNvPr id="49" name="">
            <a:extLst xmlns:a="http://schemas.openxmlformats.org/drawingml/2006/main">
              <a:ext uri="{FF2B5EF4-FFF2-40B4-BE49-F238E27FC236}">
                <a16:creationId xmlns:a16="http://schemas.microsoft.com/office/drawing/2014/main" id="{812E2047-62F3-4357-95B0-A1FBB80935E7}"/>
              </a:ext>
            </a:extLst>
          </p:cNvPr>
          <p:cNvSpPr>
            <a:spLocks xmlns:a="http://schemas.openxmlformats.org/drawingml/2006/main" noGrp="1"/>
          </p:cNvSpPr>
          <p:nvPr/>
        </p:nvSpPr>
        <p:spPr>
          <a:xfrm xmlns:a="http://schemas.openxmlformats.org/drawingml/2006/main">
            <a:off x="4953000" y="52101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Maintain roles, departments and status</a:t>
            </a:r>
          </a:p>
        </p:txBody>
      </p:sp>
      <p:sp>
        <p:nvSpPr>
          <p:cNvPr id="50" name="">
            <a:extLst xmlns:a="http://schemas.openxmlformats.org/drawingml/2006/main">
              <a:ext uri="{FF2B5EF4-FFF2-40B4-BE49-F238E27FC236}">
                <a16:creationId xmlns:a16="http://schemas.microsoft.com/office/drawing/2014/main" id="{ECB09EB0-A61D-4234-B8A4-26644225AC3D}"/>
              </a:ext>
            </a:extLst>
          </p:cNvPr>
          <p:cNvSpPr>
            <a:spLocks xmlns:a="http://schemas.openxmlformats.org/drawingml/2006/main" noGrp="1"/>
          </p:cNvSpPr>
          <p:nvPr/>
        </p:nvSpPr>
        <p:spPr>
          <a:xfrm xmlns:a="http://schemas.openxmlformats.org/drawingml/2006/main">
            <a:off x="9525000" y="52101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23, 30</a:t>
            </a:r>
          </a:p>
        </p:txBody>
      </p:sp>
      <p:sp>
        <p:nvSpPr>
          <p:cNvPr id="51" name="">
            <a:extLst xmlns:a="http://schemas.openxmlformats.org/drawingml/2006/main">
              <a:ext uri="{FF2B5EF4-FFF2-40B4-BE49-F238E27FC236}">
                <a16:creationId xmlns:a16="http://schemas.microsoft.com/office/drawing/2014/main" id="{E25137D6-20AF-4AE6-B22F-B6A04D8A9B0D}"/>
              </a:ext>
            </a:extLst>
          </p:cNvPr>
          <p:cNvSpPr>
            <a:spLocks xmlns:a="http://schemas.openxmlformats.org/drawingml/2006/main" noGrp="1"/>
          </p:cNvSpPr>
          <p:nvPr/>
        </p:nvSpPr>
        <p:spPr>
          <a:xfrm xmlns:a="http://schemas.openxmlformats.org/drawingml/2006/main">
            <a:off x="10668000" y="521017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52" name="">
            <a:extLst xmlns:a="http://schemas.openxmlformats.org/drawingml/2006/main">
              <a:ext uri="{FF2B5EF4-FFF2-40B4-BE49-F238E27FC236}">
                <a16:creationId xmlns:a16="http://schemas.microsoft.com/office/drawing/2014/main" id="{3DCC949A-B0F1-4BB8-9089-261A82362649}"/>
              </a:ext>
            </a:extLst>
          </p:cNvPr>
          <p:cNvSpPr>
            <a:spLocks xmlns:a="http://schemas.openxmlformats.org/drawingml/2006/main" noGrp="1"/>
          </p:cNvSpPr>
          <p:nvPr/>
        </p:nvSpPr>
        <p:spPr>
          <a:xfrm xmlns:a="http://schemas.openxmlformats.org/drawingml/2006/main">
            <a:off x="723900" y="56197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Categories</a:t>
            </a:r>
          </a:p>
        </p:txBody>
      </p:sp>
      <p:sp>
        <p:nvSpPr>
          <p:cNvPr id="53" name="">
            <a:extLst xmlns:a="http://schemas.openxmlformats.org/drawingml/2006/main">
              <a:ext uri="{FF2B5EF4-FFF2-40B4-BE49-F238E27FC236}">
                <a16:creationId xmlns:a16="http://schemas.microsoft.com/office/drawing/2014/main" id="{4E36560A-8D0C-4D7C-A0EE-CE0835D83FE6}"/>
              </a:ext>
            </a:extLst>
          </p:cNvPr>
          <p:cNvSpPr>
            <a:spLocks xmlns:a="http://schemas.openxmlformats.org/drawingml/2006/main" noGrp="1"/>
          </p:cNvSpPr>
          <p:nvPr/>
        </p:nvSpPr>
        <p:spPr>
          <a:xfrm xmlns:a="http://schemas.openxmlformats.org/drawingml/2006/main">
            <a:off x="4953000" y="56197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Organize the reporting library</a:t>
            </a:r>
          </a:p>
        </p:txBody>
      </p:sp>
      <p:sp>
        <p:nvSpPr>
          <p:cNvPr id="54" name="">
            <a:extLst xmlns:a="http://schemas.openxmlformats.org/drawingml/2006/main">
              <a:ext uri="{FF2B5EF4-FFF2-40B4-BE49-F238E27FC236}">
                <a16:creationId xmlns:a16="http://schemas.microsoft.com/office/drawing/2014/main" id="{CFA1A6C6-F4D3-4C13-A88D-3676C9EFC559}"/>
              </a:ext>
            </a:extLst>
          </p:cNvPr>
          <p:cNvSpPr>
            <a:spLocks xmlns:a="http://schemas.openxmlformats.org/drawingml/2006/main" noGrp="1"/>
          </p:cNvSpPr>
          <p:nvPr/>
        </p:nvSpPr>
        <p:spPr>
          <a:xfrm xmlns:a="http://schemas.openxmlformats.org/drawingml/2006/main">
            <a:off x="9525000" y="5619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20, 23</a:t>
            </a:r>
          </a:p>
        </p:txBody>
      </p:sp>
      <p:sp>
        <p:nvSpPr>
          <p:cNvPr id="55" name="">
            <a:extLst xmlns:a="http://schemas.openxmlformats.org/drawingml/2006/main">
              <a:ext uri="{FF2B5EF4-FFF2-40B4-BE49-F238E27FC236}">
                <a16:creationId xmlns:a16="http://schemas.microsoft.com/office/drawing/2014/main" id="{3C8F4BA8-6F84-432E-9BCB-0EA8D928C0F0}"/>
              </a:ext>
            </a:extLst>
          </p:cNvPr>
          <p:cNvSpPr>
            <a:spLocks xmlns:a="http://schemas.openxmlformats.org/drawingml/2006/main" noGrp="1"/>
          </p:cNvSpPr>
          <p:nvPr/>
        </p:nvSpPr>
        <p:spPr>
          <a:xfrm xmlns:a="http://schemas.openxmlformats.org/drawingml/2006/main">
            <a:off x="10668000" y="561975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
        <p:nvSpPr>
          <p:cNvPr id="56" name="">
            <a:extLst xmlns:a="http://schemas.openxmlformats.org/drawingml/2006/main">
              <a:ext uri="{FF2B5EF4-FFF2-40B4-BE49-F238E27FC236}">
                <a16:creationId xmlns:a16="http://schemas.microsoft.com/office/drawing/2014/main" id="{05F0F340-DDE8-416C-A3C6-55DF74C1DDC4}"/>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B66BD03C-E41C-421D-9630-598FC2FA712A}"/>
              </a:ext>
            </a:extLst>
          </p:cNvPr>
          <p:cNvSpPr>
            <a:spLocks xmlns:a="http://schemas.openxmlformats.org/drawingml/2006/main" noGrp="1"/>
          </p:cNvSpPr>
          <p:nvPr/>
        </p:nvSpPr>
        <p:spPr>
          <a:xfrm xmlns:a="http://schemas.openxmlformats.org/drawingml/2006/main">
            <a:off x="723900" y="6029325"/>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1020"/>
                </a:solidFill>
              </a:defRPr>
            </a:pPr>
            <a:r>
              <a:rPr sz="1200" b="1">
                <a:solidFill>
                  <a:srgbClr val="0B1020"/>
                </a:solidFill>
              </a:rPr>
              <a:t>System policy settings</a:t>
            </a:r>
          </a:p>
        </p:txBody>
      </p:sp>
      <p:sp>
        <p:nvSpPr>
          <p:cNvPr id="58" name="">
            <a:extLst xmlns:a="http://schemas.openxmlformats.org/drawingml/2006/main">
              <a:ext uri="{FF2B5EF4-FFF2-40B4-BE49-F238E27FC236}">
                <a16:creationId xmlns:a16="http://schemas.microsoft.com/office/drawing/2014/main" id="{B365C8AA-7530-4D81-BA46-0D4E97140C40}"/>
              </a:ext>
            </a:extLst>
          </p:cNvPr>
          <p:cNvSpPr>
            <a:spLocks xmlns:a="http://schemas.openxmlformats.org/drawingml/2006/main" noGrp="1"/>
          </p:cNvSpPr>
          <p:nvPr/>
        </p:nvSpPr>
        <p:spPr>
          <a:xfrm xmlns:a="http://schemas.openxmlformats.org/drawingml/2006/main">
            <a:off x="4953000" y="602932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44054"/>
                </a:solidFill>
              </a:defRPr>
            </a:pPr>
            <a:r>
              <a:rPr sz="1125" b="0">
                <a:solidFill>
                  <a:srgbClr val="344054"/>
                </a:solidFill>
              </a:rPr>
              <a:t>Align workflow choices to organization policy</a:t>
            </a:r>
          </a:p>
        </p:txBody>
      </p:sp>
      <p:sp>
        <p:nvSpPr>
          <p:cNvPr id="59" name="">
            <a:extLst xmlns:a="http://schemas.openxmlformats.org/drawingml/2006/main">
              <a:ext uri="{FF2B5EF4-FFF2-40B4-BE49-F238E27FC236}">
                <a16:creationId xmlns:a16="http://schemas.microsoft.com/office/drawing/2014/main" id="{7418CDDD-BD4A-41F1-8B8F-D434AC93C082}"/>
              </a:ext>
            </a:extLst>
          </p:cNvPr>
          <p:cNvSpPr>
            <a:spLocks xmlns:a="http://schemas.openxmlformats.org/drawingml/2006/main" noGrp="1"/>
          </p:cNvSpPr>
          <p:nvPr/>
        </p:nvSpPr>
        <p:spPr>
          <a:xfrm xmlns:a="http://schemas.openxmlformats.org/drawingml/2006/main">
            <a:off x="9525000" y="60293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3CFF"/>
                </a:solidFill>
              </a:defRPr>
            </a:pPr>
            <a:r>
              <a:rPr sz="1200" b="1">
                <a:solidFill>
                  <a:srgbClr val="6D3CFF"/>
                </a:solidFill>
              </a:rPr>
              <a:t>23</a:t>
            </a:r>
          </a:p>
        </p:txBody>
      </p:sp>
      <p:sp>
        <p:nvSpPr>
          <p:cNvPr id="60" name="">
            <a:extLst xmlns:a="http://schemas.openxmlformats.org/drawingml/2006/main">
              <a:ext uri="{FF2B5EF4-FFF2-40B4-BE49-F238E27FC236}">
                <a16:creationId xmlns:a16="http://schemas.microsoft.com/office/drawing/2014/main" id="{ABC3E4B7-7D97-4AAB-83E7-54DE955210BA}"/>
              </a:ext>
            </a:extLst>
          </p:cNvPr>
          <p:cNvSpPr>
            <a:spLocks xmlns:a="http://schemas.openxmlformats.org/drawingml/2006/main" noGrp="1"/>
          </p:cNvSpPr>
          <p:nvPr/>
        </p:nvSpPr>
        <p:spPr>
          <a:xfrm xmlns:a="http://schemas.openxmlformats.org/drawingml/2006/main">
            <a:off x="10668000" y="60293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7A673"/>
                </a:solidFill>
              </a:defRPr>
            </a:pPr>
            <a:r>
              <a:rPr sz="1125" b="1">
                <a:solidFill>
                  <a:srgbClr val="17A673"/>
                </a:solidFill>
              </a:rPr>
              <a:t>YES</a:t>
            </a:r>
          </a:p>
        </p:txBody>
      </p:sp>
    </p:spTree>
    <p:extLst>
      <p:ext uri="{BB962C8B-B14F-4D97-AF65-F5344CB8AC3E}">
        <p14:creationId xmlns:p14="http://schemas.microsoft.com/office/powerpoint/2010/main" val="1289779188"/>
      </p:ext>
    </p:extLst>
  </p:cSld>
</p:sld>
</file>

<file path=ppt/slides/slide39.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0378CB4-73A8-4AF4-A3D0-416961D1685D}"/>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D3CFF"/>
                </a:solidFill>
              </a:defRPr>
            </a:pPr>
            <a:r>
              <a:rPr sz="1050" b="1">
                <a:solidFill>
                  <a:srgbClr val="6D3CFF"/>
                </a:solidFill>
              </a:rPr>
              <a:t>OPTIONAL PRODUCT CAPABILITY APPENDIX</a:t>
            </a:r>
          </a:p>
        </p:txBody>
      </p:sp>
      <p:sp>
        <p:nvSpPr>
          <p:cNvPr id="2" name="slide-title-39">
            <a:extLst xmlns:a="http://schemas.openxmlformats.org/drawingml/2006/main">
              <a:ext uri="{FF2B5EF4-FFF2-40B4-BE49-F238E27FC236}">
                <a16:creationId xmlns:a16="http://schemas.microsoft.com/office/drawing/2014/main" id="{99A172CB-FA77-47A5-ADBF-761AC332AA98}"/>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B1020"/>
                </a:solidFill>
              </a:defRPr>
            </a:pPr>
            <a:r>
              <a:rPr sz="2550" b="1">
                <a:solidFill>
                  <a:srgbClr val="0B1020"/>
                </a:solidFill>
              </a:rPr>
              <a:t>Messaging toolkit</a:t>
            </a:r>
          </a:p>
        </p:txBody>
      </p:sp>
      <p:sp>
        <p:nvSpPr>
          <p:cNvPr id="3" name="">
            <a:extLst xmlns:a="http://schemas.openxmlformats.org/drawingml/2006/main">
              <a:ext uri="{FF2B5EF4-FFF2-40B4-BE49-F238E27FC236}">
                <a16:creationId xmlns:a16="http://schemas.microsoft.com/office/drawing/2014/main" id="{DCA3F924-D750-4BDF-9545-CDD196565269}"/>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67085"/>
                </a:solidFill>
              </a:defRPr>
            </a:pPr>
            <a:r>
              <a:rPr sz="1050" b="1">
                <a:solidFill>
                  <a:srgbClr val="667085"/>
                </a:solidFill>
              </a:rPr>
              <a:t>39</a:t>
            </a:r>
          </a:p>
        </p:txBody>
      </p:sp>
      <p:sp>
        <p:nvSpPr>
          <p:cNvPr id="4" name="">
            <a:extLst xmlns:a="http://schemas.openxmlformats.org/drawingml/2006/main">
              <a:ext uri="{FF2B5EF4-FFF2-40B4-BE49-F238E27FC236}">
                <a16:creationId xmlns:a16="http://schemas.microsoft.com/office/drawing/2014/main" id="{B10DE866-385A-456E-B8C5-CDD71156A89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E8EAF2"/>
            </a:solidFill>
            <a:prstDash val="solid"/>
          </a:ln>
        </p:spPr>
      </p:sp>
      <p:sp>
        <p:nvSpPr>
          <p:cNvPr id="5" name="">
            <a:extLst xmlns:a="http://schemas.openxmlformats.org/drawingml/2006/main">
              <a:ext uri="{FF2B5EF4-FFF2-40B4-BE49-F238E27FC236}">
                <a16:creationId xmlns:a16="http://schemas.microsoft.com/office/drawing/2014/main" id="{71B33BD4-6906-4FFE-B0FC-E5652970A8C8}"/>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98A2B3"/>
                </a:solidFill>
              </a:defRPr>
            </a:pPr>
            <a:r>
              <a:rPr sz="825" b="0">
                <a:solidFill>
                  <a:srgbClr val="98A2B3"/>
                </a:solidFill>
              </a:rPr>
              <a:t>WidgetFlow  |  Client Presentation</a:t>
            </a:r>
          </a:p>
        </p:txBody>
      </p:sp>
      <p:sp>
        <p:nvSpPr>
          <p:cNvPr id="6" name="">
            <a:extLst xmlns:a="http://schemas.openxmlformats.org/drawingml/2006/main">
              <a:ext uri="{FF2B5EF4-FFF2-40B4-BE49-F238E27FC236}">
                <a16:creationId xmlns:a16="http://schemas.microsoft.com/office/drawing/2014/main" id="{E367C73C-C297-45E3-9965-B01EFD97D91D}"/>
              </a:ext>
            </a:extLst>
          </p:cNvPr>
          <p:cNvSpPr>
            <a:spLocks xmlns:a="http://schemas.openxmlformats.org/drawingml/2006/main" noGrp="1"/>
          </p:cNvSpPr>
          <p:nvPr/>
        </p:nvSpPr>
        <p:spPr>
          <a:xfrm xmlns:a="http://schemas.openxmlformats.org/drawingml/2006/main">
            <a:off x="742950" y="16954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3CFF"/>
                </a:solidFill>
              </a:defRPr>
            </a:pPr>
            <a:r>
              <a:rPr sz="1125" b="1">
                <a:solidFill>
                  <a:srgbClr val="6D3CFF"/>
                </a:solidFill>
              </a:rPr>
              <a:t>30-SECOND ELEVATOR PITCH</a:t>
            </a:r>
          </a:p>
        </p:txBody>
      </p:sp>
      <p:sp>
        <p:nvSpPr>
          <p:cNvPr id="7" name="">
            <a:extLst xmlns:a="http://schemas.openxmlformats.org/drawingml/2006/main">
              <a:ext uri="{FF2B5EF4-FFF2-40B4-BE49-F238E27FC236}">
                <a16:creationId xmlns:a16="http://schemas.microsoft.com/office/drawing/2014/main" id="{E6A1B1D7-EC7D-4800-8196-16F1D4CA1131}"/>
              </a:ext>
            </a:extLst>
          </p:cNvPr>
          <p:cNvSpPr>
            <a:spLocks xmlns:a="http://schemas.openxmlformats.org/drawingml/2006/main" noGrp="1"/>
          </p:cNvSpPr>
          <p:nvPr/>
        </p:nvSpPr>
        <p:spPr>
          <a:xfrm xmlns:a="http://schemas.openxmlformats.org/drawingml/2006/main">
            <a:off x="723900" y="2095500"/>
            <a:ext cx="4857750" cy="2667000"/>
          </a:xfrm>
          <a:prstGeom xmlns:a="http://schemas.openxmlformats.org/drawingml/2006/main" prst="roundRect">
            <a:avLst>
              <a:gd name="adj" fmla="val 7857"/>
            </a:avLst>
          </a:prstGeom>
          <a:solidFill xmlns:a="http://schemas.openxmlformats.org/drawingml/2006/main">
            <a:srgbClr val="EEE9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2BA6FAC-8897-41AD-AD3B-E1DA5EE1F484}"/>
              </a:ext>
            </a:extLst>
          </p:cNvPr>
          <p:cNvSpPr>
            <a:spLocks xmlns:a="http://schemas.openxmlformats.org/drawingml/2006/main" noGrp="1"/>
          </p:cNvSpPr>
          <p:nvPr/>
        </p:nvSpPr>
        <p:spPr>
          <a:xfrm xmlns:a="http://schemas.openxmlformats.org/drawingml/2006/main">
            <a:off x="1009650" y="2428875"/>
            <a:ext cx="4286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020"/>
                </a:solidFill>
              </a:defRPr>
            </a:pPr>
            <a:r>
              <a:rPr sz="1575" b="1">
                <a:solidFill>
                  <a:srgbClr val="0B1020"/>
                </a:solidFill>
              </a:rPr>
              <a:t>WidgetFlow turns organizational reporting into one controlled process. Teams build reusable, approved templates; employees complete real reports; managers and directors review, return, reject or sign; and administrators control the standards, capabilities and policies available across the organization. The result is more consistent reporting, faster reuse and a clearer record of every important decision.</a:t>
            </a:r>
          </a:p>
        </p:txBody>
      </p:sp>
      <p:sp>
        <p:nvSpPr>
          <p:cNvPr id="9" name="">
            <a:extLst xmlns:a="http://schemas.openxmlformats.org/drawingml/2006/main">
              <a:ext uri="{FF2B5EF4-FFF2-40B4-BE49-F238E27FC236}">
                <a16:creationId xmlns:a16="http://schemas.microsoft.com/office/drawing/2014/main" id="{A4CE4247-CDB6-4A0A-B93F-9E69F2A9E1E1}"/>
              </a:ext>
            </a:extLst>
          </p:cNvPr>
          <p:cNvSpPr>
            <a:spLocks xmlns:a="http://schemas.openxmlformats.org/drawingml/2006/main" noGrp="1"/>
          </p:cNvSpPr>
          <p:nvPr/>
        </p:nvSpPr>
        <p:spPr>
          <a:xfrm xmlns:a="http://schemas.openxmlformats.org/drawingml/2006/main">
            <a:off x="6334125" y="169545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0C7D9"/>
                </a:solidFill>
              </a:defRPr>
            </a:pPr>
            <a:r>
              <a:rPr sz="1125" b="1">
                <a:solidFill>
                  <a:srgbClr val="20C7D9"/>
                </a:solidFill>
              </a:rPr>
              <a:t>2-MINUTE SALES PITCH — KEY BEATS</a:t>
            </a:r>
          </a:p>
        </p:txBody>
      </p:sp>
      <p:sp>
        <p:nvSpPr>
          <p:cNvPr id="10" name="">
            <a:extLst xmlns:a="http://schemas.openxmlformats.org/drawingml/2006/main">
              <a:ext uri="{FF2B5EF4-FFF2-40B4-BE49-F238E27FC236}">
                <a16:creationId xmlns:a16="http://schemas.microsoft.com/office/drawing/2014/main" id="{8460BE5F-DA4F-4DD7-8A27-E424F9D5D682}"/>
              </a:ext>
            </a:extLst>
          </p:cNvPr>
          <p:cNvSpPr>
            <a:spLocks xmlns:a="http://schemas.openxmlformats.org/drawingml/2006/main" noGrp="1"/>
          </p:cNvSpPr>
          <p:nvPr/>
        </p:nvSpPr>
        <p:spPr>
          <a:xfrm xmlns:a="http://schemas.openxmlformats.org/drawingml/2006/main">
            <a:off x="6400800" y="21431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1020"/>
                </a:solidFill>
              </a:defRPr>
            </a:pPr>
            <a:r>
              <a:rPr sz="1275" b="0">
                <a:solidFill>
                  <a:srgbClr val="0B1020"/>
                </a:solidFill>
              </a:rPr>
              <a:t>1. Reporting breaks down when the process lives across files and messages.</a:t>
            </a:r>
          </a:p>
        </p:txBody>
      </p:sp>
      <p:sp>
        <p:nvSpPr>
          <p:cNvPr id="11" name="">
            <a:extLst xmlns:a="http://schemas.openxmlformats.org/drawingml/2006/main">
              <a:ext uri="{FF2B5EF4-FFF2-40B4-BE49-F238E27FC236}">
                <a16:creationId xmlns:a16="http://schemas.microsoft.com/office/drawing/2014/main" id="{42AD668D-4729-4A97-9F99-F9466E082022}"/>
              </a:ext>
            </a:extLst>
          </p:cNvPr>
          <p:cNvSpPr>
            <a:spLocks xmlns:a="http://schemas.openxmlformats.org/drawingml/2006/main" noGrp="1"/>
          </p:cNvSpPr>
          <p:nvPr/>
        </p:nvSpPr>
        <p:spPr>
          <a:xfrm xmlns:a="http://schemas.openxmlformats.org/drawingml/2006/main">
            <a:off x="6400800" y="26860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2. WidgetFlow connects the standard, the real report and the decision trail.</a:t>
            </a:r>
          </a:p>
        </p:txBody>
      </p:sp>
      <p:sp>
        <p:nvSpPr>
          <p:cNvPr id="12" name="">
            <a:extLst xmlns:a="http://schemas.openxmlformats.org/drawingml/2006/main">
              <a:ext uri="{FF2B5EF4-FFF2-40B4-BE49-F238E27FC236}">
                <a16:creationId xmlns:a16="http://schemas.microsoft.com/office/drawing/2014/main" id="{7916C834-4E04-4BE5-95BB-4AB8587F0E14}"/>
              </a:ext>
            </a:extLst>
          </p:cNvPr>
          <p:cNvSpPr>
            <a:spLocks xmlns:a="http://schemas.openxmlformats.org/drawingml/2006/main" noGrp="1"/>
          </p:cNvSpPr>
          <p:nvPr/>
        </p:nvSpPr>
        <p:spPr>
          <a:xfrm xmlns:a="http://schemas.openxmlformats.org/drawingml/2006/main">
            <a:off x="6400800" y="32289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1020"/>
                </a:solidFill>
              </a:defRPr>
            </a:pPr>
            <a:r>
              <a:rPr sz="1275" b="0">
                <a:solidFill>
                  <a:srgbClr val="0B1020"/>
                </a:solidFill>
              </a:rPr>
              <a:t>3. Studio and reusable content accelerate creation without sacrificing control.</a:t>
            </a:r>
          </a:p>
        </p:txBody>
      </p:sp>
      <p:sp>
        <p:nvSpPr>
          <p:cNvPr id="13" name="">
            <a:extLst xmlns:a="http://schemas.openxmlformats.org/drawingml/2006/main">
              <a:ext uri="{FF2B5EF4-FFF2-40B4-BE49-F238E27FC236}">
                <a16:creationId xmlns:a16="http://schemas.microsoft.com/office/drawing/2014/main" id="{9921EC82-D4E3-4A6E-87BA-AC294B371782}"/>
              </a:ext>
            </a:extLst>
          </p:cNvPr>
          <p:cNvSpPr>
            <a:spLocks xmlns:a="http://schemas.openxmlformats.org/drawingml/2006/main" noGrp="1"/>
          </p:cNvSpPr>
          <p:nvPr/>
        </p:nvSpPr>
        <p:spPr>
          <a:xfrm xmlns:a="http://schemas.openxmlformats.org/drawingml/2006/main">
            <a:off x="6400800" y="37719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1020"/>
                </a:solidFill>
              </a:defRPr>
            </a:pPr>
            <a:r>
              <a:rPr sz="1275" b="0">
                <a:solidFill>
                  <a:srgbClr val="0B1020"/>
                </a:solidFill>
              </a:rPr>
              <a:t>4. Role governance, review outcomes and signatures make responsibility explicit.</a:t>
            </a:r>
          </a:p>
        </p:txBody>
      </p:sp>
      <p:sp>
        <p:nvSpPr>
          <p:cNvPr id="14" name="">
            <a:extLst xmlns:a="http://schemas.openxmlformats.org/drawingml/2006/main">
              <a:ext uri="{FF2B5EF4-FFF2-40B4-BE49-F238E27FC236}">
                <a16:creationId xmlns:a16="http://schemas.microsoft.com/office/drawing/2014/main" id="{A43E0C16-0C83-4D63-86F2-34820A55654E}"/>
              </a:ext>
            </a:extLst>
          </p:cNvPr>
          <p:cNvSpPr>
            <a:spLocks xmlns:a="http://schemas.openxmlformats.org/drawingml/2006/main" noGrp="1"/>
          </p:cNvSpPr>
          <p:nvPr/>
        </p:nvSpPr>
        <p:spPr>
          <a:xfrm xmlns:a="http://schemas.openxmlformats.org/drawingml/2006/main">
            <a:off x="6400800" y="43148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1020"/>
                </a:solidFill>
              </a:defRPr>
            </a:pPr>
            <a:r>
              <a:rPr sz="1275" b="0">
                <a:solidFill>
                  <a:srgbClr val="0B1020"/>
                </a:solidFill>
              </a:rPr>
              <a:t>5. Admin shapes the organization-wide experience and retains configuration audit.</a:t>
            </a:r>
          </a:p>
        </p:txBody>
      </p:sp>
      <p:sp>
        <p:nvSpPr>
          <p:cNvPr id="15" name="">
            <a:extLst xmlns:a="http://schemas.openxmlformats.org/drawingml/2006/main">
              <a:ext uri="{FF2B5EF4-FFF2-40B4-BE49-F238E27FC236}">
                <a16:creationId xmlns:a16="http://schemas.microsoft.com/office/drawing/2014/main" id="{1BEBF7C7-51E1-4ACB-BE1B-3BAA31652431}"/>
              </a:ext>
            </a:extLst>
          </p:cNvPr>
          <p:cNvSpPr>
            <a:spLocks xmlns:a="http://schemas.openxmlformats.org/drawingml/2006/main" noGrp="1"/>
          </p:cNvSpPr>
          <p:nvPr/>
        </p:nvSpPr>
        <p:spPr>
          <a:xfrm xmlns:a="http://schemas.openxmlformats.org/drawingml/2006/main">
            <a:off x="6400800" y="48577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B1020"/>
                </a:solidFill>
              </a:defRPr>
            </a:pPr>
            <a:r>
              <a:rPr sz="1275" b="1">
                <a:solidFill>
                  <a:srgbClr val="0B1020"/>
                </a:solidFill>
              </a:rPr>
              <a:t>6. Start with one high-value recurring reporting workflow.</a:t>
            </a:r>
          </a:p>
        </p:txBody>
      </p:sp>
      <p:sp>
        <p:nvSpPr>
          <p:cNvPr id="16" name="">
            <a:extLst xmlns:a="http://schemas.openxmlformats.org/drawingml/2006/main">
              <a:ext uri="{FF2B5EF4-FFF2-40B4-BE49-F238E27FC236}">
                <a16:creationId xmlns:a16="http://schemas.microsoft.com/office/drawing/2014/main" id="{0D4AAF00-BF69-433F-8786-893904FA5CB9}"/>
              </a:ext>
            </a:extLst>
          </p:cNvPr>
          <p:cNvSpPr>
            <a:spLocks xmlns:a="http://schemas.openxmlformats.org/drawingml/2006/main" noGrp="1"/>
          </p:cNvSpPr>
          <p:nvPr/>
        </p:nvSpPr>
        <p:spPr>
          <a:xfrm xmlns:a="http://schemas.openxmlformats.org/drawingml/2006/main">
            <a:off x="6477000" y="57150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67085"/>
                </a:solidFill>
              </a:defRPr>
            </a:pPr>
            <a:r>
              <a:rPr sz="1125" b="0">
                <a:solidFill>
                  <a:srgbClr val="667085"/>
                </a:solidFill>
              </a:rPr>
              <a:t>The full verbatim two-minute pitch is in the speaker notes.</a:t>
            </a:r>
          </a:p>
        </p:txBody>
      </p:sp>
    </p:spTree>
    <p:extLst>
      <p:ext uri="{BB962C8B-B14F-4D97-AF65-F5344CB8AC3E}">
        <p14:creationId xmlns:p14="http://schemas.microsoft.com/office/powerpoint/2010/main" val="1597765628"/>
      </p:ext>
    </p:extLst>
  </p:cSld>
</p:sld>
</file>

<file path=ppt/slides/slide40.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1B1D4A-AB13-4E74-81D8-AEC0C7D76B1F}"/>
              </a:ext>
            </a:extLst>
          </p:cNvPr>
          <p:cNvSpPr>
            <a:spLocks xmlns:a="http://schemas.openxmlformats.org/drawingml/2006/main" noGrp="1"/>
          </p:cNvSpPr>
          <p:nvPr/>
        </p:nvSpPr>
        <p:spPr>
          <a:xfrm xmlns:a="http://schemas.openxmlformats.org/drawingml/2006/main">
            <a:off x="609600" y="381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92ECF4"/>
                </a:solidFill>
              </a:defRPr>
            </a:pPr>
            <a:r>
              <a:rPr sz="1050" b="1">
                <a:solidFill>
                  <a:srgbClr val="92ECF4"/>
                </a:solidFill>
              </a:rPr>
              <a:t>OPTIONAL PRODUCT CAPABILITY APPENDIX</a:t>
            </a:r>
          </a:p>
        </p:txBody>
      </p:sp>
      <p:sp>
        <p:nvSpPr>
          <p:cNvPr id="2" name="slide-title-40">
            <a:extLst xmlns:a="http://schemas.openxmlformats.org/drawingml/2006/main">
              <a:ext uri="{FF2B5EF4-FFF2-40B4-BE49-F238E27FC236}">
                <a16:creationId xmlns:a16="http://schemas.microsoft.com/office/drawing/2014/main" id="{0A74D5F0-CFB3-4A8E-9C87-9F194410E567}"/>
              </a:ext>
            </a:extLst>
          </p:cNvPr>
          <p:cNvSpPr>
            <a:spLocks xmlns:a="http://schemas.openxmlformats.org/drawingml/2006/main" noGrp="1"/>
          </p:cNvSpPr>
          <p:nvPr/>
        </p:nvSpPr>
        <p:spPr>
          <a:xfrm xmlns:a="http://schemas.openxmlformats.org/drawingml/2006/main">
            <a:off x="609600" y="7048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Technology foundation for product evaluation</a:t>
            </a:r>
          </a:p>
        </p:txBody>
      </p:sp>
      <p:sp>
        <p:nvSpPr>
          <p:cNvPr id="3" name="">
            <a:extLst xmlns:a="http://schemas.openxmlformats.org/drawingml/2006/main">
              <a:ext uri="{FF2B5EF4-FFF2-40B4-BE49-F238E27FC236}">
                <a16:creationId xmlns:a16="http://schemas.microsoft.com/office/drawing/2014/main" id="{2C19C2E4-4FA9-4020-96C6-EE4D5BB8FD6A}"/>
              </a:ext>
            </a:extLst>
          </p:cNvPr>
          <p:cNvSpPr>
            <a:spLocks xmlns:a="http://schemas.openxmlformats.org/drawingml/2006/main" noGrp="1"/>
          </p:cNvSpPr>
          <p:nvPr/>
        </p:nvSpPr>
        <p:spPr>
          <a:xfrm xmlns:a="http://schemas.openxmlformats.org/drawingml/2006/main">
            <a:off x="11239500" y="457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A8B0C8"/>
                </a:solidFill>
              </a:defRPr>
            </a:pPr>
            <a:r>
              <a:rPr sz="1050" b="1">
                <a:solidFill>
                  <a:srgbClr val="A8B0C8"/>
                </a:solidFill>
              </a:rPr>
              <a:t>40</a:t>
            </a:r>
          </a:p>
        </p:txBody>
      </p:sp>
      <p:sp>
        <p:nvSpPr>
          <p:cNvPr id="4" name="">
            <a:extLst xmlns:a="http://schemas.openxmlformats.org/drawingml/2006/main">
              <a:ext uri="{FF2B5EF4-FFF2-40B4-BE49-F238E27FC236}">
                <a16:creationId xmlns:a16="http://schemas.microsoft.com/office/drawing/2014/main" id="{65BCCFBF-8F86-4D6D-BCF2-0A0E3A4B96B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2B3148"/>
            </a:solidFill>
            <a:prstDash val="solid"/>
          </a:ln>
        </p:spPr>
      </p:sp>
      <p:sp>
        <p:nvSpPr>
          <p:cNvPr id="5" name="">
            <a:extLst xmlns:a="http://schemas.openxmlformats.org/drawingml/2006/main">
              <a:ext uri="{FF2B5EF4-FFF2-40B4-BE49-F238E27FC236}">
                <a16:creationId xmlns:a16="http://schemas.microsoft.com/office/drawing/2014/main" id="{B399A5D1-BBC2-4A6F-8ED3-2DA07D0F078A}"/>
              </a:ext>
            </a:extLst>
          </p:cNvPr>
          <p:cNvSpPr>
            <a:spLocks xmlns:a="http://schemas.openxmlformats.org/drawingml/2006/main" noGrp="1"/>
          </p:cNvSpPr>
          <p:nvPr/>
        </p:nvSpPr>
        <p:spPr>
          <a:xfrm xmlns:a="http://schemas.openxmlformats.org/drawingml/2006/main">
            <a:off x="609600" y="65151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8992AD"/>
                </a:solidFill>
              </a:defRPr>
            </a:pPr>
            <a:r>
              <a:rPr sz="825" b="0">
                <a:solidFill>
                  <a:srgbClr val="8992AD"/>
                </a:solidFill>
              </a:rPr>
              <a:t>WidgetFlow  |  Client Presentation</a:t>
            </a:r>
          </a:p>
        </p:txBody>
      </p:sp>
      <p:sp>
        <p:nvSpPr>
          <p:cNvPr id="6" name="">
            <a:extLst xmlns:a="http://schemas.openxmlformats.org/drawingml/2006/main">
              <a:ext uri="{FF2B5EF4-FFF2-40B4-BE49-F238E27FC236}">
                <a16:creationId xmlns:a16="http://schemas.microsoft.com/office/drawing/2014/main" id="{93F62CE4-DEB7-4D3B-AB88-E6B0D318E1FF}"/>
              </a:ext>
            </a:extLst>
          </p:cNvPr>
          <p:cNvSpPr>
            <a:spLocks xmlns:a="http://schemas.openxmlformats.org/drawingml/2006/main" noGrp="1"/>
          </p:cNvSpPr>
          <p:nvPr/>
        </p:nvSpPr>
        <p:spPr>
          <a:xfrm xmlns:a="http://schemas.openxmlformats.org/drawingml/2006/main">
            <a:off x="781050" y="17526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8B67FF"/>
                </a:solidFill>
              </a:defRPr>
            </a:pPr>
            <a:r>
              <a:rPr sz="1200" b="1">
                <a:solidFill>
                  <a:srgbClr val="8B67FF"/>
                </a:solidFill>
              </a:rPr>
              <a:t>MODERN WEB EXPERIENCE</a:t>
            </a:r>
          </a:p>
        </p:txBody>
      </p:sp>
      <p:sp>
        <p:nvSpPr>
          <p:cNvPr id="7" name="">
            <a:extLst xmlns:a="http://schemas.openxmlformats.org/drawingml/2006/main">
              <a:ext uri="{FF2B5EF4-FFF2-40B4-BE49-F238E27FC236}">
                <a16:creationId xmlns:a16="http://schemas.microsoft.com/office/drawing/2014/main" id="{3FCAE2B6-EE20-47C3-935F-63C510A4AC02}"/>
              </a:ext>
            </a:extLst>
          </p:cNvPr>
          <p:cNvSpPr>
            <a:spLocks xmlns:a="http://schemas.openxmlformats.org/drawingml/2006/main" noGrp="1"/>
          </p:cNvSpPr>
          <p:nvPr/>
        </p:nvSpPr>
        <p:spPr>
          <a:xfrm xmlns:a="http://schemas.openxmlformats.org/drawingml/2006/main">
            <a:off x="781050" y="2152650"/>
            <a:ext cx="4286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Responsive React interface with dedicated normal-user and Admin experiences.</a:t>
            </a:r>
          </a:p>
        </p:txBody>
      </p:sp>
      <p:sp>
        <p:nvSpPr>
          <p:cNvPr id="8" name="">
            <a:extLst xmlns:a="http://schemas.openxmlformats.org/drawingml/2006/main">
              <a:ext uri="{FF2B5EF4-FFF2-40B4-BE49-F238E27FC236}">
                <a16:creationId xmlns:a16="http://schemas.microsoft.com/office/drawing/2014/main" id="{2EDA3351-8B7F-452D-AE09-077D05C0D870}"/>
              </a:ext>
            </a:extLst>
          </p:cNvPr>
          <p:cNvSpPr>
            <a:spLocks xmlns:a="http://schemas.openxmlformats.org/drawingml/2006/main" noGrp="1"/>
          </p:cNvSpPr>
          <p:nvPr/>
        </p:nvSpPr>
        <p:spPr>
          <a:xfrm xmlns:a="http://schemas.openxmlformats.org/drawingml/2006/main">
            <a:off x="6572250" y="17526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0C7D9"/>
                </a:solidFill>
              </a:defRPr>
            </a:pPr>
            <a:r>
              <a:rPr sz="1200" b="1">
                <a:solidFill>
                  <a:srgbClr val="20C7D9"/>
                </a:solidFill>
              </a:rPr>
              <a:t>PERSISTENT PRODUCT BEHAVIOR</a:t>
            </a:r>
          </a:p>
        </p:txBody>
      </p:sp>
      <p:sp>
        <p:nvSpPr>
          <p:cNvPr id="9" name="">
            <a:extLst xmlns:a="http://schemas.openxmlformats.org/drawingml/2006/main">
              <a:ext uri="{FF2B5EF4-FFF2-40B4-BE49-F238E27FC236}">
                <a16:creationId xmlns:a16="http://schemas.microsoft.com/office/drawing/2014/main" id="{BA4DF325-D06B-4B9C-92F2-B493D7DFC65E}"/>
              </a:ext>
            </a:extLst>
          </p:cNvPr>
          <p:cNvSpPr>
            <a:spLocks xmlns:a="http://schemas.openxmlformats.org/drawingml/2006/main" noGrp="1"/>
          </p:cNvSpPr>
          <p:nvPr/>
        </p:nvSpPr>
        <p:spPr>
          <a:xfrm xmlns:a="http://schemas.openxmlformats.org/drawingml/2006/main">
            <a:off x="6572250" y="2152650"/>
            <a:ext cx="4286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Real API and database-backed templates, reports, configuration, comments, notifications and audit records.</a:t>
            </a:r>
          </a:p>
        </p:txBody>
      </p:sp>
      <p:sp>
        <p:nvSpPr>
          <p:cNvPr id="10" name="">
            <a:extLst xmlns:a="http://schemas.openxmlformats.org/drawingml/2006/main">
              <a:ext uri="{FF2B5EF4-FFF2-40B4-BE49-F238E27FC236}">
                <a16:creationId xmlns:a16="http://schemas.microsoft.com/office/drawing/2014/main" id="{583F7F85-DFEA-463F-91D5-DD3B480F15DA}"/>
              </a:ext>
            </a:extLst>
          </p:cNvPr>
          <p:cNvSpPr>
            <a:spLocks xmlns:a="http://schemas.openxmlformats.org/drawingml/2006/main" noGrp="1"/>
          </p:cNvSpPr>
          <p:nvPr/>
        </p:nvSpPr>
        <p:spPr>
          <a:xfrm xmlns:a="http://schemas.openxmlformats.org/drawingml/2006/main">
            <a:off x="781050" y="3857625"/>
            <a:ext cx="10077450" cy="0"/>
          </a:xfrm>
          <a:prstGeom xmlns:a="http://schemas.openxmlformats.org/drawingml/2006/main" prst="line">
            <a:avLst/>
          </a:prstGeom>
          <a:noFill xmlns:a="http://schemas.openxmlformats.org/drawingml/2006/main"/>
          <a:ln xmlns:a="http://schemas.openxmlformats.org/drawingml/2006/main" w="9525">
            <a:solidFill>
              <a:srgbClr val="333A55"/>
            </a:solidFill>
            <a:prstDash val="solid"/>
          </a:ln>
        </p:spPr>
      </p:sp>
      <p:sp>
        <p:nvSpPr>
          <p:cNvPr id="11" name="">
            <a:extLst xmlns:a="http://schemas.openxmlformats.org/drawingml/2006/main">
              <a:ext uri="{FF2B5EF4-FFF2-40B4-BE49-F238E27FC236}">
                <a16:creationId xmlns:a16="http://schemas.microsoft.com/office/drawing/2014/main" id="{4C953D12-755F-4F6D-9359-850CA2CAD890}"/>
              </a:ext>
            </a:extLst>
          </p:cNvPr>
          <p:cNvSpPr>
            <a:spLocks xmlns:a="http://schemas.openxmlformats.org/drawingml/2006/main" noGrp="1"/>
          </p:cNvSpPr>
          <p:nvPr/>
        </p:nvSpPr>
        <p:spPr>
          <a:xfrm xmlns:a="http://schemas.openxmlformats.org/drawingml/2006/main">
            <a:off x="781050" y="42481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9A23B"/>
                </a:solidFill>
              </a:defRPr>
            </a:pPr>
            <a:r>
              <a:rPr sz="1125" b="1">
                <a:solidFill>
                  <a:srgbClr val="E9A23B"/>
                </a:solidFill>
              </a:rPr>
              <a:t>EVALUATION BOUNDARY</a:t>
            </a:r>
          </a:p>
        </p:txBody>
      </p:sp>
      <p:sp>
        <p:nvSpPr>
          <p:cNvPr id="12" name="">
            <a:extLst xmlns:a="http://schemas.openxmlformats.org/drawingml/2006/main">
              <a:ext uri="{FF2B5EF4-FFF2-40B4-BE49-F238E27FC236}">
                <a16:creationId xmlns:a16="http://schemas.microsoft.com/office/drawing/2014/main" id="{4FF7B075-36BA-4961-BDFE-B11E5B6BE6FC}"/>
              </a:ext>
            </a:extLst>
          </p:cNvPr>
          <p:cNvSpPr>
            <a:spLocks xmlns:a="http://schemas.openxmlformats.org/drawingml/2006/main" noGrp="1"/>
          </p:cNvSpPr>
          <p:nvPr/>
        </p:nvSpPr>
        <p:spPr>
          <a:xfrm xmlns:a="http://schemas.openxmlformats.org/drawingml/2006/main">
            <a:off x="781050" y="4667250"/>
            <a:ext cx="1000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C8CEE0"/>
                </a:solidFill>
              </a:defRPr>
            </a:pPr>
            <a:r>
              <a:rPr sz="1500" b="0">
                <a:solidFill>
                  <a:srgbClr val="C8CEE0"/>
                </a:solidFill>
              </a:rPr>
              <a:t>The current repository uses Demo Mode identity simulation. This presentation does not claim production authentication, enterprise SSO, legal e-signature compliance, unrestricted document import or a fully connected no-code workflow engine.</a:t>
            </a:r>
          </a:p>
        </p:txBody>
      </p:sp>
    </p:spTree>
    <p:extLst>
      <p:ext uri="{BB962C8B-B14F-4D97-AF65-F5344CB8AC3E}">
        <p14:creationId xmlns:p14="http://schemas.microsoft.com/office/powerpoint/2010/main" val="3849431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2026-08-28T12:15:19.5920000Z</dcterms:created>
  <dcterms:modified xsi:type="dcterms:W3CDTF">2026-08-28T12:15:19.5920000Z</dcterms:modified>
</coreProperties>
</file>